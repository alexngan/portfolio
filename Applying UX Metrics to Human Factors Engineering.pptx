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38"/>
  </p:notesMasterIdLst>
  <p:handoutMasterIdLst>
    <p:handoutMasterId r:id="rId39"/>
  </p:handoutMasterIdLst>
  <p:sldIdLst>
    <p:sldId id="410" r:id="rId5"/>
    <p:sldId id="383" r:id="rId6"/>
    <p:sldId id="421" r:id="rId7"/>
    <p:sldId id="391" r:id="rId8"/>
    <p:sldId id="424" r:id="rId9"/>
    <p:sldId id="420" r:id="rId10"/>
    <p:sldId id="417" r:id="rId11"/>
    <p:sldId id="414" r:id="rId12"/>
    <p:sldId id="418" r:id="rId13"/>
    <p:sldId id="419" r:id="rId14"/>
    <p:sldId id="423" r:id="rId15"/>
    <p:sldId id="422" r:id="rId16"/>
    <p:sldId id="416" r:id="rId17"/>
    <p:sldId id="412" r:id="rId18"/>
    <p:sldId id="431" r:id="rId19"/>
    <p:sldId id="432" r:id="rId20"/>
    <p:sldId id="428" r:id="rId21"/>
    <p:sldId id="413" r:id="rId22"/>
    <p:sldId id="429" r:id="rId23"/>
    <p:sldId id="433" r:id="rId24"/>
    <p:sldId id="436" r:id="rId25"/>
    <p:sldId id="427" r:id="rId26"/>
    <p:sldId id="435" r:id="rId27"/>
    <p:sldId id="434" r:id="rId28"/>
    <p:sldId id="438" r:id="rId29"/>
    <p:sldId id="437" r:id="rId30"/>
    <p:sldId id="439" r:id="rId31"/>
    <p:sldId id="411" r:id="rId32"/>
    <p:sldId id="425" r:id="rId33"/>
    <p:sldId id="415" r:id="rId34"/>
    <p:sldId id="426" r:id="rId35"/>
    <p:sldId id="440" r:id="rId36"/>
    <p:sldId id="398"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2FBC0A8-6E31-482F-9A59-50E76EEB6E76}">
          <p14:sldIdLst>
            <p14:sldId id="410"/>
            <p14:sldId id="383"/>
            <p14:sldId id="421"/>
            <p14:sldId id="391"/>
            <p14:sldId id="424"/>
            <p14:sldId id="420"/>
          </p14:sldIdLst>
        </p14:section>
        <p14:section name="Big Tech Strategy" id="{C4BEEF27-540C-4318-9D3C-76501A3E40F1}">
          <p14:sldIdLst>
            <p14:sldId id="417"/>
            <p14:sldId id="414"/>
            <p14:sldId id="418"/>
            <p14:sldId id="419"/>
            <p14:sldId id="423"/>
          </p14:sldIdLst>
        </p14:section>
        <p14:section name="UX Metric for Med Device" id="{C1DAF812-45EA-4FE5-908E-CE34099DEF3F}">
          <p14:sldIdLst>
            <p14:sldId id="422"/>
            <p14:sldId id="416"/>
            <p14:sldId id="412"/>
            <p14:sldId id="431"/>
            <p14:sldId id="432"/>
            <p14:sldId id="428"/>
            <p14:sldId id="413"/>
            <p14:sldId id="429"/>
            <p14:sldId id="433"/>
            <p14:sldId id="436"/>
            <p14:sldId id="427"/>
            <p14:sldId id="435"/>
            <p14:sldId id="434"/>
            <p14:sldId id="438"/>
            <p14:sldId id="437"/>
            <p14:sldId id="439"/>
          </p14:sldIdLst>
        </p14:section>
        <p14:section name="COVID test case study" id="{E1026F07-6979-40E0-9C05-D4AC4A6BCD65}">
          <p14:sldIdLst>
            <p14:sldId id="411"/>
            <p14:sldId id="425"/>
            <p14:sldId id="415"/>
            <p14:sldId id="426"/>
            <p14:sldId id="440"/>
            <p14:sldId id="39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C24F70-DD34-4B6A-85EC-3AA0858BE5A6}" v="2071" dt="2024-05-14T13:54:14.778"/>
  </p1510:revLst>
</p1510:revInfo>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81377" autoAdjust="0"/>
  </p:normalViewPr>
  <p:slideViewPr>
    <p:cSldViewPr snapToGrid="0">
      <p:cViewPr varScale="1">
        <p:scale>
          <a:sx n="54" d="100"/>
          <a:sy n="54" d="100"/>
        </p:scale>
        <p:origin x="1148" y="5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0"/>
    </p:cViewPr>
  </p:sorterViewPr>
  <p:notesViewPr>
    <p:cSldViewPr snapToGrid="0" showGuides="1">
      <p:cViewPr varScale="1">
        <p:scale>
          <a:sx n="51" d="100"/>
          <a:sy n="51" d="100"/>
        </p:scale>
        <p:origin x="2692" y="2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47"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Ngan" userId="7b33f6c6-3aa1-4254-876a-a74728a03bbe" providerId="ADAL" clId="{6DC24F70-DD34-4B6A-85EC-3AA0858BE5A6}"/>
    <pc:docChg chg="undo custSel addSld delSld modSld sldOrd modMainMaster addSection modSection">
      <pc:chgData name="Alex Ngan" userId="7b33f6c6-3aa1-4254-876a-a74728a03bbe" providerId="ADAL" clId="{6DC24F70-DD34-4B6A-85EC-3AA0858BE5A6}" dt="2024-05-15T15:04:37.749" v="15268" actId="20577"/>
      <pc:docMkLst>
        <pc:docMk/>
      </pc:docMkLst>
      <pc:sldChg chg="modSp mod">
        <pc:chgData name="Alex Ngan" userId="7b33f6c6-3aa1-4254-876a-a74728a03bbe" providerId="ADAL" clId="{6DC24F70-DD34-4B6A-85EC-3AA0858BE5A6}" dt="2024-05-08T16:31:56.557" v="3799" actId="20577"/>
        <pc:sldMkLst>
          <pc:docMk/>
          <pc:sldMk cId="3346685798" sldId="383"/>
        </pc:sldMkLst>
        <pc:spChg chg="mod">
          <ac:chgData name="Alex Ngan" userId="7b33f6c6-3aa1-4254-876a-a74728a03bbe" providerId="ADAL" clId="{6DC24F70-DD34-4B6A-85EC-3AA0858BE5A6}" dt="2024-05-08T16:31:56.557" v="3799" actId="20577"/>
          <ac:spMkLst>
            <pc:docMk/>
            <pc:sldMk cId="3346685798" sldId="383"/>
            <ac:spMk id="3" creationId="{3B8EBC2C-6DD7-5003-38EB-40753046FE8C}"/>
          </ac:spMkLst>
        </pc:spChg>
      </pc:sldChg>
      <pc:sldChg chg="del">
        <pc:chgData name="Alex Ngan" userId="7b33f6c6-3aa1-4254-876a-a74728a03bbe" providerId="ADAL" clId="{6DC24F70-DD34-4B6A-85EC-3AA0858BE5A6}" dt="2024-05-08T14:23:03.407" v="61" actId="47"/>
        <pc:sldMkLst>
          <pc:docMk/>
          <pc:sldMk cId="1440871986" sldId="389"/>
        </pc:sldMkLst>
      </pc:sldChg>
      <pc:sldChg chg="modSp mod modNotesTx">
        <pc:chgData name="Alex Ngan" userId="7b33f6c6-3aa1-4254-876a-a74728a03bbe" providerId="ADAL" clId="{6DC24F70-DD34-4B6A-85EC-3AA0858BE5A6}" dt="2024-05-09T14:55:39.987" v="8293" actId="20577"/>
        <pc:sldMkLst>
          <pc:docMk/>
          <pc:sldMk cId="3200312026" sldId="391"/>
        </pc:sldMkLst>
        <pc:spChg chg="mod">
          <ac:chgData name="Alex Ngan" userId="7b33f6c6-3aa1-4254-876a-a74728a03bbe" providerId="ADAL" clId="{6DC24F70-DD34-4B6A-85EC-3AA0858BE5A6}" dt="2024-05-08T14:54:03.388" v="1196" actId="20577"/>
          <ac:spMkLst>
            <pc:docMk/>
            <pc:sldMk cId="3200312026" sldId="391"/>
            <ac:spMk id="3" creationId="{545D3755-C3E2-975E-DE68-CDECC4B526EC}"/>
          </ac:spMkLst>
        </pc:spChg>
        <pc:spChg chg="mod">
          <ac:chgData name="Alex Ngan" userId="7b33f6c6-3aa1-4254-876a-a74728a03bbe" providerId="ADAL" clId="{6DC24F70-DD34-4B6A-85EC-3AA0858BE5A6}" dt="2024-05-09T14:55:39.987" v="8293" actId="20577"/>
          <ac:spMkLst>
            <pc:docMk/>
            <pc:sldMk cId="3200312026" sldId="391"/>
            <ac:spMk id="7" creationId="{F70BD87D-F7DA-961B-4024-A354DC87D168}"/>
          </ac:spMkLst>
        </pc:spChg>
      </pc:sldChg>
      <pc:sldChg chg="del">
        <pc:chgData name="Alex Ngan" userId="7b33f6c6-3aa1-4254-876a-a74728a03bbe" providerId="ADAL" clId="{6DC24F70-DD34-4B6A-85EC-3AA0858BE5A6}" dt="2024-05-08T14:23:41.863" v="62" actId="47"/>
        <pc:sldMkLst>
          <pc:docMk/>
          <pc:sldMk cId="2039059756" sldId="397"/>
        </pc:sldMkLst>
      </pc:sldChg>
      <pc:sldChg chg="delSp modSp mod">
        <pc:chgData name="Alex Ngan" userId="7b33f6c6-3aa1-4254-876a-a74728a03bbe" providerId="ADAL" clId="{6DC24F70-DD34-4B6A-85EC-3AA0858BE5A6}" dt="2024-05-08T15:28:04.689" v="2667" actId="478"/>
        <pc:sldMkLst>
          <pc:docMk/>
          <pc:sldMk cId="4261132419" sldId="398"/>
        </pc:sldMkLst>
        <pc:spChg chg="del mod">
          <ac:chgData name="Alex Ngan" userId="7b33f6c6-3aa1-4254-876a-a74728a03bbe" providerId="ADAL" clId="{6DC24F70-DD34-4B6A-85EC-3AA0858BE5A6}" dt="2024-05-08T15:28:04.689" v="2667" actId="478"/>
          <ac:spMkLst>
            <pc:docMk/>
            <pc:sldMk cId="4261132419" sldId="398"/>
            <ac:spMk id="3" creationId="{8BE734F0-2DDD-AF70-F13D-F9E4C1929411}"/>
          </ac:spMkLst>
        </pc:spChg>
      </pc:sldChg>
      <pc:sldChg chg="del ord">
        <pc:chgData name="Alex Ngan" userId="7b33f6c6-3aa1-4254-876a-a74728a03bbe" providerId="ADAL" clId="{6DC24F70-DD34-4B6A-85EC-3AA0858BE5A6}" dt="2024-05-14T14:01:22.832" v="15003" actId="47"/>
        <pc:sldMkLst>
          <pc:docMk/>
          <pc:sldMk cId="752428618" sldId="403"/>
        </pc:sldMkLst>
      </pc:sldChg>
      <pc:sldChg chg="add del">
        <pc:chgData name="Alex Ngan" userId="7b33f6c6-3aa1-4254-876a-a74728a03bbe" providerId="ADAL" clId="{6DC24F70-DD34-4B6A-85EC-3AA0858BE5A6}" dt="2024-05-14T14:01:24.644" v="15004" actId="47"/>
        <pc:sldMkLst>
          <pc:docMk/>
          <pc:sldMk cId="1850768898" sldId="404"/>
        </pc:sldMkLst>
      </pc:sldChg>
      <pc:sldChg chg="modSp del mod">
        <pc:chgData name="Alex Ngan" userId="7b33f6c6-3aa1-4254-876a-a74728a03bbe" providerId="ADAL" clId="{6DC24F70-DD34-4B6A-85EC-3AA0858BE5A6}" dt="2024-05-08T21:29:28.441" v="7545" actId="47"/>
        <pc:sldMkLst>
          <pc:docMk/>
          <pc:sldMk cId="4127695141" sldId="405"/>
        </pc:sldMkLst>
        <pc:spChg chg="mod">
          <ac:chgData name="Alex Ngan" userId="7b33f6c6-3aa1-4254-876a-a74728a03bbe" providerId="ADAL" clId="{6DC24F70-DD34-4B6A-85EC-3AA0858BE5A6}" dt="2024-05-08T15:02:18.471" v="1290" actId="20577"/>
          <ac:spMkLst>
            <pc:docMk/>
            <pc:sldMk cId="4127695141" sldId="405"/>
            <ac:spMk id="4" creationId="{CDB14AAA-1F04-769D-E7F0-4F68C8EB9283}"/>
          </ac:spMkLst>
        </pc:spChg>
      </pc:sldChg>
      <pc:sldChg chg="del">
        <pc:chgData name="Alex Ngan" userId="7b33f6c6-3aa1-4254-876a-a74728a03bbe" providerId="ADAL" clId="{6DC24F70-DD34-4B6A-85EC-3AA0858BE5A6}" dt="2024-05-08T14:59:10.863" v="1216" actId="47"/>
        <pc:sldMkLst>
          <pc:docMk/>
          <pc:sldMk cId="298364507" sldId="406"/>
        </pc:sldMkLst>
      </pc:sldChg>
      <pc:sldChg chg="del">
        <pc:chgData name="Alex Ngan" userId="7b33f6c6-3aa1-4254-876a-a74728a03bbe" providerId="ADAL" clId="{6DC24F70-DD34-4B6A-85EC-3AA0858BE5A6}" dt="2024-05-08T14:59:09.922" v="1215" actId="47"/>
        <pc:sldMkLst>
          <pc:docMk/>
          <pc:sldMk cId="3088225330" sldId="407"/>
        </pc:sldMkLst>
      </pc:sldChg>
      <pc:sldChg chg="del">
        <pc:chgData name="Alex Ngan" userId="7b33f6c6-3aa1-4254-876a-a74728a03bbe" providerId="ADAL" clId="{6DC24F70-DD34-4B6A-85EC-3AA0858BE5A6}" dt="2024-05-08T14:23:45.944" v="63" actId="47"/>
        <pc:sldMkLst>
          <pc:docMk/>
          <pc:sldMk cId="888484295" sldId="408"/>
        </pc:sldMkLst>
      </pc:sldChg>
      <pc:sldChg chg="addSp modSp mod">
        <pc:chgData name="Alex Ngan" userId="7b33f6c6-3aa1-4254-876a-a74728a03bbe" providerId="ADAL" clId="{6DC24F70-DD34-4B6A-85EC-3AA0858BE5A6}" dt="2024-05-08T17:46:12.446" v="5097" actId="14838"/>
        <pc:sldMkLst>
          <pc:docMk/>
          <pc:sldMk cId="3390304222" sldId="410"/>
        </pc:sldMkLst>
        <pc:spChg chg="mod">
          <ac:chgData name="Alex Ngan" userId="7b33f6c6-3aa1-4254-876a-a74728a03bbe" providerId="ADAL" clId="{6DC24F70-DD34-4B6A-85EC-3AA0858BE5A6}" dt="2024-05-08T17:46:12.446" v="5097" actId="14838"/>
          <ac:spMkLst>
            <pc:docMk/>
            <pc:sldMk cId="3390304222" sldId="410"/>
            <ac:spMk id="2" creationId="{7AB1D9D6-2977-ABCD-FDF8-51AFA5064E54}"/>
          </ac:spMkLst>
        </pc:spChg>
        <pc:spChg chg="add mod">
          <ac:chgData name="Alex Ngan" userId="7b33f6c6-3aa1-4254-876a-a74728a03bbe" providerId="ADAL" clId="{6DC24F70-DD34-4B6A-85EC-3AA0858BE5A6}" dt="2024-05-08T17:15:33.445" v="4684" actId="1076"/>
          <ac:spMkLst>
            <pc:docMk/>
            <pc:sldMk cId="3390304222" sldId="410"/>
            <ac:spMk id="3" creationId="{0769EF9B-9DC3-31CD-2B79-D7DB02468FF8}"/>
          </ac:spMkLst>
        </pc:spChg>
      </pc:sldChg>
      <pc:sldChg chg="addSp delSp modSp new mod modClrScheme chgLayout modNotesTx">
        <pc:chgData name="Alex Ngan" userId="7b33f6c6-3aa1-4254-876a-a74728a03bbe" providerId="ADAL" clId="{6DC24F70-DD34-4B6A-85EC-3AA0858BE5A6}" dt="2024-05-09T18:59:06.783" v="10045" actId="20577"/>
        <pc:sldMkLst>
          <pc:docMk/>
          <pc:sldMk cId="299502564" sldId="411"/>
        </pc:sldMkLst>
        <pc:spChg chg="mod ord">
          <ac:chgData name="Alex Ngan" userId="7b33f6c6-3aa1-4254-876a-a74728a03bbe" providerId="ADAL" clId="{6DC24F70-DD34-4B6A-85EC-3AA0858BE5A6}" dt="2024-05-08T21:31:34.482" v="7646" actId="14100"/>
          <ac:spMkLst>
            <pc:docMk/>
            <pc:sldMk cId="299502564" sldId="411"/>
            <ac:spMk id="2" creationId="{1F910385-D576-A8E8-F70D-21FE2659444F}"/>
          </ac:spMkLst>
        </pc:spChg>
        <pc:spChg chg="add del mod">
          <ac:chgData name="Alex Ngan" userId="7b33f6c6-3aa1-4254-876a-a74728a03bbe" providerId="ADAL" clId="{6DC24F70-DD34-4B6A-85EC-3AA0858BE5A6}" dt="2024-05-08T14:26:18.240" v="113"/>
          <ac:spMkLst>
            <pc:docMk/>
            <pc:sldMk cId="299502564" sldId="411"/>
            <ac:spMk id="3" creationId="{9AD7916E-73F6-D554-3FB8-EF3EDEED473D}"/>
          </ac:spMkLst>
        </pc:spChg>
        <pc:spChg chg="del mod">
          <ac:chgData name="Alex Ngan" userId="7b33f6c6-3aa1-4254-876a-a74728a03bbe" providerId="ADAL" clId="{6DC24F70-DD34-4B6A-85EC-3AA0858BE5A6}" dt="2024-05-08T21:13:01.353" v="6602" actId="478"/>
          <ac:spMkLst>
            <pc:docMk/>
            <pc:sldMk cId="299502564" sldId="411"/>
            <ac:spMk id="4" creationId="{DBC97999-EE91-3BA7-207A-E2BD9C61F512}"/>
          </ac:spMkLst>
        </pc:spChg>
        <pc:spChg chg="del mod ord">
          <ac:chgData name="Alex Ngan" userId="7b33f6c6-3aa1-4254-876a-a74728a03bbe" providerId="ADAL" clId="{6DC24F70-DD34-4B6A-85EC-3AA0858BE5A6}" dt="2024-05-08T21:30:35.756" v="7551" actId="478"/>
          <ac:spMkLst>
            <pc:docMk/>
            <pc:sldMk cId="299502564" sldId="411"/>
            <ac:spMk id="9" creationId="{2AB388D3-1794-96CA-AD11-AB488A22DEB6}"/>
          </ac:spMkLst>
        </pc:spChg>
        <pc:picChg chg="add mod">
          <ac:chgData name="Alex Ngan" userId="7b33f6c6-3aa1-4254-876a-a74728a03bbe" providerId="ADAL" clId="{6DC24F70-DD34-4B6A-85EC-3AA0858BE5A6}" dt="2024-05-08T14:25:46.993" v="111"/>
          <ac:picMkLst>
            <pc:docMk/>
            <pc:sldMk cId="299502564" sldId="411"/>
            <ac:picMk id="6" creationId="{0A84F1A1-85E1-3DC5-0DB2-272AB1F64B6E}"/>
          </ac:picMkLst>
        </pc:picChg>
        <pc:picChg chg="add mod ord">
          <ac:chgData name="Alex Ngan" userId="7b33f6c6-3aa1-4254-876a-a74728a03bbe" providerId="ADAL" clId="{6DC24F70-DD34-4B6A-85EC-3AA0858BE5A6}" dt="2024-05-08T21:31:21.234" v="7645"/>
          <ac:picMkLst>
            <pc:docMk/>
            <pc:sldMk cId="299502564" sldId="411"/>
            <ac:picMk id="8" creationId="{57916BB7-2445-2877-1685-B14CEBCD7FDF}"/>
          </ac:picMkLst>
        </pc:picChg>
      </pc:sldChg>
      <pc:sldChg chg="addSp delSp modSp new mod modAnim modNotesTx">
        <pc:chgData name="Alex Ngan" userId="7b33f6c6-3aa1-4254-876a-a74728a03bbe" providerId="ADAL" clId="{6DC24F70-DD34-4B6A-85EC-3AA0858BE5A6}" dt="2024-05-09T15:18:27.486" v="8771"/>
        <pc:sldMkLst>
          <pc:docMk/>
          <pc:sldMk cId="436816688" sldId="412"/>
        </pc:sldMkLst>
        <pc:spChg chg="mod">
          <ac:chgData name="Alex Ngan" userId="7b33f6c6-3aa1-4254-876a-a74728a03bbe" providerId="ADAL" clId="{6DC24F70-DD34-4B6A-85EC-3AA0858BE5A6}" dt="2024-05-09T15:04:20.619" v="8576" actId="20577"/>
          <ac:spMkLst>
            <pc:docMk/>
            <pc:sldMk cId="436816688" sldId="412"/>
            <ac:spMk id="2" creationId="{9A16C2DB-09FE-93FB-356E-A3FD3578A770}"/>
          </ac:spMkLst>
        </pc:spChg>
        <pc:spChg chg="del">
          <ac:chgData name="Alex Ngan" userId="7b33f6c6-3aa1-4254-876a-a74728a03bbe" providerId="ADAL" clId="{6DC24F70-DD34-4B6A-85EC-3AA0858BE5A6}" dt="2024-05-08T14:29:49.807" v="154" actId="478"/>
          <ac:spMkLst>
            <pc:docMk/>
            <pc:sldMk cId="436816688" sldId="412"/>
            <ac:spMk id="3" creationId="{54B703E7-C55B-0EBC-67EB-523AFD0600C1}"/>
          </ac:spMkLst>
        </pc:spChg>
        <pc:spChg chg="add mod ord">
          <ac:chgData name="Alex Ngan" userId="7b33f6c6-3aa1-4254-876a-a74728a03bbe" providerId="ADAL" clId="{6DC24F70-DD34-4B6A-85EC-3AA0858BE5A6}" dt="2024-05-09T15:17:04.097" v="8764" actId="164"/>
          <ac:spMkLst>
            <pc:docMk/>
            <pc:sldMk cId="436816688" sldId="412"/>
            <ac:spMk id="3" creationId="{8ED621BA-B1E6-244D-1929-57D452436DD8}"/>
          </ac:spMkLst>
        </pc:spChg>
        <pc:spChg chg="add del">
          <ac:chgData name="Alex Ngan" userId="7b33f6c6-3aa1-4254-876a-a74728a03bbe" providerId="ADAL" clId="{6DC24F70-DD34-4B6A-85EC-3AA0858BE5A6}" dt="2024-05-09T15:12:41.055" v="8709" actId="478"/>
          <ac:spMkLst>
            <pc:docMk/>
            <pc:sldMk cId="436816688" sldId="412"/>
            <ac:spMk id="6" creationId="{68DAB3F3-47CB-D55C-31B3-57F36AC46441}"/>
          </ac:spMkLst>
        </pc:spChg>
        <pc:spChg chg="add mod">
          <ac:chgData name="Alex Ngan" userId="7b33f6c6-3aa1-4254-876a-a74728a03bbe" providerId="ADAL" clId="{6DC24F70-DD34-4B6A-85EC-3AA0858BE5A6}" dt="2024-05-09T15:17:04.097" v="8764" actId="164"/>
          <ac:spMkLst>
            <pc:docMk/>
            <pc:sldMk cId="436816688" sldId="412"/>
            <ac:spMk id="7" creationId="{2462C233-C4DE-18B0-A569-9136814CC3BD}"/>
          </ac:spMkLst>
        </pc:spChg>
        <pc:spChg chg="add mod ord">
          <ac:chgData name="Alex Ngan" userId="7b33f6c6-3aa1-4254-876a-a74728a03bbe" providerId="ADAL" clId="{6DC24F70-DD34-4B6A-85EC-3AA0858BE5A6}" dt="2024-05-09T15:16:42.898" v="8763" actId="164"/>
          <ac:spMkLst>
            <pc:docMk/>
            <pc:sldMk cId="436816688" sldId="412"/>
            <ac:spMk id="8" creationId="{B0004A75-AF62-7C04-60DB-43B0C0F2D43E}"/>
          </ac:spMkLst>
        </pc:spChg>
        <pc:spChg chg="add mod">
          <ac:chgData name="Alex Ngan" userId="7b33f6c6-3aa1-4254-876a-a74728a03bbe" providerId="ADAL" clId="{6DC24F70-DD34-4B6A-85EC-3AA0858BE5A6}" dt="2024-05-09T15:16:42.898" v="8763" actId="164"/>
          <ac:spMkLst>
            <pc:docMk/>
            <pc:sldMk cId="436816688" sldId="412"/>
            <ac:spMk id="9" creationId="{B9663CCB-9863-01FD-01DF-06FFAE893B5E}"/>
          </ac:spMkLst>
        </pc:spChg>
        <pc:grpChg chg="add mod">
          <ac:chgData name="Alex Ngan" userId="7b33f6c6-3aa1-4254-876a-a74728a03bbe" providerId="ADAL" clId="{6DC24F70-DD34-4B6A-85EC-3AA0858BE5A6}" dt="2024-05-09T15:16:42.898" v="8763" actId="164"/>
          <ac:grpSpMkLst>
            <pc:docMk/>
            <pc:sldMk cId="436816688" sldId="412"/>
            <ac:grpSpMk id="10" creationId="{8903B855-EFBC-937D-F4E8-04A41B7B7533}"/>
          </ac:grpSpMkLst>
        </pc:grpChg>
        <pc:grpChg chg="add mod">
          <ac:chgData name="Alex Ngan" userId="7b33f6c6-3aa1-4254-876a-a74728a03bbe" providerId="ADAL" clId="{6DC24F70-DD34-4B6A-85EC-3AA0858BE5A6}" dt="2024-05-09T15:17:04.097" v="8764" actId="164"/>
          <ac:grpSpMkLst>
            <pc:docMk/>
            <pc:sldMk cId="436816688" sldId="412"/>
            <ac:grpSpMk id="11" creationId="{E3B4D82E-40A4-E52E-3EF8-4AF365659DCD}"/>
          </ac:grpSpMkLst>
        </pc:grpChg>
        <pc:graphicFrameChg chg="add mod modGraphic">
          <ac:chgData name="Alex Ngan" userId="7b33f6c6-3aa1-4254-876a-a74728a03bbe" providerId="ADAL" clId="{6DC24F70-DD34-4B6A-85EC-3AA0858BE5A6}" dt="2024-05-09T15:15:16.552" v="8733" actId="170"/>
          <ac:graphicFrameMkLst>
            <pc:docMk/>
            <pc:sldMk cId="436816688" sldId="412"/>
            <ac:graphicFrameMk id="4" creationId="{BB3AF84C-A8BF-140A-73A5-ECE20E3338F5}"/>
          </ac:graphicFrameMkLst>
        </pc:graphicFrameChg>
      </pc:sldChg>
      <pc:sldChg chg="modSp new mod ord chgLayout">
        <pc:chgData name="Alex Ngan" userId="7b33f6c6-3aa1-4254-876a-a74728a03bbe" providerId="ADAL" clId="{6DC24F70-DD34-4B6A-85EC-3AA0858BE5A6}" dt="2024-05-09T21:00:08.452" v="13267" actId="313"/>
        <pc:sldMkLst>
          <pc:docMk/>
          <pc:sldMk cId="3205218156" sldId="413"/>
        </pc:sldMkLst>
        <pc:spChg chg="mod ord">
          <ac:chgData name="Alex Ngan" userId="7b33f6c6-3aa1-4254-876a-a74728a03bbe" providerId="ADAL" clId="{6DC24F70-DD34-4B6A-85EC-3AA0858BE5A6}" dt="2024-05-08T15:24:56.421" v="2627" actId="700"/>
          <ac:spMkLst>
            <pc:docMk/>
            <pc:sldMk cId="3205218156" sldId="413"/>
            <ac:spMk id="2" creationId="{A090CF0B-9F94-FEFC-7974-832131E7A6A7}"/>
          </ac:spMkLst>
        </pc:spChg>
        <pc:spChg chg="mod ord">
          <ac:chgData name="Alex Ngan" userId="7b33f6c6-3aa1-4254-876a-a74728a03bbe" providerId="ADAL" clId="{6DC24F70-DD34-4B6A-85EC-3AA0858BE5A6}" dt="2024-05-09T21:00:08.452" v="13267" actId="313"/>
          <ac:spMkLst>
            <pc:docMk/>
            <pc:sldMk cId="3205218156" sldId="413"/>
            <ac:spMk id="3" creationId="{B14D3200-702C-3B42-F1EB-B105F95BDAEA}"/>
          </ac:spMkLst>
        </pc:spChg>
        <pc:spChg chg="mod ord">
          <ac:chgData name="Alex Ngan" userId="7b33f6c6-3aa1-4254-876a-a74728a03bbe" providerId="ADAL" clId="{6DC24F70-DD34-4B6A-85EC-3AA0858BE5A6}" dt="2024-05-08T15:24:56.421" v="2627" actId="700"/>
          <ac:spMkLst>
            <pc:docMk/>
            <pc:sldMk cId="3205218156" sldId="413"/>
            <ac:spMk id="4" creationId="{87BA0FF9-8FA4-5617-8C84-91DBCC0B30C9}"/>
          </ac:spMkLst>
        </pc:spChg>
      </pc:sldChg>
      <pc:sldChg chg="addSp delSp modSp new mod chgLayout modNotesTx">
        <pc:chgData name="Alex Ngan" userId="7b33f6c6-3aa1-4254-876a-a74728a03bbe" providerId="ADAL" clId="{6DC24F70-DD34-4B6A-85EC-3AA0858BE5A6}" dt="2024-05-09T20:58:57.921" v="13257" actId="27636"/>
        <pc:sldMkLst>
          <pc:docMk/>
          <pc:sldMk cId="3728223941" sldId="414"/>
        </pc:sldMkLst>
        <pc:spChg chg="del">
          <ac:chgData name="Alex Ngan" userId="7b33f6c6-3aa1-4254-876a-a74728a03bbe" providerId="ADAL" clId="{6DC24F70-DD34-4B6A-85EC-3AA0858BE5A6}" dt="2024-05-08T15:31:10.729" v="2670" actId="700"/>
          <ac:spMkLst>
            <pc:docMk/>
            <pc:sldMk cId="3728223941" sldId="414"/>
            <ac:spMk id="2" creationId="{2604F961-A2F9-C22D-7B23-F259F12A75A8}"/>
          </ac:spMkLst>
        </pc:spChg>
        <pc:spChg chg="del">
          <ac:chgData name="Alex Ngan" userId="7b33f6c6-3aa1-4254-876a-a74728a03bbe" providerId="ADAL" clId="{6DC24F70-DD34-4B6A-85EC-3AA0858BE5A6}" dt="2024-05-08T15:31:10.729" v="2670" actId="700"/>
          <ac:spMkLst>
            <pc:docMk/>
            <pc:sldMk cId="3728223941" sldId="414"/>
            <ac:spMk id="3" creationId="{7730917F-3D14-3545-57B2-04FD00D97E53}"/>
          </ac:spMkLst>
        </pc:spChg>
        <pc:spChg chg="mod ord">
          <ac:chgData name="Alex Ngan" userId="7b33f6c6-3aa1-4254-876a-a74728a03bbe" providerId="ADAL" clId="{6DC24F70-DD34-4B6A-85EC-3AA0858BE5A6}" dt="2024-05-08T15:32:04.975" v="2671" actId="700"/>
          <ac:spMkLst>
            <pc:docMk/>
            <pc:sldMk cId="3728223941" sldId="414"/>
            <ac:spMk id="4" creationId="{3976BC46-9013-5E51-4FF3-1632EB2346D5}"/>
          </ac:spMkLst>
        </pc:spChg>
        <pc:spChg chg="add del mod ord">
          <ac:chgData name="Alex Ngan" userId="7b33f6c6-3aa1-4254-876a-a74728a03bbe" providerId="ADAL" clId="{6DC24F70-DD34-4B6A-85EC-3AA0858BE5A6}" dt="2024-05-08T15:32:04.975" v="2671" actId="700"/>
          <ac:spMkLst>
            <pc:docMk/>
            <pc:sldMk cId="3728223941" sldId="414"/>
            <ac:spMk id="5" creationId="{964DB032-1F41-F6AF-D7A5-04AA41A7E320}"/>
          </ac:spMkLst>
        </pc:spChg>
        <pc:spChg chg="add del mod ord">
          <ac:chgData name="Alex Ngan" userId="7b33f6c6-3aa1-4254-876a-a74728a03bbe" providerId="ADAL" clId="{6DC24F70-DD34-4B6A-85EC-3AA0858BE5A6}" dt="2024-05-08T15:32:04.975" v="2671" actId="700"/>
          <ac:spMkLst>
            <pc:docMk/>
            <pc:sldMk cId="3728223941" sldId="414"/>
            <ac:spMk id="6" creationId="{A039B04C-5C6B-5806-FB6A-27B93CC34018}"/>
          </ac:spMkLst>
        </pc:spChg>
        <pc:spChg chg="add mod ord">
          <ac:chgData name="Alex Ngan" userId="7b33f6c6-3aa1-4254-876a-a74728a03bbe" providerId="ADAL" clId="{6DC24F70-DD34-4B6A-85EC-3AA0858BE5A6}" dt="2024-05-08T17:27:35.593" v="4789" actId="14100"/>
          <ac:spMkLst>
            <pc:docMk/>
            <pc:sldMk cId="3728223941" sldId="414"/>
            <ac:spMk id="7" creationId="{99DCBAEF-9E6A-8C17-61A0-E14DFED38FA1}"/>
          </ac:spMkLst>
        </pc:spChg>
        <pc:spChg chg="add del mod ord">
          <ac:chgData name="Alex Ngan" userId="7b33f6c6-3aa1-4254-876a-a74728a03bbe" providerId="ADAL" clId="{6DC24F70-DD34-4B6A-85EC-3AA0858BE5A6}" dt="2024-05-08T15:32:07.781" v="2672"/>
          <ac:spMkLst>
            <pc:docMk/>
            <pc:sldMk cId="3728223941" sldId="414"/>
            <ac:spMk id="8" creationId="{F14E3AB8-73C9-0F23-8890-A71B6C980879}"/>
          </ac:spMkLst>
        </pc:spChg>
        <pc:spChg chg="add mod ord">
          <ac:chgData name="Alex Ngan" userId="7b33f6c6-3aa1-4254-876a-a74728a03bbe" providerId="ADAL" clId="{6DC24F70-DD34-4B6A-85EC-3AA0858BE5A6}" dt="2024-05-09T20:58:57.921" v="13257" actId="27636"/>
          <ac:spMkLst>
            <pc:docMk/>
            <pc:sldMk cId="3728223941" sldId="414"/>
            <ac:spMk id="9" creationId="{756FEFDF-95A5-4D3B-105E-850571A4F135}"/>
          </ac:spMkLst>
        </pc:spChg>
        <pc:picChg chg="add mod ord modCrop">
          <ac:chgData name="Alex Ngan" userId="7b33f6c6-3aa1-4254-876a-a74728a03bbe" providerId="ADAL" clId="{6DC24F70-DD34-4B6A-85EC-3AA0858BE5A6}" dt="2024-05-08T15:51:09.719" v="3283" actId="1076"/>
          <ac:picMkLst>
            <pc:docMk/>
            <pc:sldMk cId="3728223941" sldId="414"/>
            <ac:picMk id="11" creationId="{3FA35CD8-21E5-1C72-84E0-6C994D158152}"/>
          </ac:picMkLst>
        </pc:picChg>
      </pc:sldChg>
      <pc:sldChg chg="addSp delSp modSp new mod ord chgLayout">
        <pc:chgData name="Alex Ngan" userId="7b33f6c6-3aa1-4254-876a-a74728a03bbe" providerId="ADAL" clId="{6DC24F70-DD34-4B6A-85EC-3AA0858BE5A6}" dt="2024-05-15T14:28:50.841" v="15231"/>
        <pc:sldMkLst>
          <pc:docMk/>
          <pc:sldMk cId="3595278619" sldId="415"/>
        </pc:sldMkLst>
        <pc:spChg chg="del mod ord">
          <ac:chgData name="Alex Ngan" userId="7b33f6c6-3aa1-4254-876a-a74728a03bbe" providerId="ADAL" clId="{6DC24F70-DD34-4B6A-85EC-3AA0858BE5A6}" dt="2024-05-08T15:02:53.910" v="1292" actId="700"/>
          <ac:spMkLst>
            <pc:docMk/>
            <pc:sldMk cId="3595278619" sldId="415"/>
            <ac:spMk id="2" creationId="{E5166528-94AD-B43D-C61C-9776B556C875}"/>
          </ac:spMkLst>
        </pc:spChg>
        <pc:spChg chg="del mod ord">
          <ac:chgData name="Alex Ngan" userId="7b33f6c6-3aa1-4254-876a-a74728a03bbe" providerId="ADAL" clId="{6DC24F70-DD34-4B6A-85EC-3AA0858BE5A6}" dt="2024-05-08T15:02:53.910" v="1292" actId="700"/>
          <ac:spMkLst>
            <pc:docMk/>
            <pc:sldMk cId="3595278619" sldId="415"/>
            <ac:spMk id="3" creationId="{30D1961F-18BE-BA5A-8A24-0FA2BFD74874}"/>
          </ac:spMkLst>
        </pc:spChg>
        <pc:spChg chg="del">
          <ac:chgData name="Alex Ngan" userId="7b33f6c6-3aa1-4254-876a-a74728a03bbe" providerId="ADAL" clId="{6DC24F70-DD34-4B6A-85EC-3AA0858BE5A6}" dt="2024-05-08T15:02:53.910" v="1292" actId="700"/>
          <ac:spMkLst>
            <pc:docMk/>
            <pc:sldMk cId="3595278619" sldId="415"/>
            <ac:spMk id="4" creationId="{9F9AFCB0-5FE0-8304-AB30-3B48E48A8097}"/>
          </ac:spMkLst>
        </pc:spChg>
        <pc:spChg chg="mod ord">
          <ac:chgData name="Alex Ngan" userId="7b33f6c6-3aa1-4254-876a-a74728a03bbe" providerId="ADAL" clId="{6DC24F70-DD34-4B6A-85EC-3AA0858BE5A6}" dt="2024-05-08T15:25:01.801" v="2628" actId="700"/>
          <ac:spMkLst>
            <pc:docMk/>
            <pc:sldMk cId="3595278619" sldId="415"/>
            <ac:spMk id="5" creationId="{24DC1080-EEB9-3B03-6FDE-61D41F227ABB}"/>
          </ac:spMkLst>
        </pc:spChg>
        <pc:spChg chg="add mod ord">
          <ac:chgData name="Alex Ngan" userId="7b33f6c6-3aa1-4254-876a-a74728a03bbe" providerId="ADAL" clId="{6DC24F70-DD34-4B6A-85EC-3AA0858BE5A6}" dt="2024-05-08T15:25:01.801" v="2628" actId="700"/>
          <ac:spMkLst>
            <pc:docMk/>
            <pc:sldMk cId="3595278619" sldId="415"/>
            <ac:spMk id="6" creationId="{307B3A1F-1869-94CA-5727-988D82AED660}"/>
          </ac:spMkLst>
        </pc:spChg>
        <pc:spChg chg="add mod ord">
          <ac:chgData name="Alex Ngan" userId="7b33f6c6-3aa1-4254-876a-a74728a03bbe" providerId="ADAL" clId="{6DC24F70-DD34-4B6A-85EC-3AA0858BE5A6}" dt="2024-05-08T15:27:54.809" v="2665" actId="403"/>
          <ac:spMkLst>
            <pc:docMk/>
            <pc:sldMk cId="3595278619" sldId="415"/>
            <ac:spMk id="7" creationId="{199ABA52-0F73-6FBC-BB41-5143574CA2C9}"/>
          </ac:spMkLst>
        </pc:spChg>
      </pc:sldChg>
      <pc:sldChg chg="addSp delSp modSp new mod ord chgLayout modNotesTx">
        <pc:chgData name="Alex Ngan" userId="7b33f6c6-3aa1-4254-876a-a74728a03bbe" providerId="ADAL" clId="{6DC24F70-DD34-4B6A-85EC-3AA0858BE5A6}" dt="2024-05-09T15:01:18.334" v="8559" actId="27107"/>
        <pc:sldMkLst>
          <pc:docMk/>
          <pc:sldMk cId="3398779415" sldId="416"/>
        </pc:sldMkLst>
        <pc:spChg chg="del mod ord">
          <ac:chgData name="Alex Ngan" userId="7b33f6c6-3aa1-4254-876a-a74728a03bbe" providerId="ADAL" clId="{6DC24F70-DD34-4B6A-85EC-3AA0858BE5A6}" dt="2024-05-08T15:09:08.412" v="1757" actId="700"/>
          <ac:spMkLst>
            <pc:docMk/>
            <pc:sldMk cId="3398779415" sldId="416"/>
            <ac:spMk id="2" creationId="{269F8CC0-ED6C-FE0D-6F9F-6DE876BA1BED}"/>
          </ac:spMkLst>
        </pc:spChg>
        <pc:spChg chg="del mod ord">
          <ac:chgData name="Alex Ngan" userId="7b33f6c6-3aa1-4254-876a-a74728a03bbe" providerId="ADAL" clId="{6DC24F70-DD34-4B6A-85EC-3AA0858BE5A6}" dt="2024-05-08T15:09:08.412" v="1757" actId="700"/>
          <ac:spMkLst>
            <pc:docMk/>
            <pc:sldMk cId="3398779415" sldId="416"/>
            <ac:spMk id="3" creationId="{81DE3B4C-CFB4-ABB5-CCB8-9947B35E3410}"/>
          </ac:spMkLst>
        </pc:spChg>
        <pc:spChg chg="mod ord">
          <ac:chgData name="Alex Ngan" userId="7b33f6c6-3aa1-4254-876a-a74728a03bbe" providerId="ADAL" clId="{6DC24F70-DD34-4B6A-85EC-3AA0858BE5A6}" dt="2024-05-08T15:09:08.412" v="1757" actId="700"/>
          <ac:spMkLst>
            <pc:docMk/>
            <pc:sldMk cId="3398779415" sldId="416"/>
            <ac:spMk id="4" creationId="{29571527-EECF-7410-49C8-0FBB32125E11}"/>
          </ac:spMkLst>
        </pc:spChg>
        <pc:spChg chg="add mod ord">
          <ac:chgData name="Alex Ngan" userId="7b33f6c6-3aa1-4254-876a-a74728a03bbe" providerId="ADAL" clId="{6DC24F70-DD34-4B6A-85EC-3AA0858BE5A6}" dt="2024-05-08T15:15:08.855" v="2034" actId="20577"/>
          <ac:spMkLst>
            <pc:docMk/>
            <pc:sldMk cId="3398779415" sldId="416"/>
            <ac:spMk id="5" creationId="{76FD2558-3AA7-42F9-A3AA-E24C8727E0B0}"/>
          </ac:spMkLst>
        </pc:spChg>
        <pc:spChg chg="add mod ord">
          <ac:chgData name="Alex Ngan" userId="7b33f6c6-3aa1-4254-876a-a74728a03bbe" providerId="ADAL" clId="{6DC24F70-DD34-4B6A-85EC-3AA0858BE5A6}" dt="2024-05-08T16:09:59.216" v="3796" actId="20577"/>
          <ac:spMkLst>
            <pc:docMk/>
            <pc:sldMk cId="3398779415" sldId="416"/>
            <ac:spMk id="6" creationId="{76C13295-EE7D-65D9-C1F9-6A9956DCBFB5}"/>
          </ac:spMkLst>
        </pc:spChg>
      </pc:sldChg>
      <pc:sldChg chg="addSp delSp modSp new mod chgLayout modNotesTx">
        <pc:chgData name="Alex Ngan" userId="7b33f6c6-3aa1-4254-876a-a74728a03bbe" providerId="ADAL" clId="{6DC24F70-DD34-4B6A-85EC-3AA0858BE5A6}" dt="2024-05-09T14:59:07.952" v="8499" actId="20577"/>
        <pc:sldMkLst>
          <pc:docMk/>
          <pc:sldMk cId="1443025472" sldId="417"/>
        </pc:sldMkLst>
        <pc:spChg chg="del mod ord">
          <ac:chgData name="Alex Ngan" userId="7b33f6c6-3aa1-4254-876a-a74728a03bbe" providerId="ADAL" clId="{6DC24F70-DD34-4B6A-85EC-3AA0858BE5A6}" dt="2024-05-08T15:56:43.102" v="3500" actId="700"/>
          <ac:spMkLst>
            <pc:docMk/>
            <pc:sldMk cId="1443025472" sldId="417"/>
            <ac:spMk id="2" creationId="{21D6DA56-F3D9-A440-DD78-A25578E77341}"/>
          </ac:spMkLst>
        </pc:spChg>
        <pc:spChg chg="del mod ord">
          <ac:chgData name="Alex Ngan" userId="7b33f6c6-3aa1-4254-876a-a74728a03bbe" providerId="ADAL" clId="{6DC24F70-DD34-4B6A-85EC-3AA0858BE5A6}" dt="2024-05-08T15:56:43.102" v="3500" actId="700"/>
          <ac:spMkLst>
            <pc:docMk/>
            <pc:sldMk cId="1443025472" sldId="417"/>
            <ac:spMk id="3" creationId="{DE2600BE-F530-4C45-E482-B29F6EFF0156}"/>
          </ac:spMkLst>
        </pc:spChg>
        <pc:spChg chg="del mod ord">
          <ac:chgData name="Alex Ngan" userId="7b33f6c6-3aa1-4254-876a-a74728a03bbe" providerId="ADAL" clId="{6DC24F70-DD34-4B6A-85EC-3AA0858BE5A6}" dt="2024-05-08T15:59:28.821" v="3548" actId="478"/>
          <ac:spMkLst>
            <pc:docMk/>
            <pc:sldMk cId="1443025472" sldId="417"/>
            <ac:spMk id="4" creationId="{3B4DEF87-EA28-F678-E6AF-676FC76FB7DD}"/>
          </ac:spMkLst>
        </pc:spChg>
        <pc:spChg chg="add mod ord">
          <ac:chgData name="Alex Ngan" userId="7b33f6c6-3aa1-4254-876a-a74728a03bbe" providerId="ADAL" clId="{6DC24F70-DD34-4B6A-85EC-3AA0858BE5A6}" dt="2024-05-08T17:45:40.511" v="5095" actId="20577"/>
          <ac:spMkLst>
            <pc:docMk/>
            <pc:sldMk cId="1443025472" sldId="417"/>
            <ac:spMk id="5" creationId="{27F545A4-92D5-593D-464F-0068F23FC097}"/>
          </ac:spMkLst>
        </pc:spChg>
        <pc:spChg chg="add del mod ord">
          <ac:chgData name="Alex Ngan" userId="7b33f6c6-3aa1-4254-876a-a74728a03bbe" providerId="ADAL" clId="{6DC24F70-DD34-4B6A-85EC-3AA0858BE5A6}" dt="2024-05-08T15:58:16.285" v="3545" actId="931"/>
          <ac:spMkLst>
            <pc:docMk/>
            <pc:sldMk cId="1443025472" sldId="417"/>
            <ac:spMk id="6" creationId="{D92920EB-C4A1-B76A-4E7A-7E6A2CD9D072}"/>
          </ac:spMkLst>
        </pc:spChg>
        <pc:picChg chg="add mod ord">
          <ac:chgData name="Alex Ngan" userId="7b33f6c6-3aa1-4254-876a-a74728a03bbe" providerId="ADAL" clId="{6DC24F70-DD34-4B6A-85EC-3AA0858BE5A6}" dt="2024-05-08T16:00:06.014" v="3566"/>
          <ac:picMkLst>
            <pc:docMk/>
            <pc:sldMk cId="1443025472" sldId="417"/>
            <ac:picMk id="8" creationId="{60B8ED39-4271-AF51-8DE0-DE809869AE39}"/>
          </ac:picMkLst>
        </pc:picChg>
      </pc:sldChg>
      <pc:sldChg chg="addSp delSp modSp new mod chgLayout modNotesTx">
        <pc:chgData name="Alex Ngan" userId="7b33f6c6-3aa1-4254-876a-a74728a03bbe" providerId="ADAL" clId="{6DC24F70-DD34-4B6A-85EC-3AA0858BE5A6}" dt="2024-05-08T17:36:39.230" v="4990" actId="20577"/>
        <pc:sldMkLst>
          <pc:docMk/>
          <pc:sldMk cId="150351840" sldId="418"/>
        </pc:sldMkLst>
        <pc:spChg chg="del">
          <ac:chgData name="Alex Ngan" userId="7b33f6c6-3aa1-4254-876a-a74728a03bbe" providerId="ADAL" clId="{6DC24F70-DD34-4B6A-85EC-3AA0858BE5A6}" dt="2024-05-08T16:03:28.112" v="3581" actId="700"/>
          <ac:spMkLst>
            <pc:docMk/>
            <pc:sldMk cId="150351840" sldId="418"/>
            <ac:spMk id="2" creationId="{BC34F9EF-54AF-B3A1-FB2A-7A6D95282956}"/>
          </ac:spMkLst>
        </pc:spChg>
        <pc:spChg chg="del">
          <ac:chgData name="Alex Ngan" userId="7b33f6c6-3aa1-4254-876a-a74728a03bbe" providerId="ADAL" clId="{6DC24F70-DD34-4B6A-85EC-3AA0858BE5A6}" dt="2024-05-08T16:03:28.112" v="3581" actId="700"/>
          <ac:spMkLst>
            <pc:docMk/>
            <pc:sldMk cId="150351840" sldId="418"/>
            <ac:spMk id="3" creationId="{2CF32C93-4AAE-E44D-E874-0326B38C4B82}"/>
          </ac:spMkLst>
        </pc:spChg>
        <pc:spChg chg="del">
          <ac:chgData name="Alex Ngan" userId="7b33f6c6-3aa1-4254-876a-a74728a03bbe" providerId="ADAL" clId="{6DC24F70-DD34-4B6A-85EC-3AA0858BE5A6}" dt="2024-05-08T16:03:28.112" v="3581" actId="700"/>
          <ac:spMkLst>
            <pc:docMk/>
            <pc:sldMk cId="150351840" sldId="418"/>
            <ac:spMk id="4" creationId="{A280E7AF-7F61-EDF9-7D2E-ED6686F4AAB9}"/>
          </ac:spMkLst>
        </pc:spChg>
        <pc:spChg chg="mod ord">
          <ac:chgData name="Alex Ngan" userId="7b33f6c6-3aa1-4254-876a-a74728a03bbe" providerId="ADAL" clId="{6DC24F70-DD34-4B6A-85EC-3AA0858BE5A6}" dt="2024-05-08T16:03:28.112" v="3581" actId="700"/>
          <ac:spMkLst>
            <pc:docMk/>
            <pc:sldMk cId="150351840" sldId="418"/>
            <ac:spMk id="5" creationId="{312644EA-6179-1A3D-6734-DEE75A2C4B0E}"/>
          </ac:spMkLst>
        </pc:spChg>
        <pc:spChg chg="add mod ord">
          <ac:chgData name="Alex Ngan" userId="7b33f6c6-3aa1-4254-876a-a74728a03bbe" providerId="ADAL" clId="{6DC24F70-DD34-4B6A-85EC-3AA0858BE5A6}" dt="2024-05-08T16:48:19.230" v="3987" actId="20577"/>
          <ac:spMkLst>
            <pc:docMk/>
            <pc:sldMk cId="150351840" sldId="418"/>
            <ac:spMk id="6" creationId="{23C6F7DB-2889-E0D6-869B-14A1ABDB766F}"/>
          </ac:spMkLst>
        </pc:spChg>
        <pc:spChg chg="add del mod ord">
          <ac:chgData name="Alex Ngan" userId="7b33f6c6-3aa1-4254-876a-a74728a03bbe" providerId="ADAL" clId="{6DC24F70-DD34-4B6A-85EC-3AA0858BE5A6}" dt="2024-05-08T16:03:39.264" v="3589" actId="478"/>
          <ac:spMkLst>
            <pc:docMk/>
            <pc:sldMk cId="150351840" sldId="418"/>
            <ac:spMk id="7" creationId="{6BCB287A-5FC5-B9F6-FF75-AC80B171A854}"/>
          </ac:spMkLst>
        </pc:spChg>
        <pc:spChg chg="add del mod ord">
          <ac:chgData name="Alex Ngan" userId="7b33f6c6-3aa1-4254-876a-a74728a03bbe" providerId="ADAL" clId="{6DC24F70-DD34-4B6A-85EC-3AA0858BE5A6}" dt="2024-05-08T17:36:39.230" v="4990" actId="20577"/>
          <ac:spMkLst>
            <pc:docMk/>
            <pc:sldMk cId="150351840" sldId="418"/>
            <ac:spMk id="8" creationId="{DB4C5B04-EB7B-B2D4-B380-E94EA0927E9D}"/>
          </ac:spMkLst>
        </pc:spChg>
        <pc:picChg chg="add mod">
          <ac:chgData name="Alex Ngan" userId="7b33f6c6-3aa1-4254-876a-a74728a03bbe" providerId="ADAL" clId="{6DC24F70-DD34-4B6A-85EC-3AA0858BE5A6}" dt="2024-05-08T16:03:34.267" v="3588"/>
          <ac:picMkLst>
            <pc:docMk/>
            <pc:sldMk cId="150351840" sldId="418"/>
            <ac:picMk id="10" creationId="{A44E88D8-FC55-A8BC-CE80-350EDD1CFF9E}"/>
          </ac:picMkLst>
        </pc:picChg>
        <pc:picChg chg="add mod">
          <ac:chgData name="Alex Ngan" userId="7b33f6c6-3aa1-4254-876a-a74728a03bbe" providerId="ADAL" clId="{6DC24F70-DD34-4B6A-85EC-3AA0858BE5A6}" dt="2024-05-08T16:03:41.433" v="3594"/>
          <ac:picMkLst>
            <pc:docMk/>
            <pc:sldMk cId="150351840" sldId="418"/>
            <ac:picMk id="12" creationId="{4125B2F8-F7B7-1CBB-3EE1-D25A70FE65D8}"/>
          </ac:picMkLst>
        </pc:picChg>
        <pc:picChg chg="add del mod">
          <ac:chgData name="Alex Ngan" userId="7b33f6c6-3aa1-4254-876a-a74728a03bbe" providerId="ADAL" clId="{6DC24F70-DD34-4B6A-85EC-3AA0858BE5A6}" dt="2024-05-08T16:05:16.157" v="3636" actId="478"/>
          <ac:picMkLst>
            <pc:docMk/>
            <pc:sldMk cId="150351840" sldId="418"/>
            <ac:picMk id="14" creationId="{A73B6242-E3FC-9414-1FC2-0B46F0D5F05C}"/>
          </ac:picMkLst>
        </pc:picChg>
        <pc:picChg chg="add mod modCrop">
          <ac:chgData name="Alex Ngan" userId="7b33f6c6-3aa1-4254-876a-a74728a03bbe" providerId="ADAL" clId="{6DC24F70-DD34-4B6A-85EC-3AA0858BE5A6}" dt="2024-05-08T16:07:28.651" v="3734" actId="1076"/>
          <ac:picMkLst>
            <pc:docMk/>
            <pc:sldMk cId="150351840" sldId="418"/>
            <ac:picMk id="16" creationId="{6D440499-2938-ECE2-2D0F-C654760A348A}"/>
          </ac:picMkLst>
        </pc:picChg>
      </pc:sldChg>
      <pc:sldChg chg="addSp delSp modSp add mod chgLayout">
        <pc:chgData name="Alex Ngan" userId="7b33f6c6-3aa1-4254-876a-a74728a03bbe" providerId="ADAL" clId="{6DC24F70-DD34-4B6A-85EC-3AA0858BE5A6}" dt="2024-05-08T16:48:28.526" v="3997" actId="20577"/>
        <pc:sldMkLst>
          <pc:docMk/>
          <pc:sldMk cId="374952215" sldId="419"/>
        </pc:sldMkLst>
        <pc:spChg chg="mod ord">
          <ac:chgData name="Alex Ngan" userId="7b33f6c6-3aa1-4254-876a-a74728a03bbe" providerId="ADAL" clId="{6DC24F70-DD34-4B6A-85EC-3AA0858BE5A6}" dt="2024-05-08T16:45:58.484" v="3972" actId="700"/>
          <ac:spMkLst>
            <pc:docMk/>
            <pc:sldMk cId="374952215" sldId="419"/>
            <ac:spMk id="5" creationId="{312644EA-6179-1A3D-6734-DEE75A2C4B0E}"/>
          </ac:spMkLst>
        </pc:spChg>
        <pc:spChg chg="mod ord">
          <ac:chgData name="Alex Ngan" userId="7b33f6c6-3aa1-4254-876a-a74728a03bbe" providerId="ADAL" clId="{6DC24F70-DD34-4B6A-85EC-3AA0858BE5A6}" dt="2024-05-08T16:48:28.526" v="3997" actId="20577"/>
          <ac:spMkLst>
            <pc:docMk/>
            <pc:sldMk cId="374952215" sldId="419"/>
            <ac:spMk id="6" creationId="{23C6F7DB-2889-E0D6-869B-14A1ABDB766F}"/>
          </ac:spMkLst>
        </pc:spChg>
        <pc:spChg chg="add del mod">
          <ac:chgData name="Alex Ngan" userId="7b33f6c6-3aa1-4254-876a-a74728a03bbe" providerId="ADAL" clId="{6DC24F70-DD34-4B6A-85EC-3AA0858BE5A6}" dt="2024-05-08T16:42:29.285" v="3941" actId="478"/>
          <ac:spMkLst>
            <pc:docMk/>
            <pc:sldMk cId="374952215" sldId="419"/>
            <ac:spMk id="7" creationId="{56573D72-4862-104F-B8B4-50C3DDCA41C9}"/>
          </ac:spMkLst>
        </pc:spChg>
        <pc:spChg chg="del">
          <ac:chgData name="Alex Ngan" userId="7b33f6c6-3aa1-4254-876a-a74728a03bbe" providerId="ADAL" clId="{6DC24F70-DD34-4B6A-85EC-3AA0858BE5A6}" dt="2024-05-08T16:42:24.502" v="3940" actId="478"/>
          <ac:spMkLst>
            <pc:docMk/>
            <pc:sldMk cId="374952215" sldId="419"/>
            <ac:spMk id="8" creationId="{DB4C5B04-EB7B-B2D4-B380-E94EA0927E9D}"/>
          </ac:spMkLst>
        </pc:spChg>
        <pc:spChg chg="add del mod ord">
          <ac:chgData name="Alex Ngan" userId="7b33f6c6-3aa1-4254-876a-a74728a03bbe" providerId="ADAL" clId="{6DC24F70-DD34-4B6A-85EC-3AA0858BE5A6}" dt="2024-05-08T16:45:58.484" v="3972" actId="700"/>
          <ac:spMkLst>
            <pc:docMk/>
            <pc:sldMk cId="374952215" sldId="419"/>
            <ac:spMk id="9" creationId="{F5B1082C-2232-59A4-4DF6-8081632A06C7}"/>
          </ac:spMkLst>
        </pc:spChg>
        <pc:spChg chg="add del mod ord">
          <ac:chgData name="Alex Ngan" userId="7b33f6c6-3aa1-4254-876a-a74728a03bbe" providerId="ADAL" clId="{6DC24F70-DD34-4B6A-85EC-3AA0858BE5A6}" dt="2024-05-08T16:45:58.484" v="3972" actId="700"/>
          <ac:spMkLst>
            <pc:docMk/>
            <pc:sldMk cId="374952215" sldId="419"/>
            <ac:spMk id="10" creationId="{1769394B-0689-33C4-1918-BB62DFEC4C62}"/>
          </ac:spMkLst>
        </pc:spChg>
        <pc:picChg chg="add mod modCrop">
          <ac:chgData name="Alex Ngan" userId="7b33f6c6-3aa1-4254-876a-a74728a03bbe" providerId="ADAL" clId="{6DC24F70-DD34-4B6A-85EC-3AA0858BE5A6}" dt="2024-05-08T16:46:04.526" v="3974" actId="1076"/>
          <ac:picMkLst>
            <pc:docMk/>
            <pc:sldMk cId="374952215" sldId="419"/>
            <ac:picMk id="3" creationId="{04804943-845C-F071-B5E2-70336FE56A09}"/>
          </ac:picMkLst>
        </pc:picChg>
        <pc:picChg chg="del">
          <ac:chgData name="Alex Ngan" userId="7b33f6c6-3aa1-4254-876a-a74728a03bbe" providerId="ADAL" clId="{6DC24F70-DD34-4B6A-85EC-3AA0858BE5A6}" dt="2024-05-08T16:42:14.738" v="3938" actId="478"/>
          <ac:picMkLst>
            <pc:docMk/>
            <pc:sldMk cId="374952215" sldId="419"/>
            <ac:picMk id="16" creationId="{6D440499-2938-ECE2-2D0F-C654760A348A}"/>
          </ac:picMkLst>
        </pc:picChg>
      </pc:sldChg>
      <pc:sldChg chg="addSp delSp modSp new mod modNotesTx">
        <pc:chgData name="Alex Ngan" userId="7b33f6c6-3aa1-4254-876a-a74728a03bbe" providerId="ADAL" clId="{6DC24F70-DD34-4B6A-85EC-3AA0858BE5A6}" dt="2024-05-09T14:56:27.992" v="8300" actId="1076"/>
        <pc:sldMkLst>
          <pc:docMk/>
          <pc:sldMk cId="4134027459" sldId="420"/>
        </pc:sldMkLst>
        <pc:spChg chg="mod">
          <ac:chgData name="Alex Ngan" userId="7b33f6c6-3aa1-4254-876a-a74728a03bbe" providerId="ADAL" clId="{6DC24F70-DD34-4B6A-85EC-3AA0858BE5A6}" dt="2024-05-08T16:51:46.072" v="4030" actId="20577"/>
          <ac:spMkLst>
            <pc:docMk/>
            <pc:sldMk cId="4134027459" sldId="420"/>
            <ac:spMk id="2" creationId="{E60409D1-97A8-1B0A-ABBF-106B9EFFC01F}"/>
          </ac:spMkLst>
        </pc:spChg>
        <pc:spChg chg="mod">
          <ac:chgData name="Alex Ngan" userId="7b33f6c6-3aa1-4254-876a-a74728a03bbe" providerId="ADAL" clId="{6DC24F70-DD34-4B6A-85EC-3AA0858BE5A6}" dt="2024-05-09T14:56:19.696" v="8298" actId="14100"/>
          <ac:spMkLst>
            <pc:docMk/>
            <pc:sldMk cId="4134027459" sldId="420"/>
            <ac:spMk id="3" creationId="{FC06E144-4AAC-D7DA-A99E-096173F7717C}"/>
          </ac:spMkLst>
        </pc:spChg>
        <pc:picChg chg="add del mod modCrop">
          <ac:chgData name="Alex Ngan" userId="7b33f6c6-3aa1-4254-876a-a74728a03bbe" providerId="ADAL" clId="{6DC24F70-DD34-4B6A-85EC-3AA0858BE5A6}" dt="2024-05-08T16:59:30.565" v="4350" actId="478"/>
          <ac:picMkLst>
            <pc:docMk/>
            <pc:sldMk cId="4134027459" sldId="420"/>
            <ac:picMk id="6" creationId="{4365E51E-8E66-87AE-ED42-856D0F91CB84}"/>
          </ac:picMkLst>
        </pc:picChg>
        <pc:picChg chg="add mod ord modCrop">
          <ac:chgData name="Alex Ngan" userId="7b33f6c6-3aa1-4254-876a-a74728a03bbe" providerId="ADAL" clId="{6DC24F70-DD34-4B6A-85EC-3AA0858BE5A6}" dt="2024-05-09T14:56:02.583" v="8296" actId="1076"/>
          <ac:picMkLst>
            <pc:docMk/>
            <pc:sldMk cId="4134027459" sldId="420"/>
            <ac:picMk id="8" creationId="{3A89FF6D-E6CB-65B3-613A-4FB9C45DEE2C}"/>
          </ac:picMkLst>
        </pc:picChg>
        <pc:picChg chg="add mod modCrop">
          <ac:chgData name="Alex Ngan" userId="7b33f6c6-3aa1-4254-876a-a74728a03bbe" providerId="ADAL" clId="{6DC24F70-DD34-4B6A-85EC-3AA0858BE5A6}" dt="2024-05-09T14:56:27.992" v="8300" actId="1076"/>
          <ac:picMkLst>
            <pc:docMk/>
            <pc:sldMk cId="4134027459" sldId="420"/>
            <ac:picMk id="10" creationId="{4C010048-51F1-D455-95D4-ABE602ED54EB}"/>
          </ac:picMkLst>
        </pc:picChg>
      </pc:sldChg>
      <pc:sldChg chg="addSp delSp modSp new mod chgLayout">
        <pc:chgData name="Alex Ngan" userId="7b33f6c6-3aa1-4254-876a-a74728a03bbe" providerId="ADAL" clId="{6DC24F70-DD34-4B6A-85EC-3AA0858BE5A6}" dt="2024-05-08T17:21:28.159" v="4787" actId="1035"/>
        <pc:sldMkLst>
          <pc:docMk/>
          <pc:sldMk cId="489949023" sldId="421"/>
        </pc:sldMkLst>
        <pc:spChg chg="del mod ord">
          <ac:chgData name="Alex Ngan" userId="7b33f6c6-3aa1-4254-876a-a74728a03bbe" providerId="ADAL" clId="{6DC24F70-DD34-4B6A-85EC-3AA0858BE5A6}" dt="2024-05-08T17:16:40.141" v="4686" actId="700"/>
          <ac:spMkLst>
            <pc:docMk/>
            <pc:sldMk cId="489949023" sldId="421"/>
            <ac:spMk id="2" creationId="{D68AB7DB-E474-E40C-7D80-1F8BD9A510C6}"/>
          </ac:spMkLst>
        </pc:spChg>
        <pc:spChg chg="del mod ord">
          <ac:chgData name="Alex Ngan" userId="7b33f6c6-3aa1-4254-876a-a74728a03bbe" providerId="ADAL" clId="{6DC24F70-DD34-4B6A-85EC-3AA0858BE5A6}" dt="2024-05-08T17:16:40.141" v="4686" actId="700"/>
          <ac:spMkLst>
            <pc:docMk/>
            <pc:sldMk cId="489949023" sldId="421"/>
            <ac:spMk id="3" creationId="{39E8E026-308C-D48C-AFCF-C59F71C60DA9}"/>
          </ac:spMkLst>
        </pc:spChg>
        <pc:spChg chg="mod ord">
          <ac:chgData name="Alex Ngan" userId="7b33f6c6-3aa1-4254-876a-a74728a03bbe" providerId="ADAL" clId="{6DC24F70-DD34-4B6A-85EC-3AA0858BE5A6}" dt="2024-05-08T17:16:40.141" v="4686" actId="700"/>
          <ac:spMkLst>
            <pc:docMk/>
            <pc:sldMk cId="489949023" sldId="421"/>
            <ac:spMk id="4" creationId="{99B8DA8E-7980-1AB3-F0DB-A6587B0F39D3}"/>
          </ac:spMkLst>
        </pc:spChg>
        <pc:spChg chg="add mod ord">
          <ac:chgData name="Alex Ngan" userId="7b33f6c6-3aa1-4254-876a-a74728a03bbe" providerId="ADAL" clId="{6DC24F70-DD34-4B6A-85EC-3AA0858BE5A6}" dt="2024-05-08T17:17:40.765" v="4719" actId="20577"/>
          <ac:spMkLst>
            <pc:docMk/>
            <pc:sldMk cId="489949023" sldId="421"/>
            <ac:spMk id="5" creationId="{52B9412B-6502-88B3-D1C2-38E649CE1744}"/>
          </ac:spMkLst>
        </pc:spChg>
        <pc:spChg chg="add mod ord">
          <ac:chgData name="Alex Ngan" userId="7b33f6c6-3aa1-4254-876a-a74728a03bbe" providerId="ADAL" clId="{6DC24F70-DD34-4B6A-85EC-3AA0858BE5A6}" dt="2024-05-08T17:21:28.159" v="4787" actId="1035"/>
          <ac:spMkLst>
            <pc:docMk/>
            <pc:sldMk cId="489949023" sldId="421"/>
            <ac:spMk id="6" creationId="{335AC5B1-E2EA-0C49-19A1-D57F59726AC4}"/>
          </ac:spMkLst>
        </pc:spChg>
      </pc:sldChg>
      <pc:sldChg chg="addSp delSp modSp new mod modNotesTx">
        <pc:chgData name="Alex Ngan" userId="7b33f6c6-3aa1-4254-876a-a74728a03bbe" providerId="ADAL" clId="{6DC24F70-DD34-4B6A-85EC-3AA0858BE5A6}" dt="2024-05-09T15:00:31.671" v="8558" actId="20577"/>
        <pc:sldMkLst>
          <pc:docMk/>
          <pc:sldMk cId="1752769260" sldId="422"/>
        </pc:sldMkLst>
        <pc:spChg chg="del">
          <ac:chgData name="Alex Ngan" userId="7b33f6c6-3aa1-4254-876a-a74728a03bbe" providerId="ADAL" clId="{6DC24F70-DD34-4B6A-85EC-3AA0858BE5A6}" dt="2024-05-08T17:41:07.921" v="5043" actId="931"/>
          <ac:spMkLst>
            <pc:docMk/>
            <pc:sldMk cId="1752769260" sldId="422"/>
            <ac:spMk id="2" creationId="{57D55970-B360-1362-6EF7-B909F3B9E9CE}"/>
          </ac:spMkLst>
        </pc:spChg>
        <pc:spChg chg="mod">
          <ac:chgData name="Alex Ngan" userId="7b33f6c6-3aa1-4254-876a-a74728a03bbe" providerId="ADAL" clId="{6DC24F70-DD34-4B6A-85EC-3AA0858BE5A6}" dt="2024-05-08T17:42:15.491" v="5080" actId="14861"/>
          <ac:spMkLst>
            <pc:docMk/>
            <pc:sldMk cId="1752769260" sldId="422"/>
            <ac:spMk id="3" creationId="{CFF5C2B1-2F6E-1465-D1D1-95DB524138E9}"/>
          </ac:spMkLst>
        </pc:spChg>
        <pc:picChg chg="add mod">
          <ac:chgData name="Alex Ngan" userId="7b33f6c6-3aa1-4254-876a-a74728a03bbe" providerId="ADAL" clId="{6DC24F70-DD34-4B6A-85EC-3AA0858BE5A6}" dt="2024-05-08T17:41:49.757" v="5078"/>
          <ac:picMkLst>
            <pc:docMk/>
            <pc:sldMk cId="1752769260" sldId="422"/>
            <ac:picMk id="5" creationId="{FC5A8162-4905-26B9-01C6-5436A46737DE}"/>
          </ac:picMkLst>
        </pc:picChg>
      </pc:sldChg>
      <pc:sldChg chg="addSp delSp modSp new mod chgLayout modNotesTx">
        <pc:chgData name="Alex Ngan" userId="7b33f6c6-3aa1-4254-876a-a74728a03bbe" providerId="ADAL" clId="{6DC24F70-DD34-4B6A-85EC-3AA0858BE5A6}" dt="2024-05-09T21:21:12.673" v="14011" actId="20577"/>
        <pc:sldMkLst>
          <pc:docMk/>
          <pc:sldMk cId="3593128014" sldId="423"/>
        </pc:sldMkLst>
        <pc:spChg chg="del mod ord">
          <ac:chgData name="Alex Ngan" userId="7b33f6c6-3aa1-4254-876a-a74728a03bbe" providerId="ADAL" clId="{6DC24F70-DD34-4B6A-85EC-3AA0858BE5A6}" dt="2024-05-08T17:46:57.379" v="5099" actId="700"/>
          <ac:spMkLst>
            <pc:docMk/>
            <pc:sldMk cId="3593128014" sldId="423"/>
            <ac:spMk id="2" creationId="{FF39C74E-A45A-342C-9A60-B4348ABC0CCB}"/>
          </ac:spMkLst>
        </pc:spChg>
        <pc:spChg chg="del mod ord">
          <ac:chgData name="Alex Ngan" userId="7b33f6c6-3aa1-4254-876a-a74728a03bbe" providerId="ADAL" clId="{6DC24F70-DD34-4B6A-85EC-3AA0858BE5A6}" dt="2024-05-08T17:46:57.379" v="5099" actId="700"/>
          <ac:spMkLst>
            <pc:docMk/>
            <pc:sldMk cId="3593128014" sldId="423"/>
            <ac:spMk id="3" creationId="{4119F6C1-5B3E-5742-2F4B-0799168D72A2}"/>
          </ac:spMkLst>
        </pc:spChg>
        <pc:spChg chg="del">
          <ac:chgData name="Alex Ngan" userId="7b33f6c6-3aa1-4254-876a-a74728a03bbe" providerId="ADAL" clId="{6DC24F70-DD34-4B6A-85EC-3AA0858BE5A6}" dt="2024-05-08T17:46:57.379" v="5099" actId="700"/>
          <ac:spMkLst>
            <pc:docMk/>
            <pc:sldMk cId="3593128014" sldId="423"/>
            <ac:spMk id="4" creationId="{B14B7972-E86C-6E90-5300-297E7BF3653F}"/>
          </ac:spMkLst>
        </pc:spChg>
        <pc:spChg chg="mod ord">
          <ac:chgData name="Alex Ngan" userId="7b33f6c6-3aa1-4254-876a-a74728a03bbe" providerId="ADAL" clId="{6DC24F70-DD34-4B6A-85EC-3AA0858BE5A6}" dt="2024-05-08T17:46:57.379" v="5099" actId="700"/>
          <ac:spMkLst>
            <pc:docMk/>
            <pc:sldMk cId="3593128014" sldId="423"/>
            <ac:spMk id="5" creationId="{4EAA442C-1BDD-9144-6BBC-6D3A082E8326}"/>
          </ac:spMkLst>
        </pc:spChg>
        <pc:spChg chg="add mod ord">
          <ac:chgData name="Alex Ngan" userId="7b33f6c6-3aa1-4254-876a-a74728a03bbe" providerId="ADAL" clId="{6DC24F70-DD34-4B6A-85EC-3AA0858BE5A6}" dt="2024-05-08T19:38:27.653" v="5880" actId="313"/>
          <ac:spMkLst>
            <pc:docMk/>
            <pc:sldMk cId="3593128014" sldId="423"/>
            <ac:spMk id="6" creationId="{3BC4355F-4EAC-09CB-06D9-3EA513998F8C}"/>
          </ac:spMkLst>
        </pc:spChg>
        <pc:spChg chg="add mod ord">
          <ac:chgData name="Alex Ngan" userId="7b33f6c6-3aa1-4254-876a-a74728a03bbe" providerId="ADAL" clId="{6DC24F70-DD34-4B6A-85EC-3AA0858BE5A6}" dt="2024-05-09T21:21:12.673" v="14011" actId="20577"/>
          <ac:spMkLst>
            <pc:docMk/>
            <pc:sldMk cId="3593128014" sldId="423"/>
            <ac:spMk id="7" creationId="{706D748A-2420-A551-5724-6A87B04C173B}"/>
          </ac:spMkLst>
        </pc:spChg>
        <pc:picChg chg="add mod">
          <ac:chgData name="Alex Ngan" userId="7b33f6c6-3aa1-4254-876a-a74728a03bbe" providerId="ADAL" clId="{6DC24F70-DD34-4B6A-85EC-3AA0858BE5A6}" dt="2024-05-08T19:40:35.519" v="5912" actId="14861"/>
          <ac:picMkLst>
            <pc:docMk/>
            <pc:sldMk cId="3593128014" sldId="423"/>
            <ac:picMk id="9" creationId="{4C50CA8D-6C88-8408-30A3-96A638FB2832}"/>
          </ac:picMkLst>
        </pc:picChg>
        <pc:picChg chg="add mod modCrop">
          <ac:chgData name="Alex Ngan" userId="7b33f6c6-3aa1-4254-876a-a74728a03bbe" providerId="ADAL" clId="{6DC24F70-DD34-4B6A-85EC-3AA0858BE5A6}" dt="2024-05-08T19:40:35.519" v="5912" actId="14861"/>
          <ac:picMkLst>
            <pc:docMk/>
            <pc:sldMk cId="3593128014" sldId="423"/>
            <ac:picMk id="11" creationId="{19A906A5-493C-D93C-65B4-848318CC5C7F}"/>
          </ac:picMkLst>
        </pc:picChg>
        <pc:cxnChg chg="add mod">
          <ac:chgData name="Alex Ngan" userId="7b33f6c6-3aa1-4254-876a-a74728a03bbe" providerId="ADAL" clId="{6DC24F70-DD34-4B6A-85EC-3AA0858BE5A6}" dt="2024-05-08T19:40:24.821" v="5911" actId="1582"/>
          <ac:cxnSpMkLst>
            <pc:docMk/>
            <pc:sldMk cId="3593128014" sldId="423"/>
            <ac:cxnSpMk id="13" creationId="{9CD95122-A10E-C951-6D69-4F22F52BD060}"/>
          </ac:cxnSpMkLst>
        </pc:cxnChg>
      </pc:sldChg>
      <pc:sldChg chg="addSp delSp modSp new mod modShow modNotesTx">
        <pc:chgData name="Alex Ngan" userId="7b33f6c6-3aa1-4254-876a-a74728a03bbe" providerId="ADAL" clId="{6DC24F70-DD34-4B6A-85EC-3AA0858BE5A6}" dt="2024-05-08T21:05:51.945" v="6283" actId="729"/>
        <pc:sldMkLst>
          <pc:docMk/>
          <pc:sldMk cId="1984154846" sldId="424"/>
        </pc:sldMkLst>
        <pc:spChg chg="mod">
          <ac:chgData name="Alex Ngan" userId="7b33f6c6-3aa1-4254-876a-a74728a03bbe" providerId="ADAL" clId="{6DC24F70-DD34-4B6A-85EC-3AA0858BE5A6}" dt="2024-05-08T19:48:37.818" v="5939" actId="20577"/>
          <ac:spMkLst>
            <pc:docMk/>
            <pc:sldMk cId="1984154846" sldId="424"/>
            <ac:spMk id="2" creationId="{7371CA7E-FDC3-6CE9-5134-D0B8AB10D704}"/>
          </ac:spMkLst>
        </pc:spChg>
        <pc:spChg chg="add del mod">
          <ac:chgData name="Alex Ngan" userId="7b33f6c6-3aa1-4254-876a-a74728a03bbe" providerId="ADAL" clId="{6DC24F70-DD34-4B6A-85EC-3AA0858BE5A6}" dt="2024-05-08T19:55:20.818" v="6186" actId="20577"/>
          <ac:spMkLst>
            <pc:docMk/>
            <pc:sldMk cId="1984154846" sldId="424"/>
            <ac:spMk id="3" creationId="{6A7266A2-0104-F61A-47F2-7DBC75106B14}"/>
          </ac:spMkLst>
        </pc:spChg>
        <pc:picChg chg="add mod">
          <ac:chgData name="Alex Ngan" userId="7b33f6c6-3aa1-4254-876a-a74728a03bbe" providerId="ADAL" clId="{6DC24F70-DD34-4B6A-85EC-3AA0858BE5A6}" dt="2024-05-08T19:48:52.976" v="5944"/>
          <ac:picMkLst>
            <pc:docMk/>
            <pc:sldMk cId="1984154846" sldId="424"/>
            <ac:picMk id="6" creationId="{F8290239-EDC1-A6DF-59D8-CE84A1F3F07B}"/>
          </ac:picMkLst>
        </pc:picChg>
        <pc:picChg chg="add mod">
          <ac:chgData name="Alex Ngan" userId="7b33f6c6-3aa1-4254-876a-a74728a03bbe" providerId="ADAL" clId="{6DC24F70-DD34-4B6A-85EC-3AA0858BE5A6}" dt="2024-05-08T19:52:56.363" v="6081" actId="1076"/>
          <ac:picMkLst>
            <pc:docMk/>
            <pc:sldMk cId="1984154846" sldId="424"/>
            <ac:picMk id="8" creationId="{CC9D7B80-3066-C8D3-474E-10910B46958F}"/>
          </ac:picMkLst>
        </pc:picChg>
        <pc:picChg chg="add mod ord">
          <ac:chgData name="Alex Ngan" userId="7b33f6c6-3aa1-4254-876a-a74728a03bbe" providerId="ADAL" clId="{6DC24F70-DD34-4B6A-85EC-3AA0858BE5A6}" dt="2024-05-08T19:52:53.542" v="6080" actId="14100"/>
          <ac:picMkLst>
            <pc:docMk/>
            <pc:sldMk cId="1984154846" sldId="424"/>
            <ac:picMk id="10" creationId="{C24BAF3F-F02C-23D5-77DC-A4A377D7D908}"/>
          </ac:picMkLst>
        </pc:picChg>
      </pc:sldChg>
      <pc:sldChg chg="addSp delSp modSp new mod ord modClrScheme chgLayout modNotesTx">
        <pc:chgData name="Alex Ngan" userId="7b33f6c6-3aa1-4254-876a-a74728a03bbe" providerId="ADAL" clId="{6DC24F70-DD34-4B6A-85EC-3AA0858BE5A6}" dt="2024-05-15T14:27:11.197" v="15038" actId="20577"/>
        <pc:sldMkLst>
          <pc:docMk/>
          <pc:sldMk cId="746689018" sldId="425"/>
        </pc:sldMkLst>
        <pc:spChg chg="del mod ord">
          <ac:chgData name="Alex Ngan" userId="7b33f6c6-3aa1-4254-876a-a74728a03bbe" providerId="ADAL" clId="{6DC24F70-DD34-4B6A-85EC-3AA0858BE5A6}" dt="2024-05-08T21:13:34.677" v="6608" actId="700"/>
          <ac:spMkLst>
            <pc:docMk/>
            <pc:sldMk cId="746689018" sldId="425"/>
            <ac:spMk id="2" creationId="{12DC9105-6BEC-1156-DAC1-D5161539C5AD}"/>
          </ac:spMkLst>
        </pc:spChg>
        <pc:spChg chg="del mod ord">
          <ac:chgData name="Alex Ngan" userId="7b33f6c6-3aa1-4254-876a-a74728a03bbe" providerId="ADAL" clId="{6DC24F70-DD34-4B6A-85EC-3AA0858BE5A6}" dt="2024-05-08T21:13:34.677" v="6608" actId="700"/>
          <ac:spMkLst>
            <pc:docMk/>
            <pc:sldMk cId="746689018" sldId="425"/>
            <ac:spMk id="3" creationId="{A934A86A-D23B-D789-0B1F-1AE9A8CAADC0}"/>
          </ac:spMkLst>
        </pc:spChg>
        <pc:spChg chg="del">
          <ac:chgData name="Alex Ngan" userId="7b33f6c6-3aa1-4254-876a-a74728a03bbe" providerId="ADAL" clId="{6DC24F70-DD34-4B6A-85EC-3AA0858BE5A6}" dt="2024-05-08T21:13:34.677" v="6608" actId="700"/>
          <ac:spMkLst>
            <pc:docMk/>
            <pc:sldMk cId="746689018" sldId="425"/>
            <ac:spMk id="4" creationId="{5CBD875C-F750-6290-D4D9-C499C50A0681}"/>
          </ac:spMkLst>
        </pc:spChg>
        <pc:spChg chg="mod ord">
          <ac:chgData name="Alex Ngan" userId="7b33f6c6-3aa1-4254-876a-a74728a03bbe" providerId="ADAL" clId="{6DC24F70-DD34-4B6A-85EC-3AA0858BE5A6}" dt="2024-05-09T19:01:03.653" v="10047" actId="700"/>
          <ac:spMkLst>
            <pc:docMk/>
            <pc:sldMk cId="746689018" sldId="425"/>
            <ac:spMk id="5" creationId="{D695E961-DEDF-A61C-4BB7-2D91334BD77E}"/>
          </ac:spMkLst>
        </pc:spChg>
        <pc:spChg chg="add del mod ord">
          <ac:chgData name="Alex Ngan" userId="7b33f6c6-3aa1-4254-876a-a74728a03bbe" providerId="ADAL" clId="{6DC24F70-DD34-4B6A-85EC-3AA0858BE5A6}" dt="2024-05-08T21:13:52.920" v="6609" actId="700"/>
          <ac:spMkLst>
            <pc:docMk/>
            <pc:sldMk cId="746689018" sldId="425"/>
            <ac:spMk id="6" creationId="{5644DB15-B3A6-A1CB-6A74-E7D1917EF841}"/>
          </ac:spMkLst>
        </pc:spChg>
        <pc:spChg chg="add del mod ord">
          <ac:chgData name="Alex Ngan" userId="7b33f6c6-3aa1-4254-876a-a74728a03bbe" providerId="ADAL" clId="{6DC24F70-DD34-4B6A-85EC-3AA0858BE5A6}" dt="2024-05-08T21:13:52.920" v="6609" actId="700"/>
          <ac:spMkLst>
            <pc:docMk/>
            <pc:sldMk cId="746689018" sldId="425"/>
            <ac:spMk id="7" creationId="{3C96336F-B7A8-E4CA-0D49-7A11A7FE7E55}"/>
          </ac:spMkLst>
        </pc:spChg>
        <pc:spChg chg="add mod ord">
          <ac:chgData name="Alex Ngan" userId="7b33f6c6-3aa1-4254-876a-a74728a03bbe" providerId="ADAL" clId="{6DC24F70-DD34-4B6A-85EC-3AA0858BE5A6}" dt="2024-05-15T14:27:11.197" v="15038" actId="20577"/>
          <ac:spMkLst>
            <pc:docMk/>
            <pc:sldMk cId="746689018" sldId="425"/>
            <ac:spMk id="8" creationId="{4E744D12-0311-4B7E-DBCF-C8DF2B6C67D2}"/>
          </ac:spMkLst>
        </pc:spChg>
        <pc:spChg chg="add del mod ord">
          <ac:chgData name="Alex Ngan" userId="7b33f6c6-3aa1-4254-876a-a74728a03bbe" providerId="ADAL" clId="{6DC24F70-DD34-4B6A-85EC-3AA0858BE5A6}" dt="2024-05-08T21:15:56.628" v="6680" actId="3680"/>
          <ac:spMkLst>
            <pc:docMk/>
            <pc:sldMk cId="746689018" sldId="425"/>
            <ac:spMk id="9" creationId="{8DA13C7A-19F0-F558-30D7-32160E169574}"/>
          </ac:spMkLst>
        </pc:spChg>
        <pc:spChg chg="add del mod ord">
          <ac:chgData name="Alex Ngan" userId="7b33f6c6-3aa1-4254-876a-a74728a03bbe" providerId="ADAL" clId="{6DC24F70-DD34-4B6A-85EC-3AA0858BE5A6}" dt="2024-05-08T21:15:43.054" v="6677" actId="700"/>
          <ac:spMkLst>
            <pc:docMk/>
            <pc:sldMk cId="746689018" sldId="425"/>
            <ac:spMk id="10" creationId="{593B8038-A684-2E4C-F6EA-642E7E04578B}"/>
          </ac:spMkLst>
        </pc:spChg>
        <pc:spChg chg="add del mod ord">
          <ac:chgData name="Alex Ngan" userId="7b33f6c6-3aa1-4254-876a-a74728a03bbe" providerId="ADAL" clId="{6DC24F70-DD34-4B6A-85EC-3AA0858BE5A6}" dt="2024-05-08T21:21:03.740" v="7027" actId="478"/>
          <ac:spMkLst>
            <pc:docMk/>
            <pc:sldMk cId="746689018" sldId="425"/>
            <ac:spMk id="11" creationId="{57B14C63-89C5-67F9-4614-C523B191D07F}"/>
          </ac:spMkLst>
        </pc:spChg>
        <pc:graphicFrameChg chg="add mod ord modGraphic">
          <ac:chgData name="Alex Ngan" userId="7b33f6c6-3aa1-4254-876a-a74728a03bbe" providerId="ADAL" clId="{6DC24F70-DD34-4B6A-85EC-3AA0858BE5A6}" dt="2024-05-09T19:02:48.280" v="10072" actId="20577"/>
          <ac:graphicFrameMkLst>
            <pc:docMk/>
            <pc:sldMk cId="746689018" sldId="425"/>
            <ac:graphicFrameMk id="12" creationId="{8DBF6650-B3A0-A5BB-2504-1BCC89EC0B0C}"/>
          </ac:graphicFrameMkLst>
        </pc:graphicFrameChg>
      </pc:sldChg>
      <pc:sldChg chg="new del">
        <pc:chgData name="Alex Ngan" userId="7b33f6c6-3aa1-4254-876a-a74728a03bbe" providerId="ADAL" clId="{6DC24F70-DD34-4B6A-85EC-3AA0858BE5A6}" dt="2024-05-08T19:48:23.558" v="5918" actId="47"/>
        <pc:sldMkLst>
          <pc:docMk/>
          <pc:sldMk cId="2935900376" sldId="425"/>
        </pc:sldMkLst>
      </pc:sldChg>
      <pc:sldChg chg="modSp add del mod">
        <pc:chgData name="Alex Ngan" userId="7b33f6c6-3aa1-4254-876a-a74728a03bbe" providerId="ADAL" clId="{6DC24F70-DD34-4B6A-85EC-3AA0858BE5A6}" dt="2024-05-08T21:25:50.964" v="7256" actId="47"/>
        <pc:sldMkLst>
          <pc:docMk/>
          <pc:sldMk cId="279460869" sldId="426"/>
        </pc:sldMkLst>
        <pc:spChg chg="mod">
          <ac:chgData name="Alex Ngan" userId="7b33f6c6-3aa1-4254-876a-a74728a03bbe" providerId="ADAL" clId="{6DC24F70-DD34-4B6A-85EC-3AA0858BE5A6}" dt="2024-05-08T21:25:09.297" v="7251" actId="20577"/>
          <ac:spMkLst>
            <pc:docMk/>
            <pc:sldMk cId="279460869" sldId="426"/>
            <ac:spMk id="8" creationId="{4E744D12-0311-4B7E-DBCF-C8DF2B6C67D2}"/>
          </ac:spMkLst>
        </pc:spChg>
      </pc:sldChg>
      <pc:sldChg chg="modSp add mod modClrScheme chgLayout modNotesTx">
        <pc:chgData name="Alex Ngan" userId="7b33f6c6-3aa1-4254-876a-a74728a03bbe" providerId="ADAL" clId="{6DC24F70-DD34-4B6A-85EC-3AA0858BE5A6}" dt="2024-05-15T14:28:36.496" v="15229" actId="20577"/>
        <pc:sldMkLst>
          <pc:docMk/>
          <pc:sldMk cId="2098951520" sldId="426"/>
        </pc:sldMkLst>
        <pc:spChg chg="mod ord">
          <ac:chgData name="Alex Ngan" userId="7b33f6c6-3aa1-4254-876a-a74728a03bbe" providerId="ADAL" clId="{6DC24F70-DD34-4B6A-85EC-3AA0858BE5A6}" dt="2024-05-09T19:00:55.290" v="10046" actId="700"/>
          <ac:spMkLst>
            <pc:docMk/>
            <pc:sldMk cId="2098951520" sldId="426"/>
            <ac:spMk id="5" creationId="{D695E961-DEDF-A61C-4BB7-2D91334BD77E}"/>
          </ac:spMkLst>
        </pc:spChg>
        <pc:spChg chg="mod ord">
          <ac:chgData name="Alex Ngan" userId="7b33f6c6-3aa1-4254-876a-a74728a03bbe" providerId="ADAL" clId="{6DC24F70-DD34-4B6A-85EC-3AA0858BE5A6}" dt="2024-05-09T19:00:55.290" v="10046" actId="700"/>
          <ac:spMkLst>
            <pc:docMk/>
            <pc:sldMk cId="2098951520" sldId="426"/>
            <ac:spMk id="8" creationId="{4E744D12-0311-4B7E-DBCF-C8DF2B6C67D2}"/>
          </ac:spMkLst>
        </pc:spChg>
        <pc:graphicFrameChg chg="mod ord modGraphic">
          <ac:chgData name="Alex Ngan" userId="7b33f6c6-3aa1-4254-876a-a74728a03bbe" providerId="ADAL" clId="{6DC24F70-DD34-4B6A-85EC-3AA0858BE5A6}" dt="2024-05-09T19:02:27.960" v="10057" actId="948"/>
          <ac:graphicFrameMkLst>
            <pc:docMk/>
            <pc:sldMk cId="2098951520" sldId="426"/>
            <ac:graphicFrameMk id="12" creationId="{8DBF6650-B3A0-A5BB-2504-1BCC89EC0B0C}"/>
          </ac:graphicFrameMkLst>
        </pc:graphicFrameChg>
      </pc:sldChg>
      <pc:sldChg chg="addSp delSp modSp new mod ord modClrScheme chgLayout modNotesTx">
        <pc:chgData name="Alex Ngan" userId="7b33f6c6-3aa1-4254-876a-a74728a03bbe" providerId="ADAL" clId="{6DC24F70-DD34-4B6A-85EC-3AA0858BE5A6}" dt="2024-05-09T21:29:46.753" v="14392" actId="20577"/>
        <pc:sldMkLst>
          <pc:docMk/>
          <pc:sldMk cId="1171662419" sldId="427"/>
        </pc:sldMkLst>
        <pc:spChg chg="mod ord">
          <ac:chgData name="Alex Ngan" userId="7b33f6c6-3aa1-4254-876a-a74728a03bbe" providerId="ADAL" clId="{6DC24F70-DD34-4B6A-85EC-3AA0858BE5A6}" dt="2024-05-09T21:29:46.753" v="14392" actId="20577"/>
          <ac:spMkLst>
            <pc:docMk/>
            <pc:sldMk cId="1171662419" sldId="427"/>
            <ac:spMk id="2" creationId="{2E6C837B-C4A1-73FD-5B86-2F8FD9E4F513}"/>
          </ac:spMkLst>
        </pc:spChg>
        <pc:spChg chg="del mod ord">
          <ac:chgData name="Alex Ngan" userId="7b33f6c6-3aa1-4254-876a-a74728a03bbe" providerId="ADAL" clId="{6DC24F70-DD34-4B6A-85EC-3AA0858BE5A6}" dt="2024-05-08T21:38:22.347" v="8025" actId="700"/>
          <ac:spMkLst>
            <pc:docMk/>
            <pc:sldMk cId="1171662419" sldId="427"/>
            <ac:spMk id="3" creationId="{6DF33D04-BD96-7A39-F5CA-AAF3D9F16490}"/>
          </ac:spMkLst>
        </pc:spChg>
        <pc:spChg chg="mod ord">
          <ac:chgData name="Alex Ngan" userId="7b33f6c6-3aa1-4254-876a-a74728a03bbe" providerId="ADAL" clId="{6DC24F70-DD34-4B6A-85EC-3AA0858BE5A6}" dt="2024-05-08T21:38:28.833" v="8026" actId="700"/>
          <ac:spMkLst>
            <pc:docMk/>
            <pc:sldMk cId="1171662419" sldId="427"/>
            <ac:spMk id="4" creationId="{D5B0E8B7-359C-9656-900F-7BF3FEDEEECC}"/>
          </ac:spMkLst>
        </pc:spChg>
        <pc:spChg chg="add del mod ord">
          <ac:chgData name="Alex Ngan" userId="7b33f6c6-3aa1-4254-876a-a74728a03bbe" providerId="ADAL" clId="{6DC24F70-DD34-4B6A-85EC-3AA0858BE5A6}" dt="2024-05-08T21:38:28.833" v="8026" actId="700"/>
          <ac:spMkLst>
            <pc:docMk/>
            <pc:sldMk cId="1171662419" sldId="427"/>
            <ac:spMk id="5" creationId="{8B92F94E-CD9C-3BC5-A8A1-361B73BB85C5}"/>
          </ac:spMkLst>
        </pc:spChg>
        <pc:spChg chg="add del mod ord">
          <ac:chgData name="Alex Ngan" userId="7b33f6c6-3aa1-4254-876a-a74728a03bbe" providerId="ADAL" clId="{6DC24F70-DD34-4B6A-85EC-3AA0858BE5A6}" dt="2024-05-08T21:38:28.833" v="8026" actId="700"/>
          <ac:spMkLst>
            <pc:docMk/>
            <pc:sldMk cId="1171662419" sldId="427"/>
            <ac:spMk id="6" creationId="{46F4B7EE-2462-D8F0-401D-4C9593754E0D}"/>
          </ac:spMkLst>
        </pc:spChg>
        <pc:spChg chg="add del mod ord">
          <ac:chgData name="Alex Ngan" userId="7b33f6c6-3aa1-4254-876a-a74728a03bbe" providerId="ADAL" clId="{6DC24F70-DD34-4B6A-85EC-3AA0858BE5A6}" dt="2024-05-08T21:38:37.223" v="8027" actId="3680"/>
          <ac:spMkLst>
            <pc:docMk/>
            <pc:sldMk cId="1171662419" sldId="427"/>
            <ac:spMk id="7" creationId="{38EA0E98-DBE8-4B4D-5791-FB44BB960DCD}"/>
          </ac:spMkLst>
        </pc:spChg>
        <pc:graphicFrameChg chg="add mod ord modGraphic">
          <ac:chgData name="Alex Ngan" userId="7b33f6c6-3aa1-4254-876a-a74728a03bbe" providerId="ADAL" clId="{6DC24F70-DD34-4B6A-85EC-3AA0858BE5A6}" dt="2024-05-08T21:39:41.321" v="8111" actId="403"/>
          <ac:graphicFrameMkLst>
            <pc:docMk/>
            <pc:sldMk cId="1171662419" sldId="427"/>
            <ac:graphicFrameMk id="8" creationId="{3D615106-C4B2-84D2-2CE2-08347623C77F}"/>
          </ac:graphicFrameMkLst>
        </pc:graphicFrameChg>
      </pc:sldChg>
      <pc:sldChg chg="addSp delSp modSp new mod modClrScheme modAnim chgLayout modNotesTx">
        <pc:chgData name="Alex Ngan" userId="7b33f6c6-3aa1-4254-876a-a74728a03bbe" providerId="ADAL" clId="{6DC24F70-DD34-4B6A-85EC-3AA0858BE5A6}" dt="2024-05-09T20:15:17.737" v="12032" actId="20577"/>
        <pc:sldMkLst>
          <pc:docMk/>
          <pc:sldMk cId="357573964" sldId="428"/>
        </pc:sldMkLst>
        <pc:spChg chg="del">
          <ac:chgData name="Alex Ngan" userId="7b33f6c6-3aa1-4254-876a-a74728a03bbe" providerId="ADAL" clId="{6DC24F70-DD34-4B6A-85EC-3AA0858BE5A6}" dt="2024-05-09T15:06:03.130" v="8643" actId="478"/>
          <ac:spMkLst>
            <pc:docMk/>
            <pc:sldMk cId="357573964" sldId="428"/>
            <ac:spMk id="2" creationId="{DD586391-76E1-E53E-67B8-804A7A970D7A}"/>
          </ac:spMkLst>
        </pc:spChg>
        <pc:spChg chg="del mod ord">
          <ac:chgData name="Alex Ngan" userId="7b33f6c6-3aa1-4254-876a-a74728a03bbe" providerId="ADAL" clId="{6DC24F70-DD34-4B6A-85EC-3AA0858BE5A6}" dt="2024-05-09T15:06:21.942" v="8644" actId="700"/>
          <ac:spMkLst>
            <pc:docMk/>
            <pc:sldMk cId="357573964" sldId="428"/>
            <ac:spMk id="3" creationId="{6778852C-496E-0651-8FD7-9FFA9C271323}"/>
          </ac:spMkLst>
        </pc:spChg>
        <pc:spChg chg="mod ord">
          <ac:chgData name="Alex Ngan" userId="7b33f6c6-3aa1-4254-876a-a74728a03bbe" providerId="ADAL" clId="{6DC24F70-DD34-4B6A-85EC-3AA0858BE5A6}" dt="2024-05-09T19:18:04.572" v="10340" actId="122"/>
          <ac:spMkLst>
            <pc:docMk/>
            <pc:sldMk cId="357573964" sldId="428"/>
            <ac:spMk id="4" creationId="{AF233906-868B-2395-FE04-340E8ADDC622}"/>
          </ac:spMkLst>
        </pc:spChg>
        <pc:spChg chg="add del mod ord">
          <ac:chgData name="Alex Ngan" userId="7b33f6c6-3aa1-4254-876a-a74728a03bbe" providerId="ADAL" clId="{6DC24F70-DD34-4B6A-85EC-3AA0858BE5A6}" dt="2024-05-09T15:22:03.520" v="8867" actId="478"/>
          <ac:spMkLst>
            <pc:docMk/>
            <pc:sldMk cId="357573964" sldId="428"/>
            <ac:spMk id="5" creationId="{015F025B-EF56-69BC-D365-DEAA1AD440C5}"/>
          </ac:spMkLst>
        </pc:spChg>
        <pc:spChg chg="add del mod ord">
          <ac:chgData name="Alex Ngan" userId="7b33f6c6-3aa1-4254-876a-a74728a03bbe" providerId="ADAL" clId="{6DC24F70-DD34-4B6A-85EC-3AA0858BE5A6}" dt="2024-05-09T15:06:30.466" v="8646" actId="478"/>
          <ac:spMkLst>
            <pc:docMk/>
            <pc:sldMk cId="357573964" sldId="428"/>
            <ac:spMk id="6" creationId="{28D73AE8-0137-9980-8F4B-721D11DD8713}"/>
          </ac:spMkLst>
        </pc:spChg>
        <pc:spChg chg="add del mod ord">
          <ac:chgData name="Alex Ngan" userId="7b33f6c6-3aa1-4254-876a-a74728a03bbe" providerId="ADAL" clId="{6DC24F70-DD34-4B6A-85EC-3AA0858BE5A6}" dt="2024-05-09T15:06:27.087" v="8645" actId="478"/>
          <ac:spMkLst>
            <pc:docMk/>
            <pc:sldMk cId="357573964" sldId="428"/>
            <ac:spMk id="7" creationId="{A99C3E64-309B-C926-19AA-5C526FF54DB7}"/>
          </ac:spMkLst>
        </pc:spChg>
        <pc:spChg chg="add del mod ord">
          <ac:chgData name="Alex Ngan" userId="7b33f6c6-3aa1-4254-876a-a74728a03bbe" providerId="ADAL" clId="{6DC24F70-DD34-4B6A-85EC-3AA0858BE5A6}" dt="2024-05-09T15:22:27.396" v="8869" actId="478"/>
          <ac:spMkLst>
            <pc:docMk/>
            <pc:sldMk cId="357573964" sldId="428"/>
            <ac:spMk id="10" creationId="{99772E7B-93D7-B511-BEAE-5B7E054C4987}"/>
          </ac:spMkLst>
        </pc:spChg>
        <pc:spChg chg="add del mod ord">
          <ac:chgData name="Alex Ngan" userId="7b33f6c6-3aa1-4254-876a-a74728a03bbe" providerId="ADAL" clId="{6DC24F70-DD34-4B6A-85EC-3AA0858BE5A6}" dt="2024-05-09T15:23:23.825" v="8877" actId="478"/>
          <ac:spMkLst>
            <pc:docMk/>
            <pc:sldMk cId="357573964" sldId="428"/>
            <ac:spMk id="11" creationId="{3CD7B5D8-CCE0-9F11-3719-CFA6880329B8}"/>
          </ac:spMkLst>
        </pc:spChg>
        <pc:spChg chg="add mod">
          <ac:chgData name="Alex Ngan" userId="7b33f6c6-3aa1-4254-876a-a74728a03bbe" providerId="ADAL" clId="{6DC24F70-DD34-4B6A-85EC-3AA0858BE5A6}" dt="2024-05-09T20:06:38.684" v="11756" actId="6549"/>
          <ac:spMkLst>
            <pc:docMk/>
            <pc:sldMk cId="357573964" sldId="428"/>
            <ac:spMk id="12" creationId="{EA30B54C-3DC8-4A68-7CB6-5897B18CA8B3}"/>
          </ac:spMkLst>
        </pc:spChg>
        <pc:graphicFrameChg chg="add del modGraphic">
          <ac:chgData name="Alex Ngan" userId="7b33f6c6-3aa1-4254-876a-a74728a03bbe" providerId="ADAL" clId="{6DC24F70-DD34-4B6A-85EC-3AA0858BE5A6}" dt="2024-05-09T15:20:13.554" v="8773" actId="1032"/>
          <ac:graphicFrameMkLst>
            <pc:docMk/>
            <pc:sldMk cId="357573964" sldId="428"/>
            <ac:graphicFrameMk id="8" creationId="{754C4F77-8BE3-D317-97EE-C23DA42C923B}"/>
          </ac:graphicFrameMkLst>
        </pc:graphicFrameChg>
        <pc:graphicFrameChg chg="add del mod modGraphic">
          <ac:chgData name="Alex Ngan" userId="7b33f6c6-3aa1-4254-876a-a74728a03bbe" providerId="ADAL" clId="{6DC24F70-DD34-4B6A-85EC-3AA0858BE5A6}" dt="2024-05-09T20:01:48.610" v="11703" actId="1076"/>
          <ac:graphicFrameMkLst>
            <pc:docMk/>
            <pc:sldMk cId="357573964" sldId="428"/>
            <ac:graphicFrameMk id="9" creationId="{7618CC34-4C96-4078-9C45-F361E7280C8A}"/>
          </ac:graphicFrameMkLst>
        </pc:graphicFrameChg>
      </pc:sldChg>
      <pc:sldChg chg="addSp modSp add mod modAnim modNotesTx">
        <pc:chgData name="Alex Ngan" userId="7b33f6c6-3aa1-4254-876a-a74728a03bbe" providerId="ADAL" clId="{6DC24F70-DD34-4B6A-85EC-3AA0858BE5A6}" dt="2024-05-09T21:06:45.858" v="13659" actId="20577"/>
        <pc:sldMkLst>
          <pc:docMk/>
          <pc:sldMk cId="967512702" sldId="429"/>
        </pc:sldMkLst>
        <pc:spChg chg="add mod">
          <ac:chgData name="Alex Ngan" userId="7b33f6c6-3aa1-4254-876a-a74728a03bbe" providerId="ADAL" clId="{6DC24F70-DD34-4B6A-85EC-3AA0858BE5A6}" dt="2024-05-09T20:07:31.390" v="11757" actId="20577"/>
          <ac:spMkLst>
            <pc:docMk/>
            <pc:sldMk cId="967512702" sldId="429"/>
            <ac:spMk id="2" creationId="{C95E35D6-EDF6-A876-2D39-0AF9768CCD75}"/>
          </ac:spMkLst>
        </pc:spChg>
        <pc:spChg chg="mod">
          <ac:chgData name="Alex Ngan" userId="7b33f6c6-3aa1-4254-876a-a74728a03bbe" providerId="ADAL" clId="{6DC24F70-DD34-4B6A-85EC-3AA0858BE5A6}" dt="2024-05-09T19:18:09.075" v="10342" actId="122"/>
          <ac:spMkLst>
            <pc:docMk/>
            <pc:sldMk cId="967512702" sldId="429"/>
            <ac:spMk id="4" creationId="{AF233906-868B-2395-FE04-340E8ADDC622}"/>
          </ac:spMkLst>
        </pc:spChg>
        <pc:graphicFrameChg chg="mod">
          <ac:chgData name="Alex Ngan" userId="7b33f6c6-3aa1-4254-876a-a74728a03bbe" providerId="ADAL" clId="{6DC24F70-DD34-4B6A-85EC-3AA0858BE5A6}" dt="2024-05-09T21:06:45.858" v="13659" actId="20577"/>
          <ac:graphicFrameMkLst>
            <pc:docMk/>
            <pc:sldMk cId="967512702" sldId="429"/>
            <ac:graphicFrameMk id="9" creationId="{7618CC34-4C96-4078-9C45-F361E7280C8A}"/>
          </ac:graphicFrameMkLst>
        </pc:graphicFrameChg>
      </pc:sldChg>
      <pc:sldChg chg="new del">
        <pc:chgData name="Alex Ngan" userId="7b33f6c6-3aa1-4254-876a-a74728a03bbe" providerId="ADAL" clId="{6DC24F70-DD34-4B6A-85EC-3AA0858BE5A6}" dt="2024-05-09T19:24:56.311" v="10460" actId="47"/>
        <pc:sldMkLst>
          <pc:docMk/>
          <pc:sldMk cId="2849111229" sldId="430"/>
        </pc:sldMkLst>
      </pc:sldChg>
      <pc:sldChg chg="new del">
        <pc:chgData name="Alex Ngan" userId="7b33f6c6-3aa1-4254-876a-a74728a03bbe" providerId="ADAL" clId="{6DC24F70-DD34-4B6A-85EC-3AA0858BE5A6}" dt="2024-05-09T19:20:05.401" v="10345" actId="680"/>
        <pc:sldMkLst>
          <pc:docMk/>
          <pc:sldMk cId="204526550" sldId="431"/>
        </pc:sldMkLst>
      </pc:sldChg>
      <pc:sldChg chg="addSp modSp add mod modAnim">
        <pc:chgData name="Alex Ngan" userId="7b33f6c6-3aa1-4254-876a-a74728a03bbe" providerId="ADAL" clId="{6DC24F70-DD34-4B6A-85EC-3AA0858BE5A6}" dt="2024-05-09T19:24:42.083" v="10459" actId="1076"/>
        <pc:sldMkLst>
          <pc:docMk/>
          <pc:sldMk cId="2595679826" sldId="431"/>
        </pc:sldMkLst>
        <pc:spChg chg="mod">
          <ac:chgData name="Alex Ngan" userId="7b33f6c6-3aa1-4254-876a-a74728a03bbe" providerId="ADAL" clId="{6DC24F70-DD34-4B6A-85EC-3AA0858BE5A6}" dt="2024-05-09T19:22:53.894" v="10453" actId="1076"/>
          <ac:spMkLst>
            <pc:docMk/>
            <pc:sldMk cId="2595679826" sldId="431"/>
            <ac:spMk id="3" creationId="{8ED621BA-B1E6-244D-1929-57D452436DD8}"/>
          </ac:spMkLst>
        </pc:spChg>
        <pc:spChg chg="add mod">
          <ac:chgData name="Alex Ngan" userId="7b33f6c6-3aa1-4254-876a-a74728a03bbe" providerId="ADAL" clId="{6DC24F70-DD34-4B6A-85EC-3AA0858BE5A6}" dt="2024-05-09T19:24:42.083" v="10459" actId="1076"/>
          <ac:spMkLst>
            <pc:docMk/>
            <pc:sldMk cId="2595679826" sldId="431"/>
            <ac:spMk id="6" creationId="{4E2C1904-2246-55EE-98F1-AA2384EE2319}"/>
          </ac:spMkLst>
        </pc:spChg>
        <pc:spChg chg="mod">
          <ac:chgData name="Alex Ngan" userId="7b33f6c6-3aa1-4254-876a-a74728a03bbe" providerId="ADAL" clId="{6DC24F70-DD34-4B6A-85EC-3AA0858BE5A6}" dt="2024-05-09T19:21:27.787" v="10363" actId="688"/>
          <ac:spMkLst>
            <pc:docMk/>
            <pc:sldMk cId="2595679826" sldId="431"/>
            <ac:spMk id="7" creationId="{2462C233-C4DE-18B0-A569-9136814CC3BD}"/>
          </ac:spMkLst>
        </pc:spChg>
        <pc:spChg chg="mod">
          <ac:chgData name="Alex Ngan" userId="7b33f6c6-3aa1-4254-876a-a74728a03bbe" providerId="ADAL" clId="{6DC24F70-DD34-4B6A-85EC-3AA0858BE5A6}" dt="2024-05-09T19:23:42.969" v="10456" actId="14100"/>
          <ac:spMkLst>
            <pc:docMk/>
            <pc:sldMk cId="2595679826" sldId="431"/>
            <ac:spMk id="8" creationId="{B0004A75-AF62-7C04-60DB-43B0C0F2D43E}"/>
          </ac:spMkLst>
        </pc:spChg>
        <pc:spChg chg="mod">
          <ac:chgData name="Alex Ngan" userId="7b33f6c6-3aa1-4254-876a-a74728a03bbe" providerId="ADAL" clId="{6DC24F70-DD34-4B6A-85EC-3AA0858BE5A6}" dt="2024-05-09T19:20:38.529" v="10350" actId="1076"/>
          <ac:spMkLst>
            <pc:docMk/>
            <pc:sldMk cId="2595679826" sldId="431"/>
            <ac:spMk id="9" creationId="{B9663CCB-9863-01FD-01DF-06FFAE893B5E}"/>
          </ac:spMkLst>
        </pc:spChg>
        <pc:graphicFrameChg chg="mod">
          <ac:chgData name="Alex Ngan" userId="7b33f6c6-3aa1-4254-876a-a74728a03bbe" providerId="ADAL" clId="{6DC24F70-DD34-4B6A-85EC-3AA0858BE5A6}" dt="2024-05-09T19:24:36.740" v="10458"/>
          <ac:graphicFrameMkLst>
            <pc:docMk/>
            <pc:sldMk cId="2595679826" sldId="431"/>
            <ac:graphicFrameMk id="4" creationId="{BB3AF84C-A8BF-140A-73A5-ECE20E3338F5}"/>
          </ac:graphicFrameMkLst>
        </pc:graphicFrameChg>
      </pc:sldChg>
      <pc:sldChg chg="addSp delSp modSp new mod modClrScheme chgLayout modNotesTx">
        <pc:chgData name="Alex Ngan" userId="7b33f6c6-3aa1-4254-876a-a74728a03bbe" providerId="ADAL" clId="{6DC24F70-DD34-4B6A-85EC-3AA0858BE5A6}" dt="2024-05-09T20:02:18.444" v="11708"/>
        <pc:sldMkLst>
          <pc:docMk/>
          <pc:sldMk cId="4061413900" sldId="432"/>
        </pc:sldMkLst>
        <pc:spChg chg="del mod ord">
          <ac:chgData name="Alex Ngan" userId="7b33f6c6-3aa1-4254-876a-a74728a03bbe" providerId="ADAL" clId="{6DC24F70-DD34-4B6A-85EC-3AA0858BE5A6}" dt="2024-05-09T19:26:17.674" v="10560" actId="700"/>
          <ac:spMkLst>
            <pc:docMk/>
            <pc:sldMk cId="4061413900" sldId="432"/>
            <ac:spMk id="2" creationId="{A79BCBB9-8E75-1318-B101-72F349237C8B}"/>
          </ac:spMkLst>
        </pc:spChg>
        <pc:spChg chg="del">
          <ac:chgData name="Alex Ngan" userId="7b33f6c6-3aa1-4254-876a-a74728a03bbe" providerId="ADAL" clId="{6DC24F70-DD34-4B6A-85EC-3AA0858BE5A6}" dt="2024-05-09T19:26:17.674" v="10560" actId="700"/>
          <ac:spMkLst>
            <pc:docMk/>
            <pc:sldMk cId="4061413900" sldId="432"/>
            <ac:spMk id="3" creationId="{660D8B39-3566-A295-7151-635D2043A00D}"/>
          </ac:spMkLst>
        </pc:spChg>
        <pc:spChg chg="mod ord">
          <ac:chgData name="Alex Ngan" userId="7b33f6c6-3aa1-4254-876a-a74728a03bbe" providerId="ADAL" clId="{6DC24F70-DD34-4B6A-85EC-3AA0858BE5A6}" dt="2024-05-09T19:26:17.674" v="10560" actId="700"/>
          <ac:spMkLst>
            <pc:docMk/>
            <pc:sldMk cId="4061413900" sldId="432"/>
            <ac:spMk id="4" creationId="{0E75100B-CA71-E55F-2178-A1BF0AE0D7CC}"/>
          </ac:spMkLst>
        </pc:spChg>
        <pc:spChg chg="add mod ord">
          <ac:chgData name="Alex Ngan" userId="7b33f6c6-3aa1-4254-876a-a74728a03bbe" providerId="ADAL" clId="{6DC24F70-DD34-4B6A-85EC-3AA0858BE5A6}" dt="2024-05-09T20:02:18.444" v="11708"/>
          <ac:spMkLst>
            <pc:docMk/>
            <pc:sldMk cId="4061413900" sldId="432"/>
            <ac:spMk id="5" creationId="{93AA46EB-B8F1-7BAD-4847-4D414A534F93}"/>
          </ac:spMkLst>
        </pc:spChg>
        <pc:spChg chg="add mod ord">
          <ac:chgData name="Alex Ngan" userId="7b33f6c6-3aa1-4254-876a-a74728a03bbe" providerId="ADAL" clId="{6DC24F70-DD34-4B6A-85EC-3AA0858BE5A6}" dt="2024-05-09T19:27:42.542" v="10683" actId="20577"/>
          <ac:spMkLst>
            <pc:docMk/>
            <pc:sldMk cId="4061413900" sldId="432"/>
            <ac:spMk id="6" creationId="{0D24AADB-517C-7575-3D00-2873132CED4C}"/>
          </ac:spMkLst>
        </pc:spChg>
        <pc:picChg chg="add mod modCrop">
          <ac:chgData name="Alex Ngan" userId="7b33f6c6-3aa1-4254-876a-a74728a03bbe" providerId="ADAL" clId="{6DC24F70-DD34-4B6A-85EC-3AA0858BE5A6}" dt="2024-05-09T19:29:16.864" v="10697" actId="18131"/>
          <ac:picMkLst>
            <pc:docMk/>
            <pc:sldMk cId="4061413900" sldId="432"/>
            <ac:picMk id="8" creationId="{7341CEB2-78CD-61C5-3C69-F2DBE1A53BFC}"/>
          </ac:picMkLst>
        </pc:picChg>
      </pc:sldChg>
      <pc:sldChg chg="addSp delSp modSp new mod ord chgLayout modNotesTx">
        <pc:chgData name="Alex Ngan" userId="7b33f6c6-3aa1-4254-876a-a74728a03bbe" providerId="ADAL" clId="{6DC24F70-DD34-4B6A-85EC-3AA0858BE5A6}" dt="2024-05-09T21:33:57.498" v="14416"/>
        <pc:sldMkLst>
          <pc:docMk/>
          <pc:sldMk cId="902707872" sldId="433"/>
        </pc:sldMkLst>
        <pc:spChg chg="mod ord">
          <ac:chgData name="Alex Ngan" userId="7b33f6c6-3aa1-4254-876a-a74728a03bbe" providerId="ADAL" clId="{6DC24F70-DD34-4B6A-85EC-3AA0858BE5A6}" dt="2024-05-09T20:07:36.174" v="11758" actId="20577"/>
          <ac:spMkLst>
            <pc:docMk/>
            <pc:sldMk cId="902707872" sldId="433"/>
            <ac:spMk id="2" creationId="{4CB1DF29-7808-5971-ADCC-0EDD312621CF}"/>
          </ac:spMkLst>
        </pc:spChg>
        <pc:spChg chg="del mod ord">
          <ac:chgData name="Alex Ngan" userId="7b33f6c6-3aa1-4254-876a-a74728a03bbe" providerId="ADAL" clId="{6DC24F70-DD34-4B6A-85EC-3AA0858BE5A6}" dt="2024-05-09T19:47:31.008" v="10896" actId="3680"/>
          <ac:spMkLst>
            <pc:docMk/>
            <pc:sldMk cId="902707872" sldId="433"/>
            <ac:spMk id="3" creationId="{C593923A-7D22-B350-0DDE-877BFAA4CBAB}"/>
          </ac:spMkLst>
        </pc:spChg>
        <pc:spChg chg="mod ord">
          <ac:chgData name="Alex Ngan" userId="7b33f6c6-3aa1-4254-876a-a74728a03bbe" providerId="ADAL" clId="{6DC24F70-DD34-4B6A-85EC-3AA0858BE5A6}" dt="2024-05-09T19:46:56.361" v="10864" actId="700"/>
          <ac:spMkLst>
            <pc:docMk/>
            <pc:sldMk cId="902707872" sldId="433"/>
            <ac:spMk id="4" creationId="{6439D7FC-82BD-4FF0-B1E1-1B8EAAA70713}"/>
          </ac:spMkLst>
        </pc:spChg>
        <pc:spChg chg="add mod ord">
          <ac:chgData name="Alex Ngan" userId="7b33f6c6-3aa1-4254-876a-a74728a03bbe" providerId="ADAL" clId="{6DC24F70-DD34-4B6A-85EC-3AA0858BE5A6}" dt="2024-05-09T19:54:56.433" v="11413" actId="20577"/>
          <ac:spMkLst>
            <pc:docMk/>
            <pc:sldMk cId="902707872" sldId="433"/>
            <ac:spMk id="5" creationId="{58C92B7B-C494-DD3B-099C-DABB834F8E40}"/>
          </ac:spMkLst>
        </pc:spChg>
        <pc:graphicFrameChg chg="add mod ord modGraphic">
          <ac:chgData name="Alex Ngan" userId="7b33f6c6-3aa1-4254-876a-a74728a03bbe" providerId="ADAL" clId="{6DC24F70-DD34-4B6A-85EC-3AA0858BE5A6}" dt="2024-05-09T19:57:47.467" v="11662" actId="114"/>
          <ac:graphicFrameMkLst>
            <pc:docMk/>
            <pc:sldMk cId="902707872" sldId="433"/>
            <ac:graphicFrameMk id="6" creationId="{F9E4B6B7-FEB7-1E0C-6758-E2046CB89E26}"/>
          </ac:graphicFrameMkLst>
        </pc:graphicFrameChg>
      </pc:sldChg>
      <pc:sldChg chg="addSp modSp new mod modNotesTx">
        <pc:chgData name="Alex Ngan" userId="7b33f6c6-3aa1-4254-876a-a74728a03bbe" providerId="ADAL" clId="{6DC24F70-DD34-4B6A-85EC-3AA0858BE5A6}" dt="2024-05-14T13:57:11.739" v="14572" actId="20577"/>
        <pc:sldMkLst>
          <pc:docMk/>
          <pc:sldMk cId="2585065678" sldId="434"/>
        </pc:sldMkLst>
        <pc:spChg chg="mod">
          <ac:chgData name="Alex Ngan" userId="7b33f6c6-3aa1-4254-876a-a74728a03bbe" providerId="ADAL" clId="{6DC24F70-DD34-4B6A-85EC-3AA0858BE5A6}" dt="2024-05-09T20:11:59.205" v="11818" actId="20577"/>
          <ac:spMkLst>
            <pc:docMk/>
            <pc:sldMk cId="2585065678" sldId="434"/>
            <ac:spMk id="2" creationId="{A2F99F0A-8070-7504-FA0F-39892178FFAB}"/>
          </ac:spMkLst>
        </pc:spChg>
        <pc:spChg chg="mod">
          <ac:chgData name="Alex Ngan" userId="7b33f6c6-3aa1-4254-876a-a74728a03bbe" providerId="ADAL" clId="{6DC24F70-DD34-4B6A-85EC-3AA0858BE5A6}" dt="2024-05-14T13:57:11.739" v="14572" actId="20577"/>
          <ac:spMkLst>
            <pc:docMk/>
            <pc:sldMk cId="2585065678" sldId="434"/>
            <ac:spMk id="3" creationId="{FA2CEC1E-E041-84F3-7857-7D71936CD666}"/>
          </ac:spMkLst>
        </pc:spChg>
        <pc:graphicFrameChg chg="add mod">
          <ac:chgData name="Alex Ngan" userId="7b33f6c6-3aa1-4254-876a-a74728a03bbe" providerId="ADAL" clId="{6DC24F70-DD34-4B6A-85EC-3AA0858BE5A6}" dt="2024-05-09T20:36:50.261" v="12327"/>
          <ac:graphicFrameMkLst>
            <pc:docMk/>
            <pc:sldMk cId="2585065678" sldId="434"/>
            <ac:graphicFrameMk id="7" creationId="{23ACB0D4-C37F-FCE5-3287-34B258CB3B89}"/>
          </ac:graphicFrameMkLst>
        </pc:graphicFrameChg>
      </pc:sldChg>
      <pc:sldChg chg="addSp delSp modSp new mod chgLayout">
        <pc:chgData name="Alex Ngan" userId="7b33f6c6-3aa1-4254-876a-a74728a03bbe" providerId="ADAL" clId="{6DC24F70-DD34-4B6A-85EC-3AA0858BE5A6}" dt="2024-05-14T13:55:51.697" v="14533" actId="1076"/>
        <pc:sldMkLst>
          <pc:docMk/>
          <pc:sldMk cId="2418803882" sldId="435"/>
        </pc:sldMkLst>
        <pc:spChg chg="del mod ord">
          <ac:chgData name="Alex Ngan" userId="7b33f6c6-3aa1-4254-876a-a74728a03bbe" providerId="ADAL" clId="{6DC24F70-DD34-4B6A-85EC-3AA0858BE5A6}" dt="2024-05-09T20:52:15.891" v="12858" actId="700"/>
          <ac:spMkLst>
            <pc:docMk/>
            <pc:sldMk cId="2418803882" sldId="435"/>
            <ac:spMk id="2" creationId="{BC01D224-9923-D431-6A3F-5E4737761A75}"/>
          </ac:spMkLst>
        </pc:spChg>
        <pc:spChg chg="del mod ord">
          <ac:chgData name="Alex Ngan" userId="7b33f6c6-3aa1-4254-876a-a74728a03bbe" providerId="ADAL" clId="{6DC24F70-DD34-4B6A-85EC-3AA0858BE5A6}" dt="2024-05-09T20:52:15.891" v="12858" actId="700"/>
          <ac:spMkLst>
            <pc:docMk/>
            <pc:sldMk cId="2418803882" sldId="435"/>
            <ac:spMk id="3" creationId="{33BA2D8F-916B-4893-A280-7A1BFA6ABADA}"/>
          </ac:spMkLst>
        </pc:spChg>
        <pc:spChg chg="mod ord">
          <ac:chgData name="Alex Ngan" userId="7b33f6c6-3aa1-4254-876a-a74728a03bbe" providerId="ADAL" clId="{6DC24F70-DD34-4B6A-85EC-3AA0858BE5A6}" dt="2024-05-09T20:52:15.891" v="12858" actId="700"/>
          <ac:spMkLst>
            <pc:docMk/>
            <pc:sldMk cId="2418803882" sldId="435"/>
            <ac:spMk id="4" creationId="{C366E4DE-FCA6-E2E9-80B3-C802434E75EB}"/>
          </ac:spMkLst>
        </pc:spChg>
        <pc:spChg chg="add mod ord">
          <ac:chgData name="Alex Ngan" userId="7b33f6c6-3aa1-4254-876a-a74728a03bbe" providerId="ADAL" clId="{6DC24F70-DD34-4B6A-85EC-3AA0858BE5A6}" dt="2024-05-09T20:52:22.584" v="12859"/>
          <ac:spMkLst>
            <pc:docMk/>
            <pc:sldMk cId="2418803882" sldId="435"/>
            <ac:spMk id="5" creationId="{1173D29D-D911-628C-F907-14D831092D84}"/>
          </ac:spMkLst>
        </pc:spChg>
        <pc:spChg chg="add mod ord">
          <ac:chgData name="Alex Ngan" userId="7b33f6c6-3aa1-4254-876a-a74728a03bbe" providerId="ADAL" clId="{6DC24F70-DD34-4B6A-85EC-3AA0858BE5A6}" dt="2024-05-09T20:53:55.505" v="12945" actId="20577"/>
          <ac:spMkLst>
            <pc:docMk/>
            <pc:sldMk cId="2418803882" sldId="435"/>
            <ac:spMk id="6" creationId="{92015771-541A-1CED-C8AC-5434FBDE51BE}"/>
          </ac:spMkLst>
        </pc:spChg>
        <pc:graphicFrameChg chg="add mod modGraphic">
          <ac:chgData name="Alex Ngan" userId="7b33f6c6-3aa1-4254-876a-a74728a03bbe" providerId="ADAL" clId="{6DC24F70-DD34-4B6A-85EC-3AA0858BE5A6}" dt="2024-05-14T13:55:51.697" v="14533" actId="1076"/>
          <ac:graphicFrameMkLst>
            <pc:docMk/>
            <pc:sldMk cId="2418803882" sldId="435"/>
            <ac:graphicFrameMk id="2" creationId="{362E2A58-B284-5AC7-A9FD-0DB4442FB764}"/>
          </ac:graphicFrameMkLst>
        </pc:graphicFrameChg>
      </pc:sldChg>
      <pc:sldChg chg="modSp new mod ord modNotesTx">
        <pc:chgData name="Alex Ngan" userId="7b33f6c6-3aa1-4254-876a-a74728a03bbe" providerId="ADAL" clId="{6DC24F70-DD34-4B6A-85EC-3AA0858BE5A6}" dt="2024-05-09T21:37:06.114" v="14420" actId="20577"/>
        <pc:sldMkLst>
          <pc:docMk/>
          <pc:sldMk cId="1863293377" sldId="436"/>
        </pc:sldMkLst>
        <pc:spChg chg="mod">
          <ac:chgData name="Alex Ngan" userId="7b33f6c6-3aa1-4254-876a-a74728a03bbe" providerId="ADAL" clId="{6DC24F70-DD34-4B6A-85EC-3AA0858BE5A6}" dt="2024-05-09T21:21:59.025" v="14013" actId="20577"/>
          <ac:spMkLst>
            <pc:docMk/>
            <pc:sldMk cId="1863293377" sldId="436"/>
            <ac:spMk id="2" creationId="{C490CD79-2553-6258-6EE9-97AE21E8D315}"/>
          </ac:spMkLst>
        </pc:spChg>
        <pc:spChg chg="mod">
          <ac:chgData name="Alex Ngan" userId="7b33f6c6-3aa1-4254-876a-a74728a03bbe" providerId="ADAL" clId="{6DC24F70-DD34-4B6A-85EC-3AA0858BE5A6}" dt="2024-05-09T21:37:06.114" v="14420" actId="20577"/>
          <ac:spMkLst>
            <pc:docMk/>
            <pc:sldMk cId="1863293377" sldId="436"/>
            <ac:spMk id="3" creationId="{E5925EE8-F894-E07E-C7FF-4CCD684E6F9D}"/>
          </ac:spMkLst>
        </pc:spChg>
      </pc:sldChg>
      <pc:sldChg chg="modSp new mod">
        <pc:chgData name="Alex Ngan" userId="7b33f6c6-3aa1-4254-876a-a74728a03bbe" providerId="ADAL" clId="{6DC24F70-DD34-4B6A-85EC-3AA0858BE5A6}" dt="2024-05-14T14:01:10.023" v="15002" actId="20577"/>
        <pc:sldMkLst>
          <pc:docMk/>
          <pc:sldMk cId="3980407794" sldId="437"/>
        </pc:sldMkLst>
        <pc:spChg chg="mod">
          <ac:chgData name="Alex Ngan" userId="7b33f6c6-3aa1-4254-876a-a74728a03bbe" providerId="ADAL" clId="{6DC24F70-DD34-4B6A-85EC-3AA0858BE5A6}" dt="2024-05-14T13:59:07.100" v="14799"/>
          <ac:spMkLst>
            <pc:docMk/>
            <pc:sldMk cId="3980407794" sldId="437"/>
            <ac:spMk id="2" creationId="{09D23460-CB5B-77CE-E93E-FB5D2A4BC869}"/>
          </ac:spMkLst>
        </pc:spChg>
        <pc:spChg chg="mod">
          <ac:chgData name="Alex Ngan" userId="7b33f6c6-3aa1-4254-876a-a74728a03bbe" providerId="ADAL" clId="{6DC24F70-DD34-4B6A-85EC-3AA0858BE5A6}" dt="2024-05-14T14:01:10.023" v="15002" actId="20577"/>
          <ac:spMkLst>
            <pc:docMk/>
            <pc:sldMk cId="3980407794" sldId="437"/>
            <ac:spMk id="3" creationId="{12D1DBA3-385B-C13F-2646-9DFA57E253DB}"/>
          </ac:spMkLst>
        </pc:spChg>
      </pc:sldChg>
      <pc:sldChg chg="modSp new mod ord modNotesTx">
        <pc:chgData name="Alex Ngan" userId="7b33f6c6-3aa1-4254-876a-a74728a03bbe" providerId="ADAL" clId="{6DC24F70-DD34-4B6A-85EC-3AA0858BE5A6}" dt="2024-05-14T14:00:18.648" v="14935" actId="20577"/>
        <pc:sldMkLst>
          <pc:docMk/>
          <pc:sldMk cId="374122620" sldId="438"/>
        </pc:sldMkLst>
        <pc:spChg chg="mod">
          <ac:chgData name="Alex Ngan" userId="7b33f6c6-3aa1-4254-876a-a74728a03bbe" providerId="ADAL" clId="{6DC24F70-DD34-4B6A-85EC-3AA0858BE5A6}" dt="2024-05-14T13:59:09.723" v="14801"/>
          <ac:spMkLst>
            <pc:docMk/>
            <pc:sldMk cId="374122620" sldId="438"/>
            <ac:spMk id="2" creationId="{75480F84-6363-AAC5-94B2-2677DE111B83}"/>
          </ac:spMkLst>
        </pc:spChg>
        <pc:spChg chg="mod">
          <ac:chgData name="Alex Ngan" userId="7b33f6c6-3aa1-4254-876a-a74728a03bbe" providerId="ADAL" clId="{6DC24F70-DD34-4B6A-85EC-3AA0858BE5A6}" dt="2024-05-14T13:59:34.679" v="14813" actId="12"/>
          <ac:spMkLst>
            <pc:docMk/>
            <pc:sldMk cId="374122620" sldId="438"/>
            <ac:spMk id="3" creationId="{EBE18577-952A-12C9-25AA-F74AD3D0F890}"/>
          </ac:spMkLst>
        </pc:spChg>
      </pc:sldChg>
      <pc:sldChg chg="addSp delSp modSp add mod ord modClrScheme chgLayout modNotesTx">
        <pc:chgData name="Alex Ngan" userId="7b33f6c6-3aa1-4254-876a-a74728a03bbe" providerId="ADAL" clId="{6DC24F70-DD34-4B6A-85EC-3AA0858BE5A6}" dt="2024-05-14T14:04:10.971" v="15031" actId="1076"/>
        <pc:sldMkLst>
          <pc:docMk/>
          <pc:sldMk cId="4083707224" sldId="439"/>
        </pc:sldMkLst>
        <pc:spChg chg="mod ord">
          <ac:chgData name="Alex Ngan" userId="7b33f6c6-3aa1-4254-876a-a74728a03bbe" providerId="ADAL" clId="{6DC24F70-DD34-4B6A-85EC-3AA0858BE5A6}" dt="2024-05-14T14:04:05.448" v="15029" actId="700"/>
          <ac:spMkLst>
            <pc:docMk/>
            <pc:sldMk cId="4083707224" sldId="439"/>
            <ac:spMk id="2" creationId="{A2F99F0A-8070-7504-FA0F-39892178FFAB}"/>
          </ac:spMkLst>
        </pc:spChg>
        <pc:spChg chg="del">
          <ac:chgData name="Alex Ngan" userId="7b33f6c6-3aa1-4254-876a-a74728a03bbe" providerId="ADAL" clId="{6DC24F70-DD34-4B6A-85EC-3AA0858BE5A6}" dt="2024-05-14T14:02:11.355" v="15009" actId="478"/>
          <ac:spMkLst>
            <pc:docMk/>
            <pc:sldMk cId="4083707224" sldId="439"/>
            <ac:spMk id="3" creationId="{FA2CEC1E-E041-84F3-7857-7D71936CD666}"/>
          </ac:spMkLst>
        </pc:spChg>
        <pc:spChg chg="mod ord">
          <ac:chgData name="Alex Ngan" userId="7b33f6c6-3aa1-4254-876a-a74728a03bbe" providerId="ADAL" clId="{6DC24F70-DD34-4B6A-85EC-3AA0858BE5A6}" dt="2024-05-14T14:04:05.448" v="15029" actId="700"/>
          <ac:spMkLst>
            <pc:docMk/>
            <pc:sldMk cId="4083707224" sldId="439"/>
            <ac:spMk id="4" creationId="{76B99AED-6FA2-9B57-2E52-7247FF102609}"/>
          </ac:spMkLst>
        </pc:spChg>
        <pc:spChg chg="add del mod">
          <ac:chgData name="Alex Ngan" userId="7b33f6c6-3aa1-4254-876a-a74728a03bbe" providerId="ADAL" clId="{6DC24F70-DD34-4B6A-85EC-3AA0858BE5A6}" dt="2024-05-14T14:02:12.656" v="15010" actId="478"/>
          <ac:spMkLst>
            <pc:docMk/>
            <pc:sldMk cId="4083707224" sldId="439"/>
            <ac:spMk id="6" creationId="{40AD70F3-DD37-4A88-283E-1A48343ED2D5}"/>
          </ac:spMkLst>
        </pc:spChg>
        <pc:spChg chg="add del mod ord">
          <ac:chgData name="Alex Ngan" userId="7b33f6c6-3aa1-4254-876a-a74728a03bbe" providerId="ADAL" clId="{6DC24F70-DD34-4B6A-85EC-3AA0858BE5A6}" dt="2024-05-14T14:04:05.448" v="15029" actId="700"/>
          <ac:spMkLst>
            <pc:docMk/>
            <pc:sldMk cId="4083707224" sldId="439"/>
            <ac:spMk id="8" creationId="{1665236A-DBC1-6934-0D4D-465F36CD357A}"/>
          </ac:spMkLst>
        </pc:spChg>
        <pc:spChg chg="add del mod ord">
          <ac:chgData name="Alex Ngan" userId="7b33f6c6-3aa1-4254-876a-a74728a03bbe" providerId="ADAL" clId="{6DC24F70-DD34-4B6A-85EC-3AA0858BE5A6}" dt="2024-05-14T14:04:05.448" v="15029" actId="700"/>
          <ac:spMkLst>
            <pc:docMk/>
            <pc:sldMk cId="4083707224" sldId="439"/>
            <ac:spMk id="9" creationId="{A7A67EA9-D48C-4E60-D5C4-A042B74742CC}"/>
          </ac:spMkLst>
        </pc:spChg>
        <pc:graphicFrameChg chg="mod">
          <ac:chgData name="Alex Ngan" userId="7b33f6c6-3aa1-4254-876a-a74728a03bbe" providerId="ADAL" clId="{6DC24F70-DD34-4B6A-85EC-3AA0858BE5A6}" dt="2024-05-14T14:04:10.971" v="15031" actId="1076"/>
          <ac:graphicFrameMkLst>
            <pc:docMk/>
            <pc:sldMk cId="4083707224" sldId="439"/>
            <ac:graphicFrameMk id="7" creationId="{23ACB0D4-C37F-FCE5-3287-34B258CB3B89}"/>
          </ac:graphicFrameMkLst>
        </pc:graphicFrameChg>
      </pc:sldChg>
      <pc:sldChg chg="modSp new mod">
        <pc:chgData name="Alex Ngan" userId="7b33f6c6-3aa1-4254-876a-a74728a03bbe" providerId="ADAL" clId="{6DC24F70-DD34-4B6A-85EC-3AA0858BE5A6}" dt="2024-05-15T15:04:37.749" v="15268" actId="20577"/>
        <pc:sldMkLst>
          <pc:docMk/>
          <pc:sldMk cId="4279068684" sldId="440"/>
        </pc:sldMkLst>
        <pc:spChg chg="mod">
          <ac:chgData name="Alex Ngan" userId="7b33f6c6-3aa1-4254-876a-a74728a03bbe" providerId="ADAL" clId="{6DC24F70-DD34-4B6A-85EC-3AA0858BE5A6}" dt="2024-05-15T15:04:37.749" v="15268" actId="20577"/>
          <ac:spMkLst>
            <pc:docMk/>
            <pc:sldMk cId="4279068684" sldId="440"/>
            <ac:spMk id="3" creationId="{35C46F1D-F9EC-1ECB-98A9-FA3AD81FBBB9}"/>
          </ac:spMkLst>
        </pc:spChg>
      </pc:sldChg>
      <pc:sldMasterChg chg="modSp modSldLayout">
        <pc:chgData name="Alex Ngan" userId="7b33f6c6-3aa1-4254-876a-a74728a03bbe" providerId="ADAL" clId="{6DC24F70-DD34-4B6A-85EC-3AA0858BE5A6}" dt="2024-05-09T16:04:50.158" v="9821" actId="478"/>
        <pc:sldMasterMkLst>
          <pc:docMk/>
          <pc:sldMasterMk cId="3515892240" sldId="2147483658"/>
        </pc:sldMasterMkLst>
        <pc:spChg chg="mod">
          <ac:chgData name="Alex Ngan" userId="7b33f6c6-3aa1-4254-876a-a74728a03bbe" providerId="ADAL" clId="{6DC24F70-DD34-4B6A-85EC-3AA0858BE5A6}" dt="2024-05-08T14:57:47.097" v="1213" actId="403"/>
          <ac:spMkLst>
            <pc:docMk/>
            <pc:sldMasterMk cId="3515892240" sldId="2147483658"/>
            <ac:spMk id="30" creationId="{EF47083A-6D76-4B4D-87CA-E08E212F781D}"/>
          </ac:spMkLst>
        </pc:spChg>
        <pc:spChg chg="mod">
          <ac:chgData name="Alex Ngan" userId="7b33f6c6-3aa1-4254-876a-a74728a03bbe" providerId="ADAL" clId="{6DC24F70-DD34-4B6A-85EC-3AA0858BE5A6}" dt="2024-05-08T14:58:46.935" v="1214" actId="2711"/>
          <ac:spMkLst>
            <pc:docMk/>
            <pc:sldMasterMk cId="3515892240" sldId="2147483658"/>
            <ac:spMk id="32" creationId="{C8ADA0DF-3751-9A48-8A21-59F01C782D7C}"/>
          </ac:spMkLst>
        </pc:spChg>
        <pc:sldLayoutChg chg="modSp">
          <pc:chgData name="Alex Ngan" userId="7b33f6c6-3aa1-4254-876a-a74728a03bbe" providerId="ADAL" clId="{6DC24F70-DD34-4B6A-85EC-3AA0858BE5A6}" dt="2024-05-08T15:27:23.729" v="2660" actId="403"/>
          <pc:sldLayoutMkLst>
            <pc:docMk/>
            <pc:sldMasterMk cId="3515892240" sldId="2147483658"/>
            <pc:sldLayoutMk cId="518089260" sldId="2147483698"/>
          </pc:sldLayoutMkLst>
          <pc:spChg chg="mod">
            <ac:chgData name="Alex Ngan" userId="7b33f6c6-3aa1-4254-876a-a74728a03bbe" providerId="ADAL" clId="{6DC24F70-DD34-4B6A-85EC-3AA0858BE5A6}" dt="2024-05-08T15:27:23.729" v="2660" actId="403"/>
            <ac:spMkLst>
              <pc:docMk/>
              <pc:sldMasterMk cId="3515892240" sldId="2147483658"/>
              <pc:sldLayoutMk cId="518089260" sldId="2147483698"/>
              <ac:spMk id="2" creationId="{186153BD-9D2B-47EB-3553-1D3F6663B2A3}"/>
            </ac:spMkLst>
          </pc:spChg>
        </pc:sldLayoutChg>
        <pc:sldLayoutChg chg="modSp mod">
          <pc:chgData name="Alex Ngan" userId="7b33f6c6-3aa1-4254-876a-a74728a03bbe" providerId="ADAL" clId="{6DC24F70-DD34-4B6A-85EC-3AA0858BE5A6}" dt="2024-05-08T19:36:04.725" v="5637" actId="14100"/>
          <pc:sldLayoutMkLst>
            <pc:docMk/>
            <pc:sldMasterMk cId="3515892240" sldId="2147483658"/>
            <pc:sldLayoutMk cId="1402964143" sldId="2147483701"/>
          </pc:sldLayoutMkLst>
          <pc:spChg chg="mod">
            <ac:chgData name="Alex Ngan" userId="7b33f6c6-3aa1-4254-876a-a74728a03bbe" providerId="ADAL" clId="{6DC24F70-DD34-4B6A-85EC-3AA0858BE5A6}" dt="2024-05-08T19:36:04.725" v="5637" actId="14100"/>
            <ac:spMkLst>
              <pc:docMk/>
              <pc:sldMasterMk cId="3515892240" sldId="2147483658"/>
              <pc:sldLayoutMk cId="1402964143" sldId="2147483701"/>
              <ac:spMk id="2" creationId="{F6FE0DC0-B0D7-F4D6-8038-177AD7A8C211}"/>
            </ac:spMkLst>
          </pc:spChg>
          <pc:spChg chg="mod">
            <ac:chgData name="Alex Ngan" userId="7b33f6c6-3aa1-4254-876a-a74728a03bbe" providerId="ADAL" clId="{6DC24F70-DD34-4B6A-85EC-3AA0858BE5A6}" dt="2024-05-08T19:35:52.760" v="5600" actId="14100"/>
            <ac:spMkLst>
              <pc:docMk/>
              <pc:sldMasterMk cId="3515892240" sldId="2147483658"/>
              <pc:sldLayoutMk cId="1402964143" sldId="2147483701"/>
              <ac:spMk id="32" creationId="{467E05B6-B7CB-1E4F-96BA-4B8CFE8B63D9}"/>
            </ac:spMkLst>
          </pc:spChg>
          <pc:cxnChg chg="mod">
            <ac:chgData name="Alex Ngan" userId="7b33f6c6-3aa1-4254-876a-a74728a03bbe" providerId="ADAL" clId="{6DC24F70-DD34-4B6A-85EC-3AA0858BE5A6}" dt="2024-05-08T19:35:58.135" v="5634" actId="1035"/>
            <ac:cxnSpMkLst>
              <pc:docMk/>
              <pc:sldMasterMk cId="3515892240" sldId="2147483658"/>
              <pc:sldLayoutMk cId="1402964143" sldId="2147483701"/>
              <ac:cxnSpMk id="9" creationId="{C57F1500-1A16-D1EF-4F0C-030852B291FC}"/>
            </ac:cxnSpMkLst>
          </pc:cxnChg>
        </pc:sldLayoutChg>
        <pc:sldLayoutChg chg="modSp">
          <pc:chgData name="Alex Ngan" userId="7b33f6c6-3aa1-4254-876a-a74728a03bbe" providerId="ADAL" clId="{6DC24F70-DD34-4B6A-85EC-3AA0858BE5A6}" dt="2024-05-08T14:57:30.431" v="1209" actId="404"/>
          <pc:sldLayoutMkLst>
            <pc:docMk/>
            <pc:sldMasterMk cId="3515892240" sldId="2147483658"/>
            <pc:sldLayoutMk cId="310410957" sldId="2147483704"/>
          </pc:sldLayoutMkLst>
          <pc:spChg chg="mod">
            <ac:chgData name="Alex Ngan" userId="7b33f6c6-3aa1-4254-876a-a74728a03bbe" providerId="ADAL" clId="{6DC24F70-DD34-4B6A-85EC-3AA0858BE5A6}" dt="2024-05-08T14:57:30.431" v="1209" actId="404"/>
            <ac:spMkLst>
              <pc:docMk/>
              <pc:sldMasterMk cId="3515892240" sldId="2147483658"/>
              <pc:sldLayoutMk cId="310410957" sldId="2147483704"/>
              <ac:spMk id="8" creationId="{C5EA2E64-5690-A56B-7051-476EC7BADA55}"/>
            </ac:spMkLst>
          </pc:spChg>
          <pc:spChg chg="mod">
            <ac:chgData name="Alex Ngan" userId="7b33f6c6-3aa1-4254-876a-a74728a03bbe" providerId="ADAL" clId="{6DC24F70-DD34-4B6A-85EC-3AA0858BE5A6}" dt="2024-05-08T14:57:25.787" v="1205" actId="403"/>
            <ac:spMkLst>
              <pc:docMk/>
              <pc:sldMasterMk cId="3515892240" sldId="2147483658"/>
              <pc:sldLayoutMk cId="310410957" sldId="2147483704"/>
              <ac:spMk id="10" creationId="{05D79B4B-A9BD-581F-536E-DE7CF728F84E}"/>
            </ac:spMkLst>
          </pc:spChg>
        </pc:sldLayoutChg>
        <pc:sldLayoutChg chg="modSp mod">
          <pc:chgData name="Alex Ngan" userId="7b33f6c6-3aa1-4254-876a-a74728a03bbe" providerId="ADAL" clId="{6DC24F70-DD34-4B6A-85EC-3AA0858BE5A6}" dt="2024-05-08T16:45:45.135" v="3970" actId="14100"/>
          <pc:sldLayoutMkLst>
            <pc:docMk/>
            <pc:sldMasterMk cId="3515892240" sldId="2147483658"/>
            <pc:sldLayoutMk cId="1429319764" sldId="2147483707"/>
          </pc:sldLayoutMkLst>
          <pc:spChg chg="mod">
            <ac:chgData name="Alex Ngan" userId="7b33f6c6-3aa1-4254-876a-a74728a03bbe" providerId="ADAL" clId="{6DC24F70-DD34-4B6A-85EC-3AA0858BE5A6}" dt="2024-05-08T16:45:45.135" v="3970" actId="14100"/>
            <ac:spMkLst>
              <pc:docMk/>
              <pc:sldMasterMk cId="3515892240" sldId="2147483658"/>
              <pc:sldLayoutMk cId="1429319764" sldId="2147483707"/>
              <ac:spMk id="3" creationId="{1EF4505D-6803-3813-7738-049963427819}"/>
            </ac:spMkLst>
          </pc:spChg>
          <pc:spChg chg="mod">
            <ac:chgData name="Alex Ngan" userId="7b33f6c6-3aa1-4254-876a-a74728a03bbe" providerId="ADAL" clId="{6DC24F70-DD34-4B6A-85EC-3AA0858BE5A6}" dt="2024-05-08T14:57:39.496" v="1211" actId="403"/>
            <ac:spMkLst>
              <pc:docMk/>
              <pc:sldMasterMk cId="3515892240" sldId="2147483658"/>
              <pc:sldLayoutMk cId="1429319764" sldId="2147483707"/>
              <ac:spMk id="8" creationId="{C5EA2E64-5690-A56B-7051-476EC7BADA55}"/>
            </ac:spMkLst>
          </pc:spChg>
          <pc:spChg chg="mod">
            <ac:chgData name="Alex Ngan" userId="7b33f6c6-3aa1-4254-876a-a74728a03bbe" providerId="ADAL" clId="{6DC24F70-DD34-4B6A-85EC-3AA0858BE5A6}" dt="2024-05-08T14:57:39.496" v="1211" actId="403"/>
            <ac:spMkLst>
              <pc:docMk/>
              <pc:sldMasterMk cId="3515892240" sldId="2147483658"/>
              <pc:sldLayoutMk cId="1429319764" sldId="2147483707"/>
              <ac:spMk id="10" creationId="{05D79B4B-A9BD-581F-536E-DE7CF728F84E}"/>
            </ac:spMkLst>
          </pc:spChg>
          <pc:spChg chg="mod">
            <ac:chgData name="Alex Ngan" userId="7b33f6c6-3aa1-4254-876a-a74728a03bbe" providerId="ADAL" clId="{6DC24F70-DD34-4B6A-85EC-3AA0858BE5A6}" dt="2024-05-08T16:45:42.565" v="3969" actId="14100"/>
            <ac:spMkLst>
              <pc:docMk/>
              <pc:sldMasterMk cId="3515892240" sldId="2147483658"/>
              <pc:sldLayoutMk cId="1429319764" sldId="2147483707"/>
              <ac:spMk id="16" creationId="{109B023A-F28F-184D-BA48-3F1C0502AE0A}"/>
            </ac:spMkLst>
          </pc:spChg>
          <pc:cxnChg chg="mod">
            <ac:chgData name="Alex Ngan" userId="7b33f6c6-3aa1-4254-876a-a74728a03bbe" providerId="ADAL" clId="{6DC24F70-DD34-4B6A-85EC-3AA0858BE5A6}" dt="2024-05-08T16:45:36.144" v="3968" actId="1035"/>
            <ac:cxnSpMkLst>
              <pc:docMk/>
              <pc:sldMasterMk cId="3515892240" sldId="2147483658"/>
              <pc:sldLayoutMk cId="1429319764" sldId="2147483707"/>
              <ac:cxnSpMk id="4" creationId="{E66081BA-9135-73B1-DCE5-77FD12431F13}"/>
            </ac:cxnSpMkLst>
          </pc:cxnChg>
        </pc:sldLayoutChg>
        <pc:sldLayoutChg chg="delSp mod">
          <pc:chgData name="Alex Ngan" userId="7b33f6c6-3aa1-4254-876a-a74728a03bbe" providerId="ADAL" clId="{6DC24F70-DD34-4B6A-85EC-3AA0858BE5A6}" dt="2024-05-09T16:04:50.158" v="9821" actId="478"/>
          <pc:sldLayoutMkLst>
            <pc:docMk/>
            <pc:sldMasterMk cId="3515892240" sldId="2147483658"/>
            <pc:sldLayoutMk cId="1729169562" sldId="2147483710"/>
          </pc:sldLayoutMkLst>
          <pc:spChg chg="del">
            <ac:chgData name="Alex Ngan" userId="7b33f6c6-3aa1-4254-876a-a74728a03bbe" providerId="ADAL" clId="{6DC24F70-DD34-4B6A-85EC-3AA0858BE5A6}" dt="2024-05-09T16:04:50.158" v="9821" actId="478"/>
            <ac:spMkLst>
              <pc:docMk/>
              <pc:sldMasterMk cId="3515892240" sldId="2147483658"/>
              <pc:sldLayoutMk cId="1729169562" sldId="2147483710"/>
              <ac:spMk id="7" creationId="{D96BA398-1ED2-1FCA-63B9-8915A8C7A524}"/>
            </ac:spMkLst>
          </pc:sp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bg1"/>
                </a:solidFill>
                <a:latin typeface="+mn-lt"/>
                <a:ea typeface="+mn-ea"/>
                <a:cs typeface="+mn-cs"/>
              </a:defRPr>
            </a:pPr>
            <a:r>
              <a:rPr lang="en-US" b="1"/>
              <a:t>UX Metric: Professional users performing diagnosis testing (n=10)</a:t>
            </a:r>
          </a:p>
        </c:rich>
      </c:tx>
      <c:layout>
        <c:manualLayout>
          <c:xMode val="edge"/>
          <c:yMode val="edge"/>
          <c:x val="0.17312212554670345"/>
          <c:y val="2.1135201635232213E-2"/>
        </c:manualLayout>
      </c:layout>
      <c:overlay val="0"/>
      <c:spPr>
        <a:noFill/>
        <a:ln>
          <a:noFill/>
        </a:ln>
        <a:effectLst/>
      </c:spPr>
      <c:txPr>
        <a:bodyPr rot="0" spcFirstLastPara="1" vertOverflow="ellipsis" vert="horz" wrap="square" anchor="ctr" anchorCtr="1"/>
        <a:lstStyle/>
        <a:p>
          <a:pPr>
            <a:defRPr sz="1862" b="1" i="0" u="none" strike="noStrike" kern="1200" spc="0" baseline="0">
              <a:solidFill>
                <a:schemeClr val="bg1"/>
              </a:solidFill>
              <a:latin typeface="+mn-lt"/>
              <a:ea typeface="+mn-ea"/>
              <a:cs typeface="+mn-cs"/>
            </a:defRPr>
          </a:pPr>
          <a:endParaRPr lang="en-US"/>
        </a:p>
      </c:txPr>
    </c:title>
    <c:autoTitleDeleted val="0"/>
    <c:plotArea>
      <c:layout/>
      <c:barChart>
        <c:barDir val="col"/>
        <c:grouping val="stacked"/>
        <c:varyColors val="0"/>
        <c:ser>
          <c:idx val="0"/>
          <c:order val="0"/>
          <c:tx>
            <c:strRef>
              <c:f>Sheet1!$A$2</c:f>
              <c:strCache>
                <c:ptCount val="1"/>
                <c:pt idx="0">
                  <c:v>User Satisfaction</c:v>
                </c:pt>
              </c:strCache>
            </c:strRef>
          </c:tx>
          <c:spPr>
            <a:solidFill>
              <a:schemeClr val="tx2">
                <a:lumMod val="75000"/>
              </a:schemeClr>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Sheet1!$B$1:$E$1</c:f>
              <c:strCache>
                <c:ptCount val="4"/>
                <c:pt idx="0">
                  <c:v>Product 1</c:v>
                </c:pt>
                <c:pt idx="1">
                  <c:v>Product 2</c:v>
                </c:pt>
                <c:pt idx="2">
                  <c:v>Product 3</c:v>
                </c:pt>
                <c:pt idx="3">
                  <c:v>Product 5</c:v>
                </c:pt>
              </c:strCache>
            </c:strRef>
          </c:cat>
          <c:val>
            <c:numRef>
              <c:f>Sheet1!$B$2:$E$2</c:f>
              <c:numCache>
                <c:formatCode>General</c:formatCode>
                <c:ptCount val="4"/>
                <c:pt idx="0">
                  <c:v>6</c:v>
                </c:pt>
                <c:pt idx="1">
                  <c:v>7</c:v>
                </c:pt>
                <c:pt idx="2">
                  <c:v>6</c:v>
                </c:pt>
                <c:pt idx="3">
                  <c:v>6</c:v>
                </c:pt>
              </c:numCache>
            </c:numRef>
          </c:val>
          <c:extLst>
            <c:ext xmlns:c16="http://schemas.microsoft.com/office/drawing/2014/chart" uri="{C3380CC4-5D6E-409C-BE32-E72D297353CC}">
              <c16:uniqueId val="{00000000-C200-4DBC-94ED-39D926989AB8}"/>
            </c:ext>
          </c:extLst>
        </c:ser>
        <c:ser>
          <c:idx val="1"/>
          <c:order val="1"/>
          <c:tx>
            <c:strRef>
              <c:f>Sheet1!$A$3</c:f>
              <c:strCache>
                <c:ptCount val="1"/>
                <c:pt idx="0">
                  <c:v>Usability</c:v>
                </c:pt>
              </c:strCache>
            </c:strRef>
          </c:tx>
          <c:spPr>
            <a:solidFill>
              <a:schemeClr val="accent6">
                <a:lumMod val="75000"/>
              </a:schemeClr>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Sheet1!$B$1:$E$1</c:f>
              <c:strCache>
                <c:ptCount val="4"/>
                <c:pt idx="0">
                  <c:v>Product 1</c:v>
                </c:pt>
                <c:pt idx="1">
                  <c:v>Product 2</c:v>
                </c:pt>
                <c:pt idx="2">
                  <c:v>Product 3</c:v>
                </c:pt>
                <c:pt idx="3">
                  <c:v>Product 5</c:v>
                </c:pt>
              </c:strCache>
            </c:strRef>
          </c:cat>
          <c:val>
            <c:numRef>
              <c:f>Sheet1!$B$3:$E$3</c:f>
              <c:numCache>
                <c:formatCode>General</c:formatCode>
                <c:ptCount val="4"/>
                <c:pt idx="0">
                  <c:v>2</c:v>
                </c:pt>
                <c:pt idx="1">
                  <c:v>2</c:v>
                </c:pt>
                <c:pt idx="2">
                  <c:v>9</c:v>
                </c:pt>
                <c:pt idx="3">
                  <c:v>9</c:v>
                </c:pt>
              </c:numCache>
            </c:numRef>
          </c:val>
          <c:extLst>
            <c:ext xmlns:c16="http://schemas.microsoft.com/office/drawing/2014/chart" uri="{C3380CC4-5D6E-409C-BE32-E72D297353CC}">
              <c16:uniqueId val="{00000001-C200-4DBC-94ED-39D926989AB8}"/>
            </c:ext>
          </c:extLst>
        </c:ser>
        <c:ser>
          <c:idx val="2"/>
          <c:order val="2"/>
          <c:tx>
            <c:strRef>
              <c:f>Sheet1!$A$4</c:f>
              <c:strCache>
                <c:ptCount val="1"/>
                <c:pt idx="0">
                  <c:v>Efficiency</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Sheet1!$B$1:$E$1</c:f>
              <c:strCache>
                <c:ptCount val="4"/>
                <c:pt idx="0">
                  <c:v>Product 1</c:v>
                </c:pt>
                <c:pt idx="1">
                  <c:v>Product 2</c:v>
                </c:pt>
                <c:pt idx="2">
                  <c:v>Product 3</c:v>
                </c:pt>
                <c:pt idx="3">
                  <c:v>Product 5</c:v>
                </c:pt>
              </c:strCache>
            </c:strRef>
          </c:cat>
          <c:val>
            <c:numRef>
              <c:f>Sheet1!$B$4:$E$4</c:f>
              <c:numCache>
                <c:formatCode>General</c:formatCode>
                <c:ptCount val="4"/>
                <c:pt idx="0">
                  <c:v>7</c:v>
                </c:pt>
                <c:pt idx="1">
                  <c:v>7</c:v>
                </c:pt>
                <c:pt idx="2">
                  <c:v>9</c:v>
                </c:pt>
                <c:pt idx="3">
                  <c:v>9</c:v>
                </c:pt>
              </c:numCache>
            </c:numRef>
          </c:val>
          <c:extLst>
            <c:ext xmlns:c16="http://schemas.microsoft.com/office/drawing/2014/chart" uri="{C3380CC4-5D6E-409C-BE32-E72D297353CC}">
              <c16:uniqueId val="{00000002-C200-4DBC-94ED-39D926989AB8}"/>
            </c:ext>
          </c:extLst>
        </c:ser>
        <c:ser>
          <c:idx val="3"/>
          <c:order val="3"/>
          <c:tx>
            <c:strRef>
              <c:f>Sheet1!$A$5</c:f>
              <c:strCache>
                <c:ptCount val="1"/>
                <c:pt idx="0">
                  <c:v>Learnability</c:v>
                </c:pt>
              </c:strCache>
            </c:strRef>
          </c:tx>
          <c:spPr>
            <a:solidFill>
              <a:schemeClr val="accent1">
                <a:lumMod val="60000"/>
              </a:schemeClr>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Sheet1!$B$1:$E$1</c:f>
              <c:strCache>
                <c:ptCount val="4"/>
                <c:pt idx="0">
                  <c:v>Product 1</c:v>
                </c:pt>
                <c:pt idx="1">
                  <c:v>Product 2</c:v>
                </c:pt>
                <c:pt idx="2">
                  <c:v>Product 3</c:v>
                </c:pt>
                <c:pt idx="3">
                  <c:v>Product 5</c:v>
                </c:pt>
              </c:strCache>
            </c:strRef>
          </c:cat>
          <c:val>
            <c:numRef>
              <c:f>Sheet1!$B$5:$E$5</c:f>
              <c:numCache>
                <c:formatCode>General</c:formatCode>
                <c:ptCount val="4"/>
                <c:pt idx="0">
                  <c:v>4</c:v>
                </c:pt>
                <c:pt idx="1">
                  <c:v>5</c:v>
                </c:pt>
                <c:pt idx="2">
                  <c:v>7</c:v>
                </c:pt>
                <c:pt idx="3">
                  <c:v>8</c:v>
                </c:pt>
              </c:numCache>
            </c:numRef>
          </c:val>
          <c:extLst>
            <c:ext xmlns:c16="http://schemas.microsoft.com/office/drawing/2014/chart" uri="{C3380CC4-5D6E-409C-BE32-E72D297353CC}">
              <c16:uniqueId val="{00000003-C200-4DBC-94ED-39D926989AB8}"/>
            </c:ext>
          </c:extLst>
        </c:ser>
        <c:dLbls>
          <c:showLegendKey val="0"/>
          <c:showVal val="1"/>
          <c:showCatName val="0"/>
          <c:showSerName val="0"/>
          <c:showPercent val="0"/>
          <c:showBubbleSize val="0"/>
        </c:dLbls>
        <c:gapWidth val="150"/>
        <c:overlap val="100"/>
        <c:axId val="1636586048"/>
        <c:axId val="1636594208"/>
      </c:barChart>
      <c:catAx>
        <c:axId val="1636586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636594208"/>
        <c:crosses val="autoZero"/>
        <c:auto val="1"/>
        <c:lblAlgn val="ctr"/>
        <c:lblOffset val="100"/>
        <c:noMultiLvlLbl val="0"/>
      </c:catAx>
      <c:valAx>
        <c:axId val="1636594208"/>
        <c:scaling>
          <c:orientation val="minMax"/>
        </c:scaling>
        <c:delete val="0"/>
        <c:axPos val="l"/>
        <c:majorGridlines>
          <c:spPr>
            <a:ln w="9525" cap="flat" cmpd="sng" algn="ctr">
              <a:solidFill>
                <a:schemeClr val="bg1">
                  <a:lumMod val="50000"/>
                  <a:lumOff val="50000"/>
                </a:schemeClr>
              </a:solidFill>
              <a:prstDash val="sysDot"/>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6365860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bg1"/>
                </a:solidFill>
                <a:latin typeface="+mn-lt"/>
                <a:ea typeface="+mn-ea"/>
                <a:cs typeface="+mn-cs"/>
              </a:defRPr>
            </a:pPr>
            <a:r>
              <a:rPr lang="en-US" b="1"/>
              <a:t>UX Metric: Professional users performing diagnosis testing (n=10)</a:t>
            </a:r>
          </a:p>
        </c:rich>
      </c:tx>
      <c:layout>
        <c:manualLayout>
          <c:xMode val="edge"/>
          <c:yMode val="edge"/>
          <c:x val="0.17312212554670345"/>
          <c:y val="2.1135201635232213E-2"/>
        </c:manualLayout>
      </c:layout>
      <c:overlay val="0"/>
      <c:spPr>
        <a:noFill/>
        <a:ln>
          <a:noFill/>
        </a:ln>
        <a:effectLst/>
      </c:spPr>
      <c:txPr>
        <a:bodyPr rot="0" spcFirstLastPara="1" vertOverflow="ellipsis" vert="horz" wrap="square" anchor="ctr" anchorCtr="1"/>
        <a:lstStyle/>
        <a:p>
          <a:pPr>
            <a:defRPr sz="1862" b="1" i="0" u="none" strike="noStrike" kern="1200" spc="0" baseline="0">
              <a:solidFill>
                <a:schemeClr val="bg1"/>
              </a:solidFill>
              <a:latin typeface="+mn-lt"/>
              <a:ea typeface="+mn-ea"/>
              <a:cs typeface="+mn-cs"/>
            </a:defRPr>
          </a:pPr>
          <a:endParaRPr lang="en-US"/>
        </a:p>
      </c:txPr>
    </c:title>
    <c:autoTitleDeleted val="0"/>
    <c:plotArea>
      <c:layout/>
      <c:barChart>
        <c:barDir val="col"/>
        <c:grouping val="stacked"/>
        <c:varyColors val="0"/>
        <c:ser>
          <c:idx val="0"/>
          <c:order val="0"/>
          <c:tx>
            <c:strRef>
              <c:f>Sheet1!$A$2</c:f>
              <c:strCache>
                <c:ptCount val="1"/>
                <c:pt idx="0">
                  <c:v>User Satisfaction</c:v>
                </c:pt>
              </c:strCache>
            </c:strRef>
          </c:tx>
          <c:spPr>
            <a:solidFill>
              <a:schemeClr val="tx2">
                <a:lumMod val="75000"/>
              </a:schemeClr>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Sheet1!$B$1:$E$1</c:f>
              <c:strCache>
                <c:ptCount val="4"/>
                <c:pt idx="0">
                  <c:v>Product 1</c:v>
                </c:pt>
                <c:pt idx="1">
                  <c:v>Product 2</c:v>
                </c:pt>
                <c:pt idx="2">
                  <c:v>Product 3</c:v>
                </c:pt>
                <c:pt idx="3">
                  <c:v>Product 5</c:v>
                </c:pt>
              </c:strCache>
            </c:strRef>
          </c:cat>
          <c:val>
            <c:numRef>
              <c:f>Sheet1!$B$2:$E$2</c:f>
              <c:numCache>
                <c:formatCode>General</c:formatCode>
                <c:ptCount val="4"/>
                <c:pt idx="0">
                  <c:v>4</c:v>
                </c:pt>
                <c:pt idx="1">
                  <c:v>7</c:v>
                </c:pt>
                <c:pt idx="2">
                  <c:v>7</c:v>
                </c:pt>
                <c:pt idx="3">
                  <c:v>3</c:v>
                </c:pt>
              </c:numCache>
            </c:numRef>
          </c:val>
          <c:extLst>
            <c:ext xmlns:c16="http://schemas.microsoft.com/office/drawing/2014/chart" uri="{C3380CC4-5D6E-409C-BE32-E72D297353CC}">
              <c16:uniqueId val="{00000000-C200-4DBC-94ED-39D926989AB8}"/>
            </c:ext>
          </c:extLst>
        </c:ser>
        <c:ser>
          <c:idx val="1"/>
          <c:order val="1"/>
          <c:tx>
            <c:strRef>
              <c:f>Sheet1!$A$3</c:f>
              <c:strCache>
                <c:ptCount val="1"/>
                <c:pt idx="0">
                  <c:v>Usability</c:v>
                </c:pt>
              </c:strCache>
            </c:strRef>
          </c:tx>
          <c:spPr>
            <a:solidFill>
              <a:schemeClr val="accent6">
                <a:lumMod val="75000"/>
              </a:schemeClr>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Sheet1!$B$1:$E$1</c:f>
              <c:strCache>
                <c:ptCount val="4"/>
                <c:pt idx="0">
                  <c:v>Product 1</c:v>
                </c:pt>
                <c:pt idx="1">
                  <c:v>Product 2</c:v>
                </c:pt>
                <c:pt idx="2">
                  <c:v>Product 3</c:v>
                </c:pt>
                <c:pt idx="3">
                  <c:v>Product 5</c:v>
                </c:pt>
              </c:strCache>
            </c:strRef>
          </c:cat>
          <c:val>
            <c:numRef>
              <c:f>Sheet1!$B$3:$E$3</c:f>
              <c:numCache>
                <c:formatCode>General</c:formatCode>
                <c:ptCount val="4"/>
                <c:pt idx="0">
                  <c:v>5</c:v>
                </c:pt>
                <c:pt idx="1">
                  <c:v>4</c:v>
                </c:pt>
                <c:pt idx="2">
                  <c:v>9</c:v>
                </c:pt>
                <c:pt idx="3">
                  <c:v>8</c:v>
                </c:pt>
              </c:numCache>
            </c:numRef>
          </c:val>
          <c:extLst>
            <c:ext xmlns:c16="http://schemas.microsoft.com/office/drawing/2014/chart" uri="{C3380CC4-5D6E-409C-BE32-E72D297353CC}">
              <c16:uniqueId val="{00000001-C200-4DBC-94ED-39D926989AB8}"/>
            </c:ext>
          </c:extLst>
        </c:ser>
        <c:ser>
          <c:idx val="2"/>
          <c:order val="2"/>
          <c:tx>
            <c:strRef>
              <c:f>Sheet1!$A$4</c:f>
              <c:strCache>
                <c:ptCount val="1"/>
                <c:pt idx="0">
                  <c:v>Efficiency</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Sheet1!$B$1:$E$1</c:f>
              <c:strCache>
                <c:ptCount val="4"/>
                <c:pt idx="0">
                  <c:v>Product 1</c:v>
                </c:pt>
                <c:pt idx="1">
                  <c:v>Product 2</c:v>
                </c:pt>
                <c:pt idx="2">
                  <c:v>Product 3</c:v>
                </c:pt>
                <c:pt idx="3">
                  <c:v>Product 5</c:v>
                </c:pt>
              </c:strCache>
            </c:strRef>
          </c:cat>
          <c:val>
            <c:numRef>
              <c:f>Sheet1!$B$4:$E$4</c:f>
              <c:numCache>
                <c:formatCode>General</c:formatCode>
                <c:ptCount val="4"/>
                <c:pt idx="0">
                  <c:v>7</c:v>
                </c:pt>
                <c:pt idx="1">
                  <c:v>7</c:v>
                </c:pt>
                <c:pt idx="2">
                  <c:v>9</c:v>
                </c:pt>
                <c:pt idx="3">
                  <c:v>9</c:v>
                </c:pt>
              </c:numCache>
            </c:numRef>
          </c:val>
          <c:extLst>
            <c:ext xmlns:c16="http://schemas.microsoft.com/office/drawing/2014/chart" uri="{C3380CC4-5D6E-409C-BE32-E72D297353CC}">
              <c16:uniqueId val="{00000002-C200-4DBC-94ED-39D926989AB8}"/>
            </c:ext>
          </c:extLst>
        </c:ser>
        <c:ser>
          <c:idx val="3"/>
          <c:order val="3"/>
          <c:tx>
            <c:strRef>
              <c:f>Sheet1!$A$5</c:f>
              <c:strCache>
                <c:ptCount val="1"/>
                <c:pt idx="0">
                  <c:v>Learnability</c:v>
                </c:pt>
              </c:strCache>
            </c:strRef>
          </c:tx>
          <c:spPr>
            <a:solidFill>
              <a:schemeClr val="accent1">
                <a:lumMod val="60000"/>
              </a:schemeClr>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Sheet1!$B$1:$E$1</c:f>
              <c:strCache>
                <c:ptCount val="4"/>
                <c:pt idx="0">
                  <c:v>Product 1</c:v>
                </c:pt>
                <c:pt idx="1">
                  <c:v>Product 2</c:v>
                </c:pt>
                <c:pt idx="2">
                  <c:v>Product 3</c:v>
                </c:pt>
                <c:pt idx="3">
                  <c:v>Product 5</c:v>
                </c:pt>
              </c:strCache>
            </c:strRef>
          </c:cat>
          <c:val>
            <c:numRef>
              <c:f>Sheet1!$B$5:$E$5</c:f>
              <c:numCache>
                <c:formatCode>General</c:formatCode>
                <c:ptCount val="4"/>
                <c:pt idx="0">
                  <c:v>4</c:v>
                </c:pt>
                <c:pt idx="1">
                  <c:v>5</c:v>
                </c:pt>
                <c:pt idx="2">
                  <c:v>7</c:v>
                </c:pt>
                <c:pt idx="3">
                  <c:v>8</c:v>
                </c:pt>
              </c:numCache>
            </c:numRef>
          </c:val>
          <c:extLst>
            <c:ext xmlns:c16="http://schemas.microsoft.com/office/drawing/2014/chart" uri="{C3380CC4-5D6E-409C-BE32-E72D297353CC}">
              <c16:uniqueId val="{00000003-C200-4DBC-94ED-39D926989AB8}"/>
            </c:ext>
          </c:extLst>
        </c:ser>
        <c:dLbls>
          <c:showLegendKey val="0"/>
          <c:showVal val="1"/>
          <c:showCatName val="0"/>
          <c:showSerName val="0"/>
          <c:showPercent val="0"/>
          <c:showBubbleSize val="0"/>
        </c:dLbls>
        <c:gapWidth val="150"/>
        <c:overlap val="100"/>
        <c:axId val="1636586048"/>
        <c:axId val="1636594208"/>
      </c:barChart>
      <c:catAx>
        <c:axId val="1636586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636594208"/>
        <c:crosses val="autoZero"/>
        <c:auto val="1"/>
        <c:lblAlgn val="ctr"/>
        <c:lblOffset val="100"/>
        <c:noMultiLvlLbl val="0"/>
      </c:catAx>
      <c:valAx>
        <c:axId val="1636594208"/>
        <c:scaling>
          <c:orientation val="minMax"/>
        </c:scaling>
        <c:delete val="0"/>
        <c:axPos val="l"/>
        <c:majorGridlines>
          <c:spPr>
            <a:ln w="9525" cap="flat" cmpd="sng" algn="ctr">
              <a:solidFill>
                <a:schemeClr val="bg1">
                  <a:lumMod val="50000"/>
                  <a:lumOff val="50000"/>
                </a:schemeClr>
              </a:solidFill>
              <a:prstDash val="sysDot"/>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6365860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B00054-E5C5-4328-BC8B-70D3E1171736}" type="doc">
      <dgm:prSet loTypeId="urn:microsoft.com/office/officeart/2005/8/layout/hProcess11" loCatId="process" qsTypeId="urn:microsoft.com/office/officeart/2005/8/quickstyle/simple1" qsCatId="simple" csTypeId="urn:microsoft.com/office/officeart/2005/8/colors/accent1_2" csCatId="accent1" phldr="1"/>
      <dgm:spPr/>
    </dgm:pt>
    <dgm:pt modelId="{82F29073-0D92-4E93-ACA9-A36A9934A9A4}">
      <dgm:prSet phldrT="[Text]"/>
      <dgm:spPr/>
      <dgm:t>
        <a:bodyPr/>
        <a:lstStyle/>
        <a:p>
          <a:r>
            <a:rPr lang="en-US" dirty="0">
              <a:solidFill>
                <a:schemeClr val="bg1">
                  <a:lumMod val="85000"/>
                  <a:lumOff val="15000"/>
                </a:schemeClr>
              </a:solidFill>
            </a:rPr>
            <a:t>Identify and prioritize critical factors</a:t>
          </a:r>
        </a:p>
      </dgm:t>
    </dgm:pt>
    <dgm:pt modelId="{89AE6E23-8943-4ECE-91A7-6DC5CAB8C2AE}" type="parTrans" cxnId="{827E5731-518E-40EA-90F6-D0A51D862102}">
      <dgm:prSet/>
      <dgm:spPr/>
      <dgm:t>
        <a:bodyPr/>
        <a:lstStyle/>
        <a:p>
          <a:endParaRPr lang="en-US">
            <a:solidFill>
              <a:schemeClr val="bg1">
                <a:lumMod val="85000"/>
                <a:lumOff val="15000"/>
              </a:schemeClr>
            </a:solidFill>
          </a:endParaRPr>
        </a:p>
      </dgm:t>
    </dgm:pt>
    <dgm:pt modelId="{78AFD43B-EF81-403C-9618-6D90C052877B}" type="sibTrans" cxnId="{827E5731-518E-40EA-90F6-D0A51D862102}">
      <dgm:prSet/>
      <dgm:spPr/>
      <dgm:t>
        <a:bodyPr/>
        <a:lstStyle/>
        <a:p>
          <a:endParaRPr lang="en-US">
            <a:solidFill>
              <a:schemeClr val="bg1">
                <a:lumMod val="85000"/>
                <a:lumOff val="15000"/>
              </a:schemeClr>
            </a:solidFill>
          </a:endParaRPr>
        </a:p>
      </dgm:t>
    </dgm:pt>
    <dgm:pt modelId="{3A2964BD-AF56-4C88-AFF6-FABBAA5DEF72}">
      <dgm:prSet phldrT="[Text]"/>
      <dgm:spPr/>
      <dgm:t>
        <a:bodyPr/>
        <a:lstStyle/>
        <a:p>
          <a:r>
            <a:rPr lang="en-US" dirty="0">
              <a:solidFill>
                <a:schemeClr val="bg1">
                  <a:lumMod val="85000"/>
                  <a:lumOff val="15000"/>
                </a:schemeClr>
              </a:solidFill>
            </a:rPr>
            <a:t>Translate critical factors into measurable parameters</a:t>
          </a:r>
        </a:p>
      </dgm:t>
    </dgm:pt>
    <dgm:pt modelId="{2B62D4DB-F71E-4D28-8B65-9F4D4023DAFB}" type="parTrans" cxnId="{B814ABB5-D402-4026-A26E-CCD7C0665FFE}">
      <dgm:prSet/>
      <dgm:spPr/>
      <dgm:t>
        <a:bodyPr/>
        <a:lstStyle/>
        <a:p>
          <a:endParaRPr lang="en-US">
            <a:solidFill>
              <a:schemeClr val="bg1">
                <a:lumMod val="85000"/>
                <a:lumOff val="15000"/>
              </a:schemeClr>
            </a:solidFill>
          </a:endParaRPr>
        </a:p>
      </dgm:t>
    </dgm:pt>
    <dgm:pt modelId="{06A918D8-7612-4952-A853-4DE76B2EE8FF}" type="sibTrans" cxnId="{B814ABB5-D402-4026-A26E-CCD7C0665FFE}">
      <dgm:prSet/>
      <dgm:spPr/>
      <dgm:t>
        <a:bodyPr/>
        <a:lstStyle/>
        <a:p>
          <a:endParaRPr lang="en-US">
            <a:solidFill>
              <a:schemeClr val="bg1">
                <a:lumMod val="85000"/>
                <a:lumOff val="15000"/>
              </a:schemeClr>
            </a:solidFill>
          </a:endParaRPr>
        </a:p>
      </dgm:t>
    </dgm:pt>
    <dgm:pt modelId="{40CD396A-B230-428A-A40D-FD99534953DB}">
      <dgm:prSet phldrT="[Text]"/>
      <dgm:spPr/>
      <dgm:t>
        <a:bodyPr/>
        <a:lstStyle/>
        <a:p>
          <a:r>
            <a:rPr lang="en-US" dirty="0">
              <a:solidFill>
                <a:schemeClr val="bg1">
                  <a:lumMod val="85000"/>
                  <a:lumOff val="15000"/>
                </a:schemeClr>
              </a:solidFill>
            </a:rPr>
            <a:t>Map user journey(s)</a:t>
          </a:r>
        </a:p>
      </dgm:t>
    </dgm:pt>
    <dgm:pt modelId="{F2D7C8D3-6DBA-49F0-9328-4416434DC14F}" type="parTrans" cxnId="{3B5902C0-C467-4DCC-A649-7464EBEF0E90}">
      <dgm:prSet/>
      <dgm:spPr/>
      <dgm:t>
        <a:bodyPr/>
        <a:lstStyle/>
        <a:p>
          <a:endParaRPr lang="en-US"/>
        </a:p>
      </dgm:t>
    </dgm:pt>
    <dgm:pt modelId="{A4B92846-658A-4F9C-A209-50FA03740B20}" type="sibTrans" cxnId="{3B5902C0-C467-4DCC-A649-7464EBEF0E90}">
      <dgm:prSet/>
      <dgm:spPr/>
      <dgm:t>
        <a:bodyPr/>
        <a:lstStyle/>
        <a:p>
          <a:endParaRPr lang="en-US"/>
        </a:p>
      </dgm:t>
    </dgm:pt>
    <dgm:pt modelId="{5899CB56-122E-4100-96CE-544A805C42EC}">
      <dgm:prSet phldrT="[Text]"/>
      <dgm:spPr/>
      <dgm:t>
        <a:bodyPr/>
        <a:lstStyle/>
        <a:p>
          <a:r>
            <a:rPr lang="en-US" dirty="0">
              <a:solidFill>
                <a:schemeClr val="bg1">
                  <a:lumMod val="85000"/>
                  <a:lumOff val="15000"/>
                </a:schemeClr>
              </a:solidFill>
            </a:rPr>
            <a:t>Study design</a:t>
          </a:r>
        </a:p>
      </dgm:t>
    </dgm:pt>
    <dgm:pt modelId="{10E938FF-D202-4B0C-BD3D-91A364A1C8A2}" type="parTrans" cxnId="{B376D180-885A-4F6A-91D7-D47677AE13D7}">
      <dgm:prSet/>
      <dgm:spPr/>
      <dgm:t>
        <a:bodyPr/>
        <a:lstStyle/>
        <a:p>
          <a:endParaRPr lang="en-US"/>
        </a:p>
      </dgm:t>
    </dgm:pt>
    <dgm:pt modelId="{1F6EF3EF-8D37-4402-83A4-6BBE40244ACE}" type="sibTrans" cxnId="{B376D180-885A-4F6A-91D7-D47677AE13D7}">
      <dgm:prSet/>
      <dgm:spPr/>
      <dgm:t>
        <a:bodyPr/>
        <a:lstStyle/>
        <a:p>
          <a:endParaRPr lang="en-US"/>
        </a:p>
      </dgm:t>
    </dgm:pt>
    <dgm:pt modelId="{B37FAC7C-36D1-447C-B9B3-1378DF983DC5}" type="pres">
      <dgm:prSet presAssocID="{15B00054-E5C5-4328-BC8B-70D3E1171736}" presName="Name0" presStyleCnt="0">
        <dgm:presLayoutVars>
          <dgm:dir/>
          <dgm:resizeHandles val="exact"/>
        </dgm:presLayoutVars>
      </dgm:prSet>
      <dgm:spPr/>
    </dgm:pt>
    <dgm:pt modelId="{8455677C-0024-4B9E-8923-CEDB4C0B5FDD}" type="pres">
      <dgm:prSet presAssocID="{15B00054-E5C5-4328-BC8B-70D3E1171736}" presName="arrow" presStyleLbl="bgShp" presStyleIdx="0" presStyleCnt="1"/>
      <dgm:spPr/>
    </dgm:pt>
    <dgm:pt modelId="{30309AB3-2D51-4AFD-9392-F724A2E3F681}" type="pres">
      <dgm:prSet presAssocID="{15B00054-E5C5-4328-BC8B-70D3E1171736}" presName="points" presStyleCnt="0"/>
      <dgm:spPr/>
    </dgm:pt>
    <dgm:pt modelId="{AA885F0A-4CBA-4291-A9E2-A739546642F0}" type="pres">
      <dgm:prSet presAssocID="{40CD396A-B230-428A-A40D-FD99534953DB}" presName="compositeA" presStyleCnt="0"/>
      <dgm:spPr/>
    </dgm:pt>
    <dgm:pt modelId="{B08AA95F-3965-4B10-86C7-ACBF546FC1AF}" type="pres">
      <dgm:prSet presAssocID="{40CD396A-B230-428A-A40D-FD99534953DB}" presName="textA" presStyleLbl="revTx" presStyleIdx="0" presStyleCnt="4">
        <dgm:presLayoutVars>
          <dgm:bulletEnabled val="1"/>
        </dgm:presLayoutVars>
      </dgm:prSet>
      <dgm:spPr/>
    </dgm:pt>
    <dgm:pt modelId="{EBF19E4B-5F21-42DF-89FA-19DF28C8FD5D}" type="pres">
      <dgm:prSet presAssocID="{40CD396A-B230-428A-A40D-FD99534953DB}" presName="circleA" presStyleLbl="node1" presStyleIdx="0" presStyleCnt="4"/>
      <dgm:spPr/>
    </dgm:pt>
    <dgm:pt modelId="{3BBB78D2-2A0B-4B0A-9D58-3CEB88543798}" type="pres">
      <dgm:prSet presAssocID="{40CD396A-B230-428A-A40D-FD99534953DB}" presName="spaceA" presStyleCnt="0"/>
      <dgm:spPr/>
    </dgm:pt>
    <dgm:pt modelId="{B0B6971C-8D3B-4356-80D6-F45272AC6E46}" type="pres">
      <dgm:prSet presAssocID="{A4B92846-658A-4F9C-A209-50FA03740B20}" presName="space" presStyleCnt="0"/>
      <dgm:spPr/>
    </dgm:pt>
    <dgm:pt modelId="{6A97BBFC-E1BB-4FBF-9728-8B01AF91A85B}" type="pres">
      <dgm:prSet presAssocID="{82F29073-0D92-4E93-ACA9-A36A9934A9A4}" presName="compositeB" presStyleCnt="0"/>
      <dgm:spPr/>
    </dgm:pt>
    <dgm:pt modelId="{EF1FADE0-FC39-4C28-A427-3D8F2F25BB9A}" type="pres">
      <dgm:prSet presAssocID="{82F29073-0D92-4E93-ACA9-A36A9934A9A4}" presName="textB" presStyleLbl="revTx" presStyleIdx="1" presStyleCnt="4">
        <dgm:presLayoutVars>
          <dgm:bulletEnabled val="1"/>
        </dgm:presLayoutVars>
      </dgm:prSet>
      <dgm:spPr/>
    </dgm:pt>
    <dgm:pt modelId="{71A46F27-809B-4E21-9712-8491DD3174C7}" type="pres">
      <dgm:prSet presAssocID="{82F29073-0D92-4E93-ACA9-A36A9934A9A4}" presName="circleB" presStyleLbl="node1" presStyleIdx="1" presStyleCnt="4"/>
      <dgm:spPr/>
    </dgm:pt>
    <dgm:pt modelId="{D094BD77-2DE3-4C0B-B72C-E39449984CF3}" type="pres">
      <dgm:prSet presAssocID="{82F29073-0D92-4E93-ACA9-A36A9934A9A4}" presName="spaceB" presStyleCnt="0"/>
      <dgm:spPr/>
    </dgm:pt>
    <dgm:pt modelId="{02A3919E-0C3D-4A59-8080-7CA17DD8252D}" type="pres">
      <dgm:prSet presAssocID="{78AFD43B-EF81-403C-9618-6D90C052877B}" presName="space" presStyleCnt="0"/>
      <dgm:spPr/>
    </dgm:pt>
    <dgm:pt modelId="{76AA4949-31E5-47F1-AF3E-A568FAA27276}" type="pres">
      <dgm:prSet presAssocID="{3A2964BD-AF56-4C88-AFF6-FABBAA5DEF72}" presName="compositeA" presStyleCnt="0"/>
      <dgm:spPr/>
    </dgm:pt>
    <dgm:pt modelId="{44BC82D9-1EFE-42FB-BA04-667E05CEB7A4}" type="pres">
      <dgm:prSet presAssocID="{3A2964BD-AF56-4C88-AFF6-FABBAA5DEF72}" presName="textA" presStyleLbl="revTx" presStyleIdx="2" presStyleCnt="4">
        <dgm:presLayoutVars>
          <dgm:bulletEnabled val="1"/>
        </dgm:presLayoutVars>
      </dgm:prSet>
      <dgm:spPr/>
    </dgm:pt>
    <dgm:pt modelId="{8783AEC0-2BA8-4362-BE8F-003A91981B90}" type="pres">
      <dgm:prSet presAssocID="{3A2964BD-AF56-4C88-AFF6-FABBAA5DEF72}" presName="circleA" presStyleLbl="node1" presStyleIdx="2" presStyleCnt="4"/>
      <dgm:spPr/>
    </dgm:pt>
    <dgm:pt modelId="{F5B4412E-85CF-4E6D-B3F3-32CA54B1FE96}" type="pres">
      <dgm:prSet presAssocID="{3A2964BD-AF56-4C88-AFF6-FABBAA5DEF72}" presName="spaceA" presStyleCnt="0"/>
      <dgm:spPr/>
    </dgm:pt>
    <dgm:pt modelId="{0882328D-6BBB-4DA0-A83B-7897E73D63B0}" type="pres">
      <dgm:prSet presAssocID="{06A918D8-7612-4952-A853-4DE76B2EE8FF}" presName="space" presStyleCnt="0"/>
      <dgm:spPr/>
    </dgm:pt>
    <dgm:pt modelId="{AA484A01-A4A7-4252-92B4-1E1D4C054586}" type="pres">
      <dgm:prSet presAssocID="{5899CB56-122E-4100-96CE-544A805C42EC}" presName="compositeB" presStyleCnt="0"/>
      <dgm:spPr/>
    </dgm:pt>
    <dgm:pt modelId="{7E4A1992-54BC-4F9B-940B-5380F00563E1}" type="pres">
      <dgm:prSet presAssocID="{5899CB56-122E-4100-96CE-544A805C42EC}" presName="textB" presStyleLbl="revTx" presStyleIdx="3" presStyleCnt="4">
        <dgm:presLayoutVars>
          <dgm:bulletEnabled val="1"/>
        </dgm:presLayoutVars>
      </dgm:prSet>
      <dgm:spPr/>
    </dgm:pt>
    <dgm:pt modelId="{75121E52-3E74-4B20-8404-BD2D3A2E3210}" type="pres">
      <dgm:prSet presAssocID="{5899CB56-122E-4100-96CE-544A805C42EC}" presName="circleB" presStyleLbl="node1" presStyleIdx="3" presStyleCnt="4"/>
      <dgm:spPr/>
    </dgm:pt>
    <dgm:pt modelId="{3D633E6E-1F10-401F-8785-705BEF154603}" type="pres">
      <dgm:prSet presAssocID="{5899CB56-122E-4100-96CE-544A805C42EC}" presName="spaceB" presStyleCnt="0"/>
      <dgm:spPr/>
    </dgm:pt>
  </dgm:ptLst>
  <dgm:cxnLst>
    <dgm:cxn modelId="{9AEC4102-319B-46E4-B4F1-2AB7B686DBF7}" type="presOf" srcId="{82F29073-0D92-4E93-ACA9-A36A9934A9A4}" destId="{EF1FADE0-FC39-4C28-A427-3D8F2F25BB9A}" srcOrd="0" destOrd="0" presId="urn:microsoft.com/office/officeart/2005/8/layout/hProcess11"/>
    <dgm:cxn modelId="{BD155324-ACCF-4A34-AE01-2881A9CDA3F9}" type="presOf" srcId="{15B00054-E5C5-4328-BC8B-70D3E1171736}" destId="{B37FAC7C-36D1-447C-B9B3-1378DF983DC5}" srcOrd="0" destOrd="0" presId="urn:microsoft.com/office/officeart/2005/8/layout/hProcess11"/>
    <dgm:cxn modelId="{827E5731-518E-40EA-90F6-D0A51D862102}" srcId="{15B00054-E5C5-4328-BC8B-70D3E1171736}" destId="{82F29073-0D92-4E93-ACA9-A36A9934A9A4}" srcOrd="1" destOrd="0" parTransId="{89AE6E23-8943-4ECE-91A7-6DC5CAB8C2AE}" sibTransId="{78AFD43B-EF81-403C-9618-6D90C052877B}"/>
    <dgm:cxn modelId="{047A5876-972B-497A-B319-059CD01B4FC4}" type="presOf" srcId="{40CD396A-B230-428A-A40D-FD99534953DB}" destId="{B08AA95F-3965-4B10-86C7-ACBF546FC1AF}" srcOrd="0" destOrd="0" presId="urn:microsoft.com/office/officeart/2005/8/layout/hProcess11"/>
    <dgm:cxn modelId="{B376D180-885A-4F6A-91D7-D47677AE13D7}" srcId="{15B00054-E5C5-4328-BC8B-70D3E1171736}" destId="{5899CB56-122E-4100-96CE-544A805C42EC}" srcOrd="3" destOrd="0" parTransId="{10E938FF-D202-4B0C-BD3D-91A364A1C8A2}" sibTransId="{1F6EF3EF-8D37-4402-83A4-6BBE40244ACE}"/>
    <dgm:cxn modelId="{B814ABB5-D402-4026-A26E-CCD7C0665FFE}" srcId="{15B00054-E5C5-4328-BC8B-70D3E1171736}" destId="{3A2964BD-AF56-4C88-AFF6-FABBAA5DEF72}" srcOrd="2" destOrd="0" parTransId="{2B62D4DB-F71E-4D28-8B65-9F4D4023DAFB}" sibTransId="{06A918D8-7612-4952-A853-4DE76B2EE8FF}"/>
    <dgm:cxn modelId="{3B5902C0-C467-4DCC-A649-7464EBEF0E90}" srcId="{15B00054-E5C5-4328-BC8B-70D3E1171736}" destId="{40CD396A-B230-428A-A40D-FD99534953DB}" srcOrd="0" destOrd="0" parTransId="{F2D7C8D3-6DBA-49F0-9328-4416434DC14F}" sibTransId="{A4B92846-658A-4F9C-A209-50FA03740B20}"/>
    <dgm:cxn modelId="{9549A9CA-EEF2-4CEA-A086-F22AE4B85495}" type="presOf" srcId="{3A2964BD-AF56-4C88-AFF6-FABBAA5DEF72}" destId="{44BC82D9-1EFE-42FB-BA04-667E05CEB7A4}" srcOrd="0" destOrd="0" presId="urn:microsoft.com/office/officeart/2005/8/layout/hProcess11"/>
    <dgm:cxn modelId="{26A657F8-37DD-4C10-A709-F450E44A6EBE}" type="presOf" srcId="{5899CB56-122E-4100-96CE-544A805C42EC}" destId="{7E4A1992-54BC-4F9B-940B-5380F00563E1}" srcOrd="0" destOrd="0" presId="urn:microsoft.com/office/officeart/2005/8/layout/hProcess11"/>
    <dgm:cxn modelId="{09C0D860-51C8-4F45-B4AC-B1538B7049D5}" type="presParOf" srcId="{B37FAC7C-36D1-447C-B9B3-1378DF983DC5}" destId="{8455677C-0024-4B9E-8923-CEDB4C0B5FDD}" srcOrd="0" destOrd="0" presId="urn:microsoft.com/office/officeart/2005/8/layout/hProcess11"/>
    <dgm:cxn modelId="{C72901FB-FBD5-4834-A3B4-0282EF261DB8}" type="presParOf" srcId="{B37FAC7C-36D1-447C-B9B3-1378DF983DC5}" destId="{30309AB3-2D51-4AFD-9392-F724A2E3F681}" srcOrd="1" destOrd="0" presId="urn:microsoft.com/office/officeart/2005/8/layout/hProcess11"/>
    <dgm:cxn modelId="{62ED4A00-40E3-493B-BBB7-5AAC034DD82B}" type="presParOf" srcId="{30309AB3-2D51-4AFD-9392-F724A2E3F681}" destId="{AA885F0A-4CBA-4291-A9E2-A739546642F0}" srcOrd="0" destOrd="0" presId="urn:microsoft.com/office/officeart/2005/8/layout/hProcess11"/>
    <dgm:cxn modelId="{2EF6F437-C6D2-448E-AFCF-E4915D08A581}" type="presParOf" srcId="{AA885F0A-4CBA-4291-A9E2-A739546642F0}" destId="{B08AA95F-3965-4B10-86C7-ACBF546FC1AF}" srcOrd="0" destOrd="0" presId="urn:microsoft.com/office/officeart/2005/8/layout/hProcess11"/>
    <dgm:cxn modelId="{EE074795-29B2-4DD7-8581-AFBA9A61ED67}" type="presParOf" srcId="{AA885F0A-4CBA-4291-A9E2-A739546642F0}" destId="{EBF19E4B-5F21-42DF-89FA-19DF28C8FD5D}" srcOrd="1" destOrd="0" presId="urn:microsoft.com/office/officeart/2005/8/layout/hProcess11"/>
    <dgm:cxn modelId="{3D25E26C-AE4F-4F52-98B7-04EF88DC616A}" type="presParOf" srcId="{AA885F0A-4CBA-4291-A9E2-A739546642F0}" destId="{3BBB78D2-2A0B-4B0A-9D58-3CEB88543798}" srcOrd="2" destOrd="0" presId="urn:microsoft.com/office/officeart/2005/8/layout/hProcess11"/>
    <dgm:cxn modelId="{EA3D1024-B7F7-48F1-BF92-C08A674DDBE7}" type="presParOf" srcId="{30309AB3-2D51-4AFD-9392-F724A2E3F681}" destId="{B0B6971C-8D3B-4356-80D6-F45272AC6E46}" srcOrd="1" destOrd="0" presId="urn:microsoft.com/office/officeart/2005/8/layout/hProcess11"/>
    <dgm:cxn modelId="{52FC3DC1-0FA4-4DEF-B1B6-6814F1D3DFA7}" type="presParOf" srcId="{30309AB3-2D51-4AFD-9392-F724A2E3F681}" destId="{6A97BBFC-E1BB-4FBF-9728-8B01AF91A85B}" srcOrd="2" destOrd="0" presId="urn:microsoft.com/office/officeart/2005/8/layout/hProcess11"/>
    <dgm:cxn modelId="{0F953608-8071-4F7B-9689-7FF037BFE0B9}" type="presParOf" srcId="{6A97BBFC-E1BB-4FBF-9728-8B01AF91A85B}" destId="{EF1FADE0-FC39-4C28-A427-3D8F2F25BB9A}" srcOrd="0" destOrd="0" presId="urn:microsoft.com/office/officeart/2005/8/layout/hProcess11"/>
    <dgm:cxn modelId="{DBA8316E-B418-4339-A91A-EC1BFE914DD7}" type="presParOf" srcId="{6A97BBFC-E1BB-4FBF-9728-8B01AF91A85B}" destId="{71A46F27-809B-4E21-9712-8491DD3174C7}" srcOrd="1" destOrd="0" presId="urn:microsoft.com/office/officeart/2005/8/layout/hProcess11"/>
    <dgm:cxn modelId="{060AF6A4-5E0E-4961-9F13-160095A468FF}" type="presParOf" srcId="{6A97BBFC-E1BB-4FBF-9728-8B01AF91A85B}" destId="{D094BD77-2DE3-4C0B-B72C-E39449984CF3}" srcOrd="2" destOrd="0" presId="urn:microsoft.com/office/officeart/2005/8/layout/hProcess11"/>
    <dgm:cxn modelId="{BB8166BA-B766-4840-B542-5DC4A2686D51}" type="presParOf" srcId="{30309AB3-2D51-4AFD-9392-F724A2E3F681}" destId="{02A3919E-0C3D-4A59-8080-7CA17DD8252D}" srcOrd="3" destOrd="0" presId="urn:microsoft.com/office/officeart/2005/8/layout/hProcess11"/>
    <dgm:cxn modelId="{327664E2-5DB3-4EC8-BA37-B1C2BBA8199E}" type="presParOf" srcId="{30309AB3-2D51-4AFD-9392-F724A2E3F681}" destId="{76AA4949-31E5-47F1-AF3E-A568FAA27276}" srcOrd="4" destOrd="0" presId="urn:microsoft.com/office/officeart/2005/8/layout/hProcess11"/>
    <dgm:cxn modelId="{597C5F07-7EFA-41D2-BE4F-02768BA302CF}" type="presParOf" srcId="{76AA4949-31E5-47F1-AF3E-A568FAA27276}" destId="{44BC82D9-1EFE-42FB-BA04-667E05CEB7A4}" srcOrd="0" destOrd="0" presId="urn:microsoft.com/office/officeart/2005/8/layout/hProcess11"/>
    <dgm:cxn modelId="{F66B831C-2E4F-47AD-BAA2-81DAEC9F55CC}" type="presParOf" srcId="{76AA4949-31E5-47F1-AF3E-A568FAA27276}" destId="{8783AEC0-2BA8-4362-BE8F-003A91981B90}" srcOrd="1" destOrd="0" presId="urn:microsoft.com/office/officeart/2005/8/layout/hProcess11"/>
    <dgm:cxn modelId="{4813ADF8-E5EC-425A-968B-7FB0D47AE43E}" type="presParOf" srcId="{76AA4949-31E5-47F1-AF3E-A568FAA27276}" destId="{F5B4412E-85CF-4E6D-B3F3-32CA54B1FE96}" srcOrd="2" destOrd="0" presId="urn:microsoft.com/office/officeart/2005/8/layout/hProcess11"/>
    <dgm:cxn modelId="{8736AAEE-8AED-4B6F-8BB6-DE2FD6857024}" type="presParOf" srcId="{30309AB3-2D51-4AFD-9392-F724A2E3F681}" destId="{0882328D-6BBB-4DA0-A83B-7897E73D63B0}" srcOrd="5" destOrd="0" presId="urn:microsoft.com/office/officeart/2005/8/layout/hProcess11"/>
    <dgm:cxn modelId="{709CED8E-C5C4-4401-8A72-1F60B5EA213E}" type="presParOf" srcId="{30309AB3-2D51-4AFD-9392-F724A2E3F681}" destId="{AA484A01-A4A7-4252-92B4-1E1D4C054586}" srcOrd="6" destOrd="0" presId="urn:microsoft.com/office/officeart/2005/8/layout/hProcess11"/>
    <dgm:cxn modelId="{CE97D618-EC32-435D-8FAE-FBF99993CCDE}" type="presParOf" srcId="{AA484A01-A4A7-4252-92B4-1E1D4C054586}" destId="{7E4A1992-54BC-4F9B-940B-5380F00563E1}" srcOrd="0" destOrd="0" presId="urn:microsoft.com/office/officeart/2005/8/layout/hProcess11"/>
    <dgm:cxn modelId="{A842E231-6112-4DE8-B349-C66FBF0C355A}" type="presParOf" srcId="{AA484A01-A4A7-4252-92B4-1E1D4C054586}" destId="{75121E52-3E74-4B20-8404-BD2D3A2E3210}" srcOrd="1" destOrd="0" presId="urn:microsoft.com/office/officeart/2005/8/layout/hProcess11"/>
    <dgm:cxn modelId="{118476E1-9D2C-4DA2-8F7C-C838981893F3}" type="presParOf" srcId="{AA484A01-A4A7-4252-92B4-1E1D4C054586}" destId="{3D633E6E-1F10-401F-8785-705BEF154603}"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5B00054-E5C5-4328-BC8B-70D3E1171736}" type="doc">
      <dgm:prSet loTypeId="urn:microsoft.com/office/officeart/2005/8/layout/hProcess11" loCatId="process" qsTypeId="urn:microsoft.com/office/officeart/2005/8/quickstyle/simple1" qsCatId="simple" csTypeId="urn:microsoft.com/office/officeart/2005/8/colors/accent1_2" csCatId="accent1" phldr="1"/>
      <dgm:spPr/>
    </dgm:pt>
    <dgm:pt modelId="{82F29073-0D92-4E93-ACA9-A36A9934A9A4}">
      <dgm:prSet phldrT="[Text]"/>
      <dgm:spPr/>
      <dgm:t>
        <a:bodyPr/>
        <a:lstStyle/>
        <a:p>
          <a:r>
            <a:rPr lang="en-US" dirty="0">
              <a:solidFill>
                <a:schemeClr val="bg1">
                  <a:lumMod val="85000"/>
                  <a:lumOff val="15000"/>
                </a:schemeClr>
              </a:solidFill>
            </a:rPr>
            <a:t>Identify and prioritize critical factors</a:t>
          </a:r>
        </a:p>
      </dgm:t>
    </dgm:pt>
    <dgm:pt modelId="{89AE6E23-8943-4ECE-91A7-6DC5CAB8C2AE}" type="parTrans" cxnId="{827E5731-518E-40EA-90F6-D0A51D862102}">
      <dgm:prSet/>
      <dgm:spPr/>
      <dgm:t>
        <a:bodyPr/>
        <a:lstStyle/>
        <a:p>
          <a:endParaRPr lang="en-US">
            <a:solidFill>
              <a:schemeClr val="bg1">
                <a:lumMod val="85000"/>
                <a:lumOff val="15000"/>
              </a:schemeClr>
            </a:solidFill>
          </a:endParaRPr>
        </a:p>
      </dgm:t>
    </dgm:pt>
    <dgm:pt modelId="{78AFD43B-EF81-403C-9618-6D90C052877B}" type="sibTrans" cxnId="{827E5731-518E-40EA-90F6-D0A51D862102}">
      <dgm:prSet/>
      <dgm:spPr/>
      <dgm:t>
        <a:bodyPr/>
        <a:lstStyle/>
        <a:p>
          <a:endParaRPr lang="en-US">
            <a:solidFill>
              <a:schemeClr val="bg1">
                <a:lumMod val="85000"/>
                <a:lumOff val="15000"/>
              </a:schemeClr>
            </a:solidFill>
          </a:endParaRPr>
        </a:p>
      </dgm:t>
    </dgm:pt>
    <dgm:pt modelId="{3A2964BD-AF56-4C88-AFF6-FABBAA5DEF72}">
      <dgm:prSet phldrT="[Text]"/>
      <dgm:spPr/>
      <dgm:t>
        <a:bodyPr/>
        <a:lstStyle/>
        <a:p>
          <a:r>
            <a:rPr lang="en-US" dirty="0">
              <a:solidFill>
                <a:schemeClr val="bg1">
                  <a:lumMod val="85000"/>
                  <a:lumOff val="15000"/>
                </a:schemeClr>
              </a:solidFill>
            </a:rPr>
            <a:t>Translate critical factors into measurable parameters</a:t>
          </a:r>
        </a:p>
      </dgm:t>
    </dgm:pt>
    <dgm:pt modelId="{2B62D4DB-F71E-4D28-8B65-9F4D4023DAFB}" type="parTrans" cxnId="{B814ABB5-D402-4026-A26E-CCD7C0665FFE}">
      <dgm:prSet/>
      <dgm:spPr/>
      <dgm:t>
        <a:bodyPr/>
        <a:lstStyle/>
        <a:p>
          <a:endParaRPr lang="en-US">
            <a:solidFill>
              <a:schemeClr val="bg1">
                <a:lumMod val="85000"/>
                <a:lumOff val="15000"/>
              </a:schemeClr>
            </a:solidFill>
          </a:endParaRPr>
        </a:p>
      </dgm:t>
    </dgm:pt>
    <dgm:pt modelId="{06A918D8-7612-4952-A853-4DE76B2EE8FF}" type="sibTrans" cxnId="{B814ABB5-D402-4026-A26E-CCD7C0665FFE}">
      <dgm:prSet/>
      <dgm:spPr/>
      <dgm:t>
        <a:bodyPr/>
        <a:lstStyle/>
        <a:p>
          <a:endParaRPr lang="en-US">
            <a:solidFill>
              <a:schemeClr val="bg1">
                <a:lumMod val="85000"/>
                <a:lumOff val="15000"/>
              </a:schemeClr>
            </a:solidFill>
          </a:endParaRPr>
        </a:p>
      </dgm:t>
    </dgm:pt>
    <dgm:pt modelId="{40CD396A-B230-428A-A40D-FD99534953DB}">
      <dgm:prSet phldrT="[Text]"/>
      <dgm:spPr/>
      <dgm:t>
        <a:bodyPr/>
        <a:lstStyle/>
        <a:p>
          <a:r>
            <a:rPr lang="en-US" dirty="0">
              <a:solidFill>
                <a:schemeClr val="bg1">
                  <a:lumMod val="85000"/>
                  <a:lumOff val="15000"/>
                </a:schemeClr>
              </a:solidFill>
            </a:rPr>
            <a:t>Map user journey(s)</a:t>
          </a:r>
        </a:p>
      </dgm:t>
    </dgm:pt>
    <dgm:pt modelId="{F2D7C8D3-6DBA-49F0-9328-4416434DC14F}" type="parTrans" cxnId="{3B5902C0-C467-4DCC-A649-7464EBEF0E90}">
      <dgm:prSet/>
      <dgm:spPr/>
      <dgm:t>
        <a:bodyPr/>
        <a:lstStyle/>
        <a:p>
          <a:endParaRPr lang="en-US"/>
        </a:p>
      </dgm:t>
    </dgm:pt>
    <dgm:pt modelId="{A4B92846-658A-4F9C-A209-50FA03740B20}" type="sibTrans" cxnId="{3B5902C0-C467-4DCC-A649-7464EBEF0E90}">
      <dgm:prSet/>
      <dgm:spPr/>
      <dgm:t>
        <a:bodyPr/>
        <a:lstStyle/>
        <a:p>
          <a:endParaRPr lang="en-US"/>
        </a:p>
      </dgm:t>
    </dgm:pt>
    <dgm:pt modelId="{5899CB56-122E-4100-96CE-544A805C42EC}">
      <dgm:prSet phldrT="[Text]"/>
      <dgm:spPr/>
      <dgm:t>
        <a:bodyPr/>
        <a:lstStyle/>
        <a:p>
          <a:r>
            <a:rPr lang="en-US" dirty="0">
              <a:solidFill>
                <a:schemeClr val="bg1">
                  <a:lumMod val="85000"/>
                  <a:lumOff val="15000"/>
                </a:schemeClr>
              </a:solidFill>
            </a:rPr>
            <a:t>Study design</a:t>
          </a:r>
        </a:p>
      </dgm:t>
    </dgm:pt>
    <dgm:pt modelId="{10E938FF-D202-4B0C-BD3D-91A364A1C8A2}" type="parTrans" cxnId="{B376D180-885A-4F6A-91D7-D47677AE13D7}">
      <dgm:prSet/>
      <dgm:spPr/>
      <dgm:t>
        <a:bodyPr/>
        <a:lstStyle/>
        <a:p>
          <a:endParaRPr lang="en-US"/>
        </a:p>
      </dgm:t>
    </dgm:pt>
    <dgm:pt modelId="{1F6EF3EF-8D37-4402-83A4-6BBE40244ACE}" type="sibTrans" cxnId="{B376D180-885A-4F6A-91D7-D47677AE13D7}">
      <dgm:prSet/>
      <dgm:spPr/>
      <dgm:t>
        <a:bodyPr/>
        <a:lstStyle/>
        <a:p>
          <a:endParaRPr lang="en-US"/>
        </a:p>
      </dgm:t>
    </dgm:pt>
    <dgm:pt modelId="{B37FAC7C-36D1-447C-B9B3-1378DF983DC5}" type="pres">
      <dgm:prSet presAssocID="{15B00054-E5C5-4328-BC8B-70D3E1171736}" presName="Name0" presStyleCnt="0">
        <dgm:presLayoutVars>
          <dgm:dir/>
          <dgm:resizeHandles val="exact"/>
        </dgm:presLayoutVars>
      </dgm:prSet>
      <dgm:spPr/>
    </dgm:pt>
    <dgm:pt modelId="{8455677C-0024-4B9E-8923-CEDB4C0B5FDD}" type="pres">
      <dgm:prSet presAssocID="{15B00054-E5C5-4328-BC8B-70D3E1171736}" presName="arrow" presStyleLbl="bgShp" presStyleIdx="0" presStyleCnt="1"/>
      <dgm:spPr/>
    </dgm:pt>
    <dgm:pt modelId="{30309AB3-2D51-4AFD-9392-F724A2E3F681}" type="pres">
      <dgm:prSet presAssocID="{15B00054-E5C5-4328-BC8B-70D3E1171736}" presName="points" presStyleCnt="0"/>
      <dgm:spPr/>
    </dgm:pt>
    <dgm:pt modelId="{AA885F0A-4CBA-4291-A9E2-A739546642F0}" type="pres">
      <dgm:prSet presAssocID="{40CD396A-B230-428A-A40D-FD99534953DB}" presName="compositeA" presStyleCnt="0"/>
      <dgm:spPr/>
    </dgm:pt>
    <dgm:pt modelId="{B08AA95F-3965-4B10-86C7-ACBF546FC1AF}" type="pres">
      <dgm:prSet presAssocID="{40CD396A-B230-428A-A40D-FD99534953DB}" presName="textA" presStyleLbl="revTx" presStyleIdx="0" presStyleCnt="4">
        <dgm:presLayoutVars>
          <dgm:bulletEnabled val="1"/>
        </dgm:presLayoutVars>
      </dgm:prSet>
      <dgm:spPr/>
    </dgm:pt>
    <dgm:pt modelId="{EBF19E4B-5F21-42DF-89FA-19DF28C8FD5D}" type="pres">
      <dgm:prSet presAssocID="{40CD396A-B230-428A-A40D-FD99534953DB}" presName="circleA" presStyleLbl="node1" presStyleIdx="0" presStyleCnt="4"/>
      <dgm:spPr/>
    </dgm:pt>
    <dgm:pt modelId="{3BBB78D2-2A0B-4B0A-9D58-3CEB88543798}" type="pres">
      <dgm:prSet presAssocID="{40CD396A-B230-428A-A40D-FD99534953DB}" presName="spaceA" presStyleCnt="0"/>
      <dgm:spPr/>
    </dgm:pt>
    <dgm:pt modelId="{B0B6971C-8D3B-4356-80D6-F45272AC6E46}" type="pres">
      <dgm:prSet presAssocID="{A4B92846-658A-4F9C-A209-50FA03740B20}" presName="space" presStyleCnt="0"/>
      <dgm:spPr/>
    </dgm:pt>
    <dgm:pt modelId="{6A97BBFC-E1BB-4FBF-9728-8B01AF91A85B}" type="pres">
      <dgm:prSet presAssocID="{82F29073-0D92-4E93-ACA9-A36A9934A9A4}" presName="compositeB" presStyleCnt="0"/>
      <dgm:spPr/>
    </dgm:pt>
    <dgm:pt modelId="{EF1FADE0-FC39-4C28-A427-3D8F2F25BB9A}" type="pres">
      <dgm:prSet presAssocID="{82F29073-0D92-4E93-ACA9-A36A9934A9A4}" presName="textB" presStyleLbl="revTx" presStyleIdx="1" presStyleCnt="4">
        <dgm:presLayoutVars>
          <dgm:bulletEnabled val="1"/>
        </dgm:presLayoutVars>
      </dgm:prSet>
      <dgm:spPr/>
    </dgm:pt>
    <dgm:pt modelId="{71A46F27-809B-4E21-9712-8491DD3174C7}" type="pres">
      <dgm:prSet presAssocID="{82F29073-0D92-4E93-ACA9-A36A9934A9A4}" presName="circleB" presStyleLbl="node1" presStyleIdx="1" presStyleCnt="4"/>
      <dgm:spPr/>
    </dgm:pt>
    <dgm:pt modelId="{D094BD77-2DE3-4C0B-B72C-E39449984CF3}" type="pres">
      <dgm:prSet presAssocID="{82F29073-0D92-4E93-ACA9-A36A9934A9A4}" presName="spaceB" presStyleCnt="0"/>
      <dgm:spPr/>
    </dgm:pt>
    <dgm:pt modelId="{02A3919E-0C3D-4A59-8080-7CA17DD8252D}" type="pres">
      <dgm:prSet presAssocID="{78AFD43B-EF81-403C-9618-6D90C052877B}" presName="space" presStyleCnt="0"/>
      <dgm:spPr/>
    </dgm:pt>
    <dgm:pt modelId="{76AA4949-31E5-47F1-AF3E-A568FAA27276}" type="pres">
      <dgm:prSet presAssocID="{3A2964BD-AF56-4C88-AFF6-FABBAA5DEF72}" presName="compositeA" presStyleCnt="0"/>
      <dgm:spPr/>
    </dgm:pt>
    <dgm:pt modelId="{44BC82D9-1EFE-42FB-BA04-667E05CEB7A4}" type="pres">
      <dgm:prSet presAssocID="{3A2964BD-AF56-4C88-AFF6-FABBAA5DEF72}" presName="textA" presStyleLbl="revTx" presStyleIdx="2" presStyleCnt="4">
        <dgm:presLayoutVars>
          <dgm:bulletEnabled val="1"/>
        </dgm:presLayoutVars>
      </dgm:prSet>
      <dgm:spPr/>
    </dgm:pt>
    <dgm:pt modelId="{8783AEC0-2BA8-4362-BE8F-003A91981B90}" type="pres">
      <dgm:prSet presAssocID="{3A2964BD-AF56-4C88-AFF6-FABBAA5DEF72}" presName="circleA" presStyleLbl="node1" presStyleIdx="2" presStyleCnt="4"/>
      <dgm:spPr/>
    </dgm:pt>
    <dgm:pt modelId="{F5B4412E-85CF-4E6D-B3F3-32CA54B1FE96}" type="pres">
      <dgm:prSet presAssocID="{3A2964BD-AF56-4C88-AFF6-FABBAA5DEF72}" presName="spaceA" presStyleCnt="0"/>
      <dgm:spPr/>
    </dgm:pt>
    <dgm:pt modelId="{0882328D-6BBB-4DA0-A83B-7897E73D63B0}" type="pres">
      <dgm:prSet presAssocID="{06A918D8-7612-4952-A853-4DE76B2EE8FF}" presName="space" presStyleCnt="0"/>
      <dgm:spPr/>
    </dgm:pt>
    <dgm:pt modelId="{AA484A01-A4A7-4252-92B4-1E1D4C054586}" type="pres">
      <dgm:prSet presAssocID="{5899CB56-122E-4100-96CE-544A805C42EC}" presName="compositeB" presStyleCnt="0"/>
      <dgm:spPr/>
    </dgm:pt>
    <dgm:pt modelId="{7E4A1992-54BC-4F9B-940B-5380F00563E1}" type="pres">
      <dgm:prSet presAssocID="{5899CB56-122E-4100-96CE-544A805C42EC}" presName="textB" presStyleLbl="revTx" presStyleIdx="3" presStyleCnt="4">
        <dgm:presLayoutVars>
          <dgm:bulletEnabled val="1"/>
        </dgm:presLayoutVars>
      </dgm:prSet>
      <dgm:spPr/>
    </dgm:pt>
    <dgm:pt modelId="{75121E52-3E74-4B20-8404-BD2D3A2E3210}" type="pres">
      <dgm:prSet presAssocID="{5899CB56-122E-4100-96CE-544A805C42EC}" presName="circleB" presStyleLbl="node1" presStyleIdx="3" presStyleCnt="4"/>
      <dgm:spPr/>
    </dgm:pt>
    <dgm:pt modelId="{3D633E6E-1F10-401F-8785-705BEF154603}" type="pres">
      <dgm:prSet presAssocID="{5899CB56-122E-4100-96CE-544A805C42EC}" presName="spaceB" presStyleCnt="0"/>
      <dgm:spPr/>
    </dgm:pt>
  </dgm:ptLst>
  <dgm:cxnLst>
    <dgm:cxn modelId="{9AEC4102-319B-46E4-B4F1-2AB7B686DBF7}" type="presOf" srcId="{82F29073-0D92-4E93-ACA9-A36A9934A9A4}" destId="{EF1FADE0-FC39-4C28-A427-3D8F2F25BB9A}" srcOrd="0" destOrd="0" presId="urn:microsoft.com/office/officeart/2005/8/layout/hProcess11"/>
    <dgm:cxn modelId="{BD155324-ACCF-4A34-AE01-2881A9CDA3F9}" type="presOf" srcId="{15B00054-E5C5-4328-BC8B-70D3E1171736}" destId="{B37FAC7C-36D1-447C-B9B3-1378DF983DC5}" srcOrd="0" destOrd="0" presId="urn:microsoft.com/office/officeart/2005/8/layout/hProcess11"/>
    <dgm:cxn modelId="{827E5731-518E-40EA-90F6-D0A51D862102}" srcId="{15B00054-E5C5-4328-BC8B-70D3E1171736}" destId="{82F29073-0D92-4E93-ACA9-A36A9934A9A4}" srcOrd="1" destOrd="0" parTransId="{89AE6E23-8943-4ECE-91A7-6DC5CAB8C2AE}" sibTransId="{78AFD43B-EF81-403C-9618-6D90C052877B}"/>
    <dgm:cxn modelId="{047A5876-972B-497A-B319-059CD01B4FC4}" type="presOf" srcId="{40CD396A-B230-428A-A40D-FD99534953DB}" destId="{B08AA95F-3965-4B10-86C7-ACBF546FC1AF}" srcOrd="0" destOrd="0" presId="urn:microsoft.com/office/officeart/2005/8/layout/hProcess11"/>
    <dgm:cxn modelId="{B376D180-885A-4F6A-91D7-D47677AE13D7}" srcId="{15B00054-E5C5-4328-BC8B-70D3E1171736}" destId="{5899CB56-122E-4100-96CE-544A805C42EC}" srcOrd="3" destOrd="0" parTransId="{10E938FF-D202-4B0C-BD3D-91A364A1C8A2}" sibTransId="{1F6EF3EF-8D37-4402-83A4-6BBE40244ACE}"/>
    <dgm:cxn modelId="{B814ABB5-D402-4026-A26E-CCD7C0665FFE}" srcId="{15B00054-E5C5-4328-BC8B-70D3E1171736}" destId="{3A2964BD-AF56-4C88-AFF6-FABBAA5DEF72}" srcOrd="2" destOrd="0" parTransId="{2B62D4DB-F71E-4D28-8B65-9F4D4023DAFB}" sibTransId="{06A918D8-7612-4952-A853-4DE76B2EE8FF}"/>
    <dgm:cxn modelId="{3B5902C0-C467-4DCC-A649-7464EBEF0E90}" srcId="{15B00054-E5C5-4328-BC8B-70D3E1171736}" destId="{40CD396A-B230-428A-A40D-FD99534953DB}" srcOrd="0" destOrd="0" parTransId="{F2D7C8D3-6DBA-49F0-9328-4416434DC14F}" sibTransId="{A4B92846-658A-4F9C-A209-50FA03740B20}"/>
    <dgm:cxn modelId="{9549A9CA-EEF2-4CEA-A086-F22AE4B85495}" type="presOf" srcId="{3A2964BD-AF56-4C88-AFF6-FABBAA5DEF72}" destId="{44BC82D9-1EFE-42FB-BA04-667E05CEB7A4}" srcOrd="0" destOrd="0" presId="urn:microsoft.com/office/officeart/2005/8/layout/hProcess11"/>
    <dgm:cxn modelId="{26A657F8-37DD-4C10-A709-F450E44A6EBE}" type="presOf" srcId="{5899CB56-122E-4100-96CE-544A805C42EC}" destId="{7E4A1992-54BC-4F9B-940B-5380F00563E1}" srcOrd="0" destOrd="0" presId="urn:microsoft.com/office/officeart/2005/8/layout/hProcess11"/>
    <dgm:cxn modelId="{09C0D860-51C8-4F45-B4AC-B1538B7049D5}" type="presParOf" srcId="{B37FAC7C-36D1-447C-B9B3-1378DF983DC5}" destId="{8455677C-0024-4B9E-8923-CEDB4C0B5FDD}" srcOrd="0" destOrd="0" presId="urn:microsoft.com/office/officeart/2005/8/layout/hProcess11"/>
    <dgm:cxn modelId="{C72901FB-FBD5-4834-A3B4-0282EF261DB8}" type="presParOf" srcId="{B37FAC7C-36D1-447C-B9B3-1378DF983DC5}" destId="{30309AB3-2D51-4AFD-9392-F724A2E3F681}" srcOrd="1" destOrd="0" presId="urn:microsoft.com/office/officeart/2005/8/layout/hProcess11"/>
    <dgm:cxn modelId="{62ED4A00-40E3-493B-BBB7-5AAC034DD82B}" type="presParOf" srcId="{30309AB3-2D51-4AFD-9392-F724A2E3F681}" destId="{AA885F0A-4CBA-4291-A9E2-A739546642F0}" srcOrd="0" destOrd="0" presId="urn:microsoft.com/office/officeart/2005/8/layout/hProcess11"/>
    <dgm:cxn modelId="{2EF6F437-C6D2-448E-AFCF-E4915D08A581}" type="presParOf" srcId="{AA885F0A-4CBA-4291-A9E2-A739546642F0}" destId="{B08AA95F-3965-4B10-86C7-ACBF546FC1AF}" srcOrd="0" destOrd="0" presId="urn:microsoft.com/office/officeart/2005/8/layout/hProcess11"/>
    <dgm:cxn modelId="{EE074795-29B2-4DD7-8581-AFBA9A61ED67}" type="presParOf" srcId="{AA885F0A-4CBA-4291-A9E2-A739546642F0}" destId="{EBF19E4B-5F21-42DF-89FA-19DF28C8FD5D}" srcOrd="1" destOrd="0" presId="urn:microsoft.com/office/officeart/2005/8/layout/hProcess11"/>
    <dgm:cxn modelId="{3D25E26C-AE4F-4F52-98B7-04EF88DC616A}" type="presParOf" srcId="{AA885F0A-4CBA-4291-A9E2-A739546642F0}" destId="{3BBB78D2-2A0B-4B0A-9D58-3CEB88543798}" srcOrd="2" destOrd="0" presId="urn:microsoft.com/office/officeart/2005/8/layout/hProcess11"/>
    <dgm:cxn modelId="{EA3D1024-B7F7-48F1-BF92-C08A674DDBE7}" type="presParOf" srcId="{30309AB3-2D51-4AFD-9392-F724A2E3F681}" destId="{B0B6971C-8D3B-4356-80D6-F45272AC6E46}" srcOrd="1" destOrd="0" presId="urn:microsoft.com/office/officeart/2005/8/layout/hProcess11"/>
    <dgm:cxn modelId="{52FC3DC1-0FA4-4DEF-B1B6-6814F1D3DFA7}" type="presParOf" srcId="{30309AB3-2D51-4AFD-9392-F724A2E3F681}" destId="{6A97BBFC-E1BB-4FBF-9728-8B01AF91A85B}" srcOrd="2" destOrd="0" presId="urn:microsoft.com/office/officeart/2005/8/layout/hProcess11"/>
    <dgm:cxn modelId="{0F953608-8071-4F7B-9689-7FF037BFE0B9}" type="presParOf" srcId="{6A97BBFC-E1BB-4FBF-9728-8B01AF91A85B}" destId="{EF1FADE0-FC39-4C28-A427-3D8F2F25BB9A}" srcOrd="0" destOrd="0" presId="urn:microsoft.com/office/officeart/2005/8/layout/hProcess11"/>
    <dgm:cxn modelId="{DBA8316E-B418-4339-A91A-EC1BFE914DD7}" type="presParOf" srcId="{6A97BBFC-E1BB-4FBF-9728-8B01AF91A85B}" destId="{71A46F27-809B-4E21-9712-8491DD3174C7}" srcOrd="1" destOrd="0" presId="urn:microsoft.com/office/officeart/2005/8/layout/hProcess11"/>
    <dgm:cxn modelId="{060AF6A4-5E0E-4961-9F13-160095A468FF}" type="presParOf" srcId="{6A97BBFC-E1BB-4FBF-9728-8B01AF91A85B}" destId="{D094BD77-2DE3-4C0B-B72C-E39449984CF3}" srcOrd="2" destOrd="0" presId="urn:microsoft.com/office/officeart/2005/8/layout/hProcess11"/>
    <dgm:cxn modelId="{BB8166BA-B766-4840-B542-5DC4A2686D51}" type="presParOf" srcId="{30309AB3-2D51-4AFD-9392-F724A2E3F681}" destId="{02A3919E-0C3D-4A59-8080-7CA17DD8252D}" srcOrd="3" destOrd="0" presId="urn:microsoft.com/office/officeart/2005/8/layout/hProcess11"/>
    <dgm:cxn modelId="{327664E2-5DB3-4EC8-BA37-B1C2BBA8199E}" type="presParOf" srcId="{30309AB3-2D51-4AFD-9392-F724A2E3F681}" destId="{76AA4949-31E5-47F1-AF3E-A568FAA27276}" srcOrd="4" destOrd="0" presId="urn:microsoft.com/office/officeart/2005/8/layout/hProcess11"/>
    <dgm:cxn modelId="{597C5F07-7EFA-41D2-BE4F-02768BA302CF}" type="presParOf" srcId="{76AA4949-31E5-47F1-AF3E-A568FAA27276}" destId="{44BC82D9-1EFE-42FB-BA04-667E05CEB7A4}" srcOrd="0" destOrd="0" presId="urn:microsoft.com/office/officeart/2005/8/layout/hProcess11"/>
    <dgm:cxn modelId="{F66B831C-2E4F-47AD-BAA2-81DAEC9F55CC}" type="presParOf" srcId="{76AA4949-31E5-47F1-AF3E-A568FAA27276}" destId="{8783AEC0-2BA8-4362-BE8F-003A91981B90}" srcOrd="1" destOrd="0" presId="urn:microsoft.com/office/officeart/2005/8/layout/hProcess11"/>
    <dgm:cxn modelId="{4813ADF8-E5EC-425A-968B-7FB0D47AE43E}" type="presParOf" srcId="{76AA4949-31E5-47F1-AF3E-A568FAA27276}" destId="{F5B4412E-85CF-4E6D-B3F3-32CA54B1FE96}" srcOrd="2" destOrd="0" presId="urn:microsoft.com/office/officeart/2005/8/layout/hProcess11"/>
    <dgm:cxn modelId="{8736AAEE-8AED-4B6F-8BB6-DE2FD6857024}" type="presParOf" srcId="{30309AB3-2D51-4AFD-9392-F724A2E3F681}" destId="{0882328D-6BBB-4DA0-A83B-7897E73D63B0}" srcOrd="5" destOrd="0" presId="urn:microsoft.com/office/officeart/2005/8/layout/hProcess11"/>
    <dgm:cxn modelId="{709CED8E-C5C4-4401-8A72-1F60B5EA213E}" type="presParOf" srcId="{30309AB3-2D51-4AFD-9392-F724A2E3F681}" destId="{AA484A01-A4A7-4252-92B4-1E1D4C054586}" srcOrd="6" destOrd="0" presId="urn:microsoft.com/office/officeart/2005/8/layout/hProcess11"/>
    <dgm:cxn modelId="{CE97D618-EC32-435D-8FAE-FBF99993CCDE}" type="presParOf" srcId="{AA484A01-A4A7-4252-92B4-1E1D4C054586}" destId="{7E4A1992-54BC-4F9B-940B-5380F00563E1}" srcOrd="0" destOrd="0" presId="urn:microsoft.com/office/officeart/2005/8/layout/hProcess11"/>
    <dgm:cxn modelId="{A842E231-6112-4DE8-B349-C66FBF0C355A}" type="presParOf" srcId="{AA484A01-A4A7-4252-92B4-1E1D4C054586}" destId="{75121E52-3E74-4B20-8404-BD2D3A2E3210}" srcOrd="1" destOrd="0" presId="urn:microsoft.com/office/officeart/2005/8/layout/hProcess11"/>
    <dgm:cxn modelId="{118476E1-9D2C-4DA2-8F7C-C838981893F3}" type="presParOf" srcId="{AA484A01-A4A7-4252-92B4-1E1D4C054586}" destId="{3D633E6E-1F10-401F-8785-705BEF154603}"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D50B5B-F776-4790-AB66-69A2BDCE76E1}" type="doc">
      <dgm:prSet loTypeId="urn:microsoft.com/office/officeart/2005/8/layout/chevron2" loCatId="process" qsTypeId="urn:microsoft.com/office/officeart/2005/8/quickstyle/3d5" qsCatId="3D" csTypeId="urn:microsoft.com/office/officeart/2005/8/colors/colorful5" csCatId="colorful" phldr="1"/>
      <dgm:spPr>
        <a:scene3d>
          <a:camera prst="isometricOffAxis2Left" zoom="95000">
            <a:rot lat="693019" lon="20494820" rev="0"/>
          </a:camera>
          <a:lightRig rig="flat" dir="t"/>
        </a:scene3d>
      </dgm:spPr>
      <dgm:t>
        <a:bodyPr/>
        <a:lstStyle/>
        <a:p>
          <a:endParaRPr lang="en-US"/>
        </a:p>
      </dgm:t>
    </dgm:pt>
    <dgm:pt modelId="{CE0E9DFE-A364-4C20-846B-A344D8D70D34}">
      <dgm:prSet phldrT="[Text]" custT="1"/>
      <dgm:spPr>
        <a:sp3d extrusionH="381000" contourW="38100" prstMaterial="matte">
          <a:contourClr>
            <a:schemeClr val="lt1"/>
          </a:contourClr>
        </a:sp3d>
      </dgm:spPr>
      <dgm:t>
        <a:bodyPr/>
        <a:lstStyle/>
        <a:p>
          <a:r>
            <a:rPr lang="en-US" sz="2000" b="1" dirty="0">
              <a:solidFill>
                <a:schemeClr val="bg1">
                  <a:lumMod val="85000"/>
                  <a:lumOff val="15000"/>
                </a:schemeClr>
              </a:solidFill>
              <a:latin typeface="+mj-lt"/>
            </a:rPr>
            <a:t>Purchasing</a:t>
          </a:r>
        </a:p>
      </dgm:t>
    </dgm:pt>
    <dgm:pt modelId="{3D73AA3E-A8D4-4DFF-B1CD-5473E9F6C83D}" type="parTrans" cxnId="{E13C3F93-1433-4FF5-A847-B3AA8B511696}">
      <dgm:prSet/>
      <dgm:spPr/>
      <dgm:t>
        <a:bodyPr/>
        <a:lstStyle/>
        <a:p>
          <a:endParaRPr lang="en-US"/>
        </a:p>
      </dgm:t>
    </dgm:pt>
    <dgm:pt modelId="{E32F2C13-1DFB-4D39-8831-97AE7F6FE940}" type="sibTrans" cxnId="{E13C3F93-1433-4FF5-A847-B3AA8B511696}">
      <dgm:prSet/>
      <dgm:spPr/>
      <dgm:t>
        <a:bodyPr/>
        <a:lstStyle/>
        <a:p>
          <a:endParaRPr lang="en-US"/>
        </a:p>
      </dgm:t>
    </dgm:pt>
    <dgm:pt modelId="{7296401F-99EB-48F9-93E2-6F07F68CFE1C}">
      <dgm:prSet phldrT="[Text]"/>
      <dgm:spPr>
        <a:sp3d z="-60000" extrusionH="63500" prstMaterial="matte"/>
      </dgm:spPr>
      <dgm:t>
        <a:bodyPr/>
        <a:lstStyle/>
        <a:p>
          <a:pPr marL="365760" indent="0">
            <a:buNone/>
          </a:pPr>
          <a:r>
            <a:rPr lang="en-US" b="1" dirty="0">
              <a:latin typeface="Abadi" panose="020B0604020104020204" pitchFamily="34" charset="0"/>
            </a:rPr>
            <a:t>Buyer| </a:t>
          </a:r>
          <a:r>
            <a:rPr lang="en-US" dirty="0">
              <a:latin typeface="Abadi" panose="020B0604020104020204" pitchFamily="34" charset="0"/>
            </a:rPr>
            <a:t>Determines which test to purchase</a:t>
          </a:r>
        </a:p>
      </dgm:t>
    </dgm:pt>
    <dgm:pt modelId="{EE04054F-9795-4232-BA81-0765D45B8064}" type="parTrans" cxnId="{4B50FE5A-5760-4A02-A2E9-715F0E15004B}">
      <dgm:prSet/>
      <dgm:spPr/>
      <dgm:t>
        <a:bodyPr/>
        <a:lstStyle/>
        <a:p>
          <a:endParaRPr lang="en-US"/>
        </a:p>
      </dgm:t>
    </dgm:pt>
    <dgm:pt modelId="{1FC685EA-A6AA-4D1A-85C5-97DA269225A0}" type="sibTrans" cxnId="{4B50FE5A-5760-4A02-A2E9-715F0E15004B}">
      <dgm:prSet/>
      <dgm:spPr/>
      <dgm:t>
        <a:bodyPr/>
        <a:lstStyle/>
        <a:p>
          <a:endParaRPr lang="en-US"/>
        </a:p>
      </dgm:t>
    </dgm:pt>
    <dgm:pt modelId="{18A41E8A-0DC4-4B64-A51D-4C3E55941418}">
      <dgm:prSet phldrT="[Text]" custT="1"/>
      <dgm:spPr>
        <a:sp3d extrusionH="381000" contourW="38100" prstMaterial="matte">
          <a:contourClr>
            <a:schemeClr val="lt1"/>
          </a:contourClr>
        </a:sp3d>
      </dgm:spPr>
      <dgm:t>
        <a:bodyPr/>
        <a:lstStyle/>
        <a:p>
          <a:r>
            <a:rPr lang="en-US" sz="2000" b="1">
              <a:solidFill>
                <a:schemeClr val="bg1">
                  <a:lumMod val="85000"/>
                  <a:lumOff val="15000"/>
                </a:schemeClr>
              </a:solidFill>
              <a:latin typeface="+mj-lt"/>
            </a:rPr>
            <a:t>Test </a:t>
          </a:r>
          <a:br>
            <a:rPr lang="en-US" sz="2000" b="1">
              <a:solidFill>
                <a:schemeClr val="bg1">
                  <a:lumMod val="85000"/>
                  <a:lumOff val="15000"/>
                </a:schemeClr>
              </a:solidFill>
              <a:latin typeface="+mj-lt"/>
            </a:rPr>
          </a:br>
          <a:r>
            <a:rPr lang="en-US" sz="2000" b="1">
              <a:solidFill>
                <a:schemeClr val="bg1">
                  <a:lumMod val="85000"/>
                  <a:lumOff val="15000"/>
                </a:schemeClr>
              </a:solidFill>
              <a:latin typeface="+mj-lt"/>
            </a:rPr>
            <a:t>Prep</a:t>
          </a:r>
          <a:endParaRPr lang="en-US" sz="2000" b="1" dirty="0">
            <a:solidFill>
              <a:schemeClr val="bg1">
                <a:lumMod val="85000"/>
                <a:lumOff val="15000"/>
              </a:schemeClr>
            </a:solidFill>
            <a:latin typeface="+mj-lt"/>
          </a:endParaRPr>
        </a:p>
      </dgm:t>
    </dgm:pt>
    <dgm:pt modelId="{9DC640D7-8577-491F-B83D-D7129BA10281}" type="parTrans" cxnId="{B69414E7-AC11-4861-8069-286D5547FCFB}">
      <dgm:prSet/>
      <dgm:spPr/>
      <dgm:t>
        <a:bodyPr/>
        <a:lstStyle/>
        <a:p>
          <a:endParaRPr lang="en-US"/>
        </a:p>
      </dgm:t>
    </dgm:pt>
    <dgm:pt modelId="{304C0275-710C-475B-9173-F209789374E8}" type="sibTrans" cxnId="{B69414E7-AC11-4861-8069-286D5547FCFB}">
      <dgm:prSet/>
      <dgm:spPr/>
      <dgm:t>
        <a:bodyPr/>
        <a:lstStyle/>
        <a:p>
          <a:endParaRPr lang="en-US"/>
        </a:p>
      </dgm:t>
    </dgm:pt>
    <dgm:pt modelId="{24DE9BFF-8C75-4C62-8A77-77DD143D8578}">
      <dgm:prSet phldrT="[Text]"/>
      <dgm:spPr>
        <a:sp3d z="-60000" extrusionH="63500" prstMaterial="matte"/>
      </dgm:spPr>
      <dgm:t>
        <a:bodyPr/>
        <a:lstStyle/>
        <a:p>
          <a:pPr marL="274320" indent="0">
            <a:buNone/>
          </a:pPr>
          <a:r>
            <a:rPr lang="en-US" b="1" dirty="0">
              <a:latin typeface="Abadi" panose="020B0604020104020204" pitchFamily="34" charset="0"/>
            </a:rPr>
            <a:t>Nurse/Lab Tech| </a:t>
          </a:r>
          <a:r>
            <a:rPr lang="en-US" dirty="0">
              <a:latin typeface="Abadi" panose="020B0604020104020204" pitchFamily="34" charset="0"/>
            </a:rPr>
            <a:t>Opens test kit, takes out materials, adds reagent.</a:t>
          </a:r>
        </a:p>
      </dgm:t>
    </dgm:pt>
    <dgm:pt modelId="{3CC03C4B-95C4-4A1F-9FEE-1FA4149D8D7D}" type="parTrans" cxnId="{159E23AA-FA62-421A-AC63-7E28B11AA5EC}">
      <dgm:prSet/>
      <dgm:spPr/>
      <dgm:t>
        <a:bodyPr/>
        <a:lstStyle/>
        <a:p>
          <a:endParaRPr lang="en-US"/>
        </a:p>
      </dgm:t>
    </dgm:pt>
    <dgm:pt modelId="{15E2167D-798D-4F13-9E5C-3B08AF57B50C}" type="sibTrans" cxnId="{159E23AA-FA62-421A-AC63-7E28B11AA5EC}">
      <dgm:prSet/>
      <dgm:spPr/>
      <dgm:t>
        <a:bodyPr/>
        <a:lstStyle/>
        <a:p>
          <a:endParaRPr lang="en-US"/>
        </a:p>
      </dgm:t>
    </dgm:pt>
    <dgm:pt modelId="{AD4A15F4-04EE-4CD0-A6E0-C07460865C9C}">
      <dgm:prSet phldrT="[Text]" custT="1"/>
      <dgm:spPr>
        <a:sp3d extrusionH="381000" contourW="38100" prstMaterial="matte">
          <a:contourClr>
            <a:schemeClr val="lt1"/>
          </a:contourClr>
        </a:sp3d>
      </dgm:spPr>
      <dgm:t>
        <a:bodyPr/>
        <a:lstStyle/>
        <a:p>
          <a:r>
            <a:rPr lang="en-US" sz="2000" b="1">
              <a:solidFill>
                <a:schemeClr val="bg1">
                  <a:lumMod val="85000"/>
                  <a:lumOff val="15000"/>
                </a:schemeClr>
              </a:solidFill>
              <a:latin typeface="+mj-lt"/>
            </a:rPr>
            <a:t>Sample Collection</a:t>
          </a:r>
          <a:endParaRPr lang="en-US" sz="2000" b="1" dirty="0">
            <a:solidFill>
              <a:schemeClr val="bg1">
                <a:lumMod val="85000"/>
                <a:lumOff val="15000"/>
              </a:schemeClr>
            </a:solidFill>
            <a:latin typeface="+mj-lt"/>
          </a:endParaRPr>
        </a:p>
      </dgm:t>
    </dgm:pt>
    <dgm:pt modelId="{C0D0BB22-E2DF-4B1C-8B30-480087F51125}" type="parTrans" cxnId="{F28D3C2F-AD38-4C65-A444-237B363E9467}">
      <dgm:prSet/>
      <dgm:spPr/>
      <dgm:t>
        <a:bodyPr/>
        <a:lstStyle/>
        <a:p>
          <a:endParaRPr lang="en-US"/>
        </a:p>
      </dgm:t>
    </dgm:pt>
    <dgm:pt modelId="{42AF4D9B-5CF5-4589-8038-CDC6D93F687B}" type="sibTrans" cxnId="{F28D3C2F-AD38-4C65-A444-237B363E9467}">
      <dgm:prSet/>
      <dgm:spPr/>
      <dgm:t>
        <a:bodyPr/>
        <a:lstStyle/>
        <a:p>
          <a:endParaRPr lang="en-US"/>
        </a:p>
      </dgm:t>
    </dgm:pt>
    <dgm:pt modelId="{5C286637-37C8-47C1-9C1B-CDED7573380B}">
      <dgm:prSet phldrT="[Text]"/>
      <dgm:spPr>
        <a:sp3d z="-60000" extrusionH="63500" prstMaterial="matte"/>
      </dgm:spPr>
      <dgm:t>
        <a:bodyPr/>
        <a:lstStyle/>
        <a:p>
          <a:pPr marL="274320" indent="0">
            <a:buNone/>
          </a:pPr>
          <a:r>
            <a:rPr lang="en-US" b="1" dirty="0">
              <a:latin typeface="Abadi" panose="020B0604020104020204" pitchFamily="34" charset="0"/>
            </a:rPr>
            <a:t>Nurse/Patient| </a:t>
          </a:r>
          <a:r>
            <a:rPr lang="en-US" dirty="0">
              <a:latin typeface="Abadi" panose="020B0604020104020204" pitchFamily="34" charset="0"/>
            </a:rPr>
            <a:t>Nurse collects sample. Patient has each nostril swabbed.</a:t>
          </a:r>
        </a:p>
      </dgm:t>
    </dgm:pt>
    <dgm:pt modelId="{8C0A6CA6-5888-4EB0-BE70-57822C623190}" type="parTrans" cxnId="{5E89719E-DD0A-47AF-982C-96C72B1F282D}">
      <dgm:prSet/>
      <dgm:spPr/>
      <dgm:t>
        <a:bodyPr/>
        <a:lstStyle/>
        <a:p>
          <a:endParaRPr lang="en-US"/>
        </a:p>
      </dgm:t>
    </dgm:pt>
    <dgm:pt modelId="{CB7270C7-DE4C-420A-B0B2-888BA910D737}" type="sibTrans" cxnId="{5E89719E-DD0A-47AF-982C-96C72B1F282D}">
      <dgm:prSet/>
      <dgm:spPr/>
      <dgm:t>
        <a:bodyPr/>
        <a:lstStyle/>
        <a:p>
          <a:endParaRPr lang="en-US"/>
        </a:p>
      </dgm:t>
    </dgm:pt>
    <dgm:pt modelId="{3087A91E-7988-45DD-AEA9-FBF0D5650D67}">
      <dgm:prSet phldrT="[Text]" custT="1"/>
      <dgm:spPr>
        <a:sp3d extrusionH="381000" contourW="38100" prstMaterial="matte">
          <a:contourClr>
            <a:schemeClr val="lt1"/>
          </a:contourClr>
        </a:sp3d>
      </dgm:spPr>
      <dgm:t>
        <a:bodyPr/>
        <a:lstStyle/>
        <a:p>
          <a:r>
            <a:rPr lang="en-US" sz="2000" b="1" dirty="0">
              <a:solidFill>
                <a:schemeClr val="bg1">
                  <a:lumMod val="85000"/>
                  <a:lumOff val="15000"/>
                </a:schemeClr>
              </a:solidFill>
              <a:latin typeface="+mj-lt"/>
            </a:rPr>
            <a:t>Sample </a:t>
          </a:r>
          <a:br>
            <a:rPr lang="en-US" sz="2000" b="1" dirty="0">
              <a:solidFill>
                <a:schemeClr val="bg1">
                  <a:lumMod val="85000"/>
                  <a:lumOff val="15000"/>
                </a:schemeClr>
              </a:solidFill>
              <a:latin typeface="+mj-lt"/>
            </a:rPr>
          </a:br>
          <a:r>
            <a:rPr lang="en-US" sz="2000" b="1" dirty="0">
              <a:solidFill>
                <a:schemeClr val="bg1">
                  <a:lumMod val="85000"/>
                  <a:lumOff val="15000"/>
                </a:schemeClr>
              </a:solidFill>
              <a:latin typeface="+mj-lt"/>
            </a:rPr>
            <a:t>Tested</a:t>
          </a:r>
        </a:p>
      </dgm:t>
    </dgm:pt>
    <dgm:pt modelId="{6B0E5631-6F37-4063-A0BF-E032D66DFDCD}" type="parTrans" cxnId="{C46DF182-D0D1-4075-9FEE-13993F05EF61}">
      <dgm:prSet/>
      <dgm:spPr/>
      <dgm:t>
        <a:bodyPr/>
        <a:lstStyle/>
        <a:p>
          <a:endParaRPr lang="en-US"/>
        </a:p>
      </dgm:t>
    </dgm:pt>
    <dgm:pt modelId="{E21799F5-653C-4648-B568-3C3CF0EB290A}" type="sibTrans" cxnId="{C46DF182-D0D1-4075-9FEE-13993F05EF61}">
      <dgm:prSet/>
      <dgm:spPr/>
      <dgm:t>
        <a:bodyPr/>
        <a:lstStyle/>
        <a:p>
          <a:endParaRPr lang="en-US"/>
        </a:p>
      </dgm:t>
    </dgm:pt>
    <dgm:pt modelId="{542A95AF-B541-46BC-B7D4-A8F914EE4116}">
      <dgm:prSet phldrT="[Text]" custT="1"/>
      <dgm:spPr>
        <a:sp3d extrusionH="381000" contourW="38100" prstMaterial="matte">
          <a:contourClr>
            <a:schemeClr val="lt1"/>
          </a:contourClr>
        </a:sp3d>
      </dgm:spPr>
      <dgm:t>
        <a:bodyPr/>
        <a:lstStyle/>
        <a:p>
          <a:r>
            <a:rPr lang="en-US" sz="2000" b="1" dirty="0">
              <a:solidFill>
                <a:schemeClr val="bg1">
                  <a:lumMod val="85000"/>
                  <a:lumOff val="15000"/>
                </a:schemeClr>
              </a:solidFill>
              <a:latin typeface="+mj-lt"/>
            </a:rPr>
            <a:t>Interpret</a:t>
          </a:r>
          <a:br>
            <a:rPr lang="en-US" sz="2000" b="1" dirty="0">
              <a:solidFill>
                <a:schemeClr val="bg1">
                  <a:lumMod val="85000"/>
                  <a:lumOff val="15000"/>
                </a:schemeClr>
              </a:solidFill>
              <a:latin typeface="+mj-lt"/>
            </a:rPr>
          </a:br>
          <a:r>
            <a:rPr lang="en-US" sz="2000" b="1" dirty="0">
              <a:solidFill>
                <a:schemeClr val="bg1">
                  <a:lumMod val="85000"/>
                  <a:lumOff val="15000"/>
                </a:schemeClr>
              </a:solidFill>
              <a:latin typeface="+mj-lt"/>
            </a:rPr>
            <a:t>Results</a:t>
          </a:r>
        </a:p>
      </dgm:t>
    </dgm:pt>
    <dgm:pt modelId="{E8AB9CA9-82FF-4D27-8D1A-2A0ED2E6E948}" type="parTrans" cxnId="{248D1650-BEE2-45E5-B743-5F9A4114EFF4}">
      <dgm:prSet/>
      <dgm:spPr/>
      <dgm:t>
        <a:bodyPr/>
        <a:lstStyle/>
        <a:p>
          <a:endParaRPr lang="en-US"/>
        </a:p>
      </dgm:t>
    </dgm:pt>
    <dgm:pt modelId="{D0C97D4E-6DAB-4618-9D7D-19E53FE6E6F1}" type="sibTrans" cxnId="{248D1650-BEE2-45E5-B743-5F9A4114EFF4}">
      <dgm:prSet/>
      <dgm:spPr/>
      <dgm:t>
        <a:bodyPr/>
        <a:lstStyle/>
        <a:p>
          <a:endParaRPr lang="en-US"/>
        </a:p>
      </dgm:t>
    </dgm:pt>
    <dgm:pt modelId="{524CCF2F-09FC-4549-895B-61880750A906}">
      <dgm:prSet phldrT="[Text]" custT="1"/>
      <dgm:spPr>
        <a:sp3d z="-60000" extrusionH="63500" prstMaterial="matte"/>
      </dgm:spPr>
      <dgm:t>
        <a:bodyPr/>
        <a:lstStyle/>
        <a:p>
          <a:pPr marL="274320" indent="0">
            <a:buNone/>
          </a:pPr>
          <a:r>
            <a:rPr lang="en-US" sz="2400" b="1" dirty="0">
              <a:solidFill>
                <a:schemeClr val="bg1">
                  <a:lumMod val="85000"/>
                  <a:lumOff val="15000"/>
                </a:schemeClr>
              </a:solidFill>
              <a:latin typeface="Abadi" panose="020B0604020104020204" pitchFamily="34" charset="0"/>
            </a:rPr>
            <a:t>Nurse/Lab Tech| </a:t>
          </a:r>
          <a:r>
            <a:rPr lang="en-US" sz="2400" b="0" dirty="0">
              <a:solidFill>
                <a:schemeClr val="bg1">
                  <a:lumMod val="85000"/>
                  <a:lumOff val="15000"/>
                </a:schemeClr>
              </a:solidFill>
              <a:latin typeface="Abadi" panose="020B0604020104020204" pitchFamily="34" charset="0"/>
            </a:rPr>
            <a:t>Process sample, adds it to test tube, and waits for it to develop.</a:t>
          </a:r>
        </a:p>
      </dgm:t>
    </dgm:pt>
    <dgm:pt modelId="{1B569E3D-0AE7-46EC-8797-E26761C857D2}" type="parTrans" cxnId="{DE5B7C61-09AC-4641-B14E-92F578DA5CD8}">
      <dgm:prSet/>
      <dgm:spPr/>
      <dgm:t>
        <a:bodyPr/>
        <a:lstStyle/>
        <a:p>
          <a:endParaRPr lang="en-US"/>
        </a:p>
      </dgm:t>
    </dgm:pt>
    <dgm:pt modelId="{8D952A3D-2968-40FA-8346-584391CEBFDB}" type="sibTrans" cxnId="{DE5B7C61-09AC-4641-B14E-92F578DA5CD8}">
      <dgm:prSet/>
      <dgm:spPr/>
      <dgm:t>
        <a:bodyPr/>
        <a:lstStyle/>
        <a:p>
          <a:endParaRPr lang="en-US"/>
        </a:p>
      </dgm:t>
    </dgm:pt>
    <dgm:pt modelId="{8AF3057B-2922-4FC5-A985-0209798BB14B}">
      <dgm:prSet phldrT="[Text]" custT="1"/>
      <dgm:spPr>
        <a:sp3d z="-60000" extrusionH="63500" prstMaterial="matte"/>
      </dgm:spPr>
      <dgm:t>
        <a:bodyPr/>
        <a:lstStyle/>
        <a:p>
          <a:pPr marL="365760" indent="0">
            <a:buNone/>
          </a:pPr>
          <a:r>
            <a:rPr lang="en-US" sz="2400" b="1" dirty="0">
              <a:solidFill>
                <a:schemeClr val="bg1">
                  <a:lumMod val="85000"/>
                  <a:lumOff val="15000"/>
                </a:schemeClr>
              </a:solidFill>
              <a:latin typeface="Abadi" panose="020B0604020104020204" pitchFamily="34" charset="0"/>
            </a:rPr>
            <a:t>Nurse/Lab Tech| </a:t>
          </a:r>
          <a:r>
            <a:rPr lang="en-US" sz="2400" b="0" dirty="0">
              <a:solidFill>
                <a:schemeClr val="bg1">
                  <a:lumMod val="85000"/>
                  <a:lumOff val="15000"/>
                </a:schemeClr>
              </a:solidFill>
              <a:latin typeface="Abadi" panose="020B0604020104020204" pitchFamily="34" charset="0"/>
            </a:rPr>
            <a:t>Interprets result and communicates this to patient</a:t>
          </a:r>
          <a:r>
            <a:rPr lang="en-US" sz="2400" b="1" dirty="0">
              <a:solidFill>
                <a:schemeClr val="bg1">
                  <a:lumMod val="85000"/>
                  <a:lumOff val="15000"/>
                </a:schemeClr>
              </a:solidFill>
              <a:latin typeface="Abadi" panose="020B0604020104020204" pitchFamily="34" charset="0"/>
            </a:rPr>
            <a:t>.</a:t>
          </a:r>
          <a:endParaRPr lang="en-US" sz="2400" b="1" dirty="0">
            <a:solidFill>
              <a:schemeClr val="bg1">
                <a:lumMod val="85000"/>
                <a:lumOff val="15000"/>
              </a:schemeClr>
            </a:solidFill>
            <a:latin typeface="+mj-lt"/>
          </a:endParaRPr>
        </a:p>
      </dgm:t>
    </dgm:pt>
    <dgm:pt modelId="{1573F6B7-CA94-4346-8220-1C65E9D199AA}" type="parTrans" cxnId="{B3F4B7DE-3D44-4CB3-8152-95605DF60295}">
      <dgm:prSet/>
      <dgm:spPr/>
      <dgm:t>
        <a:bodyPr/>
        <a:lstStyle/>
        <a:p>
          <a:endParaRPr lang="en-US"/>
        </a:p>
      </dgm:t>
    </dgm:pt>
    <dgm:pt modelId="{39BFA99F-C460-48F4-92D7-3E5B2AE283D3}" type="sibTrans" cxnId="{B3F4B7DE-3D44-4CB3-8152-95605DF60295}">
      <dgm:prSet/>
      <dgm:spPr/>
      <dgm:t>
        <a:bodyPr/>
        <a:lstStyle/>
        <a:p>
          <a:endParaRPr lang="en-US"/>
        </a:p>
      </dgm:t>
    </dgm:pt>
    <dgm:pt modelId="{4368C674-838A-4164-8F98-57570A47D901}" type="pres">
      <dgm:prSet presAssocID="{7AD50B5B-F776-4790-AB66-69A2BDCE76E1}" presName="linearFlow" presStyleCnt="0">
        <dgm:presLayoutVars>
          <dgm:dir/>
          <dgm:animLvl val="lvl"/>
          <dgm:resizeHandles val="exact"/>
        </dgm:presLayoutVars>
      </dgm:prSet>
      <dgm:spPr/>
    </dgm:pt>
    <dgm:pt modelId="{4427B472-7C0D-4BEB-A1BB-DD720C4D2CE7}" type="pres">
      <dgm:prSet presAssocID="{CE0E9DFE-A364-4C20-846B-A344D8D70D34}" presName="composite" presStyleCnt="0"/>
      <dgm:spPr>
        <a:sp3d/>
      </dgm:spPr>
    </dgm:pt>
    <dgm:pt modelId="{AF411514-A8E4-4CF7-BE26-7CAF5B77871F}" type="pres">
      <dgm:prSet presAssocID="{CE0E9DFE-A364-4C20-846B-A344D8D70D34}" presName="parentText" presStyleLbl="alignNode1" presStyleIdx="0" presStyleCnt="5" custScaleX="172701" custScaleY="96427" custLinFactNeighborY="-22538">
        <dgm:presLayoutVars>
          <dgm:chMax val="1"/>
          <dgm:bulletEnabled val="1"/>
        </dgm:presLayoutVars>
      </dgm:prSet>
      <dgm:spPr>
        <a:prstGeom prst="homePlate">
          <a:avLst/>
        </a:prstGeom>
      </dgm:spPr>
    </dgm:pt>
    <dgm:pt modelId="{092EC8A5-5905-4084-B1C9-B4E5EB2EB60A}" type="pres">
      <dgm:prSet presAssocID="{CE0E9DFE-A364-4C20-846B-A344D8D70D34}" presName="descendantText" presStyleLbl="alignAcc1" presStyleIdx="0" presStyleCnt="5" custScaleX="91528" custLinFactNeighborX="-3938" custLinFactNeighborY="-23885">
        <dgm:presLayoutVars>
          <dgm:bulletEnabled val="1"/>
        </dgm:presLayoutVars>
      </dgm:prSet>
      <dgm:spPr/>
    </dgm:pt>
    <dgm:pt modelId="{A53726E9-E84D-4292-9755-F826BE53A871}" type="pres">
      <dgm:prSet presAssocID="{E32F2C13-1DFB-4D39-8831-97AE7F6FE940}" presName="sp" presStyleCnt="0"/>
      <dgm:spPr>
        <a:sp3d/>
      </dgm:spPr>
    </dgm:pt>
    <dgm:pt modelId="{5C366CFB-45BF-4028-8F8E-416B6BBBDE73}" type="pres">
      <dgm:prSet presAssocID="{18A41E8A-0DC4-4B64-A51D-4C3E55941418}" presName="composite" presStyleCnt="0"/>
      <dgm:spPr>
        <a:sp3d/>
      </dgm:spPr>
    </dgm:pt>
    <dgm:pt modelId="{B9211F30-D0A0-4B31-A18D-20E47B535B1C}" type="pres">
      <dgm:prSet presAssocID="{18A41E8A-0DC4-4B64-A51D-4C3E55941418}" presName="parentText" presStyleLbl="alignNode1" presStyleIdx="1" presStyleCnt="5" custScaleX="172701" custScaleY="110000" custLinFactNeighborY="-12432">
        <dgm:presLayoutVars>
          <dgm:chMax val="1"/>
          <dgm:bulletEnabled val="1"/>
        </dgm:presLayoutVars>
      </dgm:prSet>
      <dgm:spPr>
        <a:prstGeom prst="homePlate">
          <a:avLst/>
        </a:prstGeom>
      </dgm:spPr>
    </dgm:pt>
    <dgm:pt modelId="{C7BBAF8B-92CD-48CF-AB69-091CC8492986}" type="pres">
      <dgm:prSet presAssocID="{18A41E8A-0DC4-4B64-A51D-4C3E55941418}" presName="descendantText" presStyleLbl="alignAcc1" presStyleIdx="1" presStyleCnt="5" custScaleX="81382" custLinFactNeighborX="-8375" custLinFactNeighborY="-12752">
        <dgm:presLayoutVars>
          <dgm:bulletEnabled val="1"/>
        </dgm:presLayoutVars>
      </dgm:prSet>
      <dgm:spPr/>
    </dgm:pt>
    <dgm:pt modelId="{6A97BD56-DF0D-48F1-809A-03B6264044A5}" type="pres">
      <dgm:prSet presAssocID="{304C0275-710C-475B-9173-F209789374E8}" presName="sp" presStyleCnt="0"/>
      <dgm:spPr>
        <a:sp3d/>
      </dgm:spPr>
    </dgm:pt>
    <dgm:pt modelId="{5865BBF9-84B0-4B57-9BE7-6120128ACBE1}" type="pres">
      <dgm:prSet presAssocID="{AD4A15F4-04EE-4CD0-A6E0-C07460865C9C}" presName="composite" presStyleCnt="0"/>
      <dgm:spPr>
        <a:sp3d/>
      </dgm:spPr>
    </dgm:pt>
    <dgm:pt modelId="{5B43EC62-B0EE-4198-BF01-19F4C5E46EA9}" type="pres">
      <dgm:prSet presAssocID="{AD4A15F4-04EE-4CD0-A6E0-C07460865C9C}" presName="parentText" presStyleLbl="alignNode1" presStyleIdx="2" presStyleCnt="5" custScaleX="172701" custScaleY="110000" custLinFactNeighborY="-530">
        <dgm:presLayoutVars>
          <dgm:chMax val="1"/>
          <dgm:bulletEnabled val="1"/>
        </dgm:presLayoutVars>
      </dgm:prSet>
      <dgm:spPr>
        <a:prstGeom prst="homePlate">
          <a:avLst/>
        </a:prstGeom>
      </dgm:spPr>
    </dgm:pt>
    <dgm:pt modelId="{AAEC3E56-FE4D-412B-8EBF-BF2E601CDF0C}" type="pres">
      <dgm:prSet presAssocID="{AD4A15F4-04EE-4CD0-A6E0-C07460865C9C}" presName="descendantText" presStyleLbl="alignAcc1" presStyleIdx="2" presStyleCnt="5" custScaleX="95065" custLinFactNeighborX="-1690" custLinFactNeighborY="5211">
        <dgm:presLayoutVars>
          <dgm:bulletEnabled val="1"/>
        </dgm:presLayoutVars>
      </dgm:prSet>
      <dgm:spPr/>
    </dgm:pt>
    <dgm:pt modelId="{DC9B1F6B-914D-4AA1-9938-DA4503A58435}" type="pres">
      <dgm:prSet presAssocID="{42AF4D9B-5CF5-4589-8038-CDC6D93F687B}" presName="sp" presStyleCnt="0"/>
      <dgm:spPr>
        <a:sp3d/>
      </dgm:spPr>
    </dgm:pt>
    <dgm:pt modelId="{6B9EC823-AF3F-4F42-9F92-C2D4E55974B8}" type="pres">
      <dgm:prSet presAssocID="{3087A91E-7988-45DD-AEA9-FBF0D5650D67}" presName="composite" presStyleCnt="0"/>
      <dgm:spPr>
        <a:sp3d/>
      </dgm:spPr>
    </dgm:pt>
    <dgm:pt modelId="{BF5B47F1-60BA-4454-BDE3-9EDB60C14B28}" type="pres">
      <dgm:prSet presAssocID="{3087A91E-7988-45DD-AEA9-FBF0D5650D67}" presName="parentText" presStyleLbl="alignNode1" presStyleIdx="3" presStyleCnt="5" custScaleX="172701" custScaleY="110000" custLinFactNeighborY="11375">
        <dgm:presLayoutVars>
          <dgm:chMax val="1"/>
          <dgm:bulletEnabled val="1"/>
        </dgm:presLayoutVars>
      </dgm:prSet>
      <dgm:spPr>
        <a:prstGeom prst="homePlate">
          <a:avLst/>
        </a:prstGeom>
      </dgm:spPr>
    </dgm:pt>
    <dgm:pt modelId="{96AF1E76-03A8-4231-8ACE-B485A4AE7BE9}" type="pres">
      <dgm:prSet presAssocID="{3087A91E-7988-45DD-AEA9-FBF0D5650D67}" presName="descendantText" presStyleLbl="alignAcc1" presStyleIdx="3" presStyleCnt="5" custScaleX="81656" custLinFactNeighborX="-8514" custLinFactNeighborY="23183">
        <dgm:presLayoutVars>
          <dgm:bulletEnabled val="1"/>
        </dgm:presLayoutVars>
      </dgm:prSet>
      <dgm:spPr/>
    </dgm:pt>
    <dgm:pt modelId="{E005DC78-811E-4EE1-A744-7C0A2888C80A}" type="pres">
      <dgm:prSet presAssocID="{E21799F5-653C-4648-B568-3C3CF0EB290A}" presName="sp" presStyleCnt="0"/>
      <dgm:spPr>
        <a:sp3d/>
      </dgm:spPr>
    </dgm:pt>
    <dgm:pt modelId="{A66B6FC4-6B81-44DB-A5FB-AAFB34C9B354}" type="pres">
      <dgm:prSet presAssocID="{542A95AF-B541-46BC-B7D4-A8F914EE4116}" presName="composite" presStyleCnt="0"/>
      <dgm:spPr>
        <a:sp3d/>
      </dgm:spPr>
    </dgm:pt>
    <dgm:pt modelId="{B6077405-50F8-4FAC-8B6C-20DF71DE6710}" type="pres">
      <dgm:prSet presAssocID="{542A95AF-B541-46BC-B7D4-A8F914EE4116}" presName="parentText" presStyleLbl="alignNode1" presStyleIdx="4" presStyleCnt="5" custScaleX="172701" custScaleY="110000" custLinFactNeighborY="22538">
        <dgm:presLayoutVars>
          <dgm:chMax val="1"/>
          <dgm:bulletEnabled val="1"/>
        </dgm:presLayoutVars>
      </dgm:prSet>
      <dgm:spPr>
        <a:prstGeom prst="homePlate">
          <a:avLst/>
        </a:prstGeom>
      </dgm:spPr>
    </dgm:pt>
    <dgm:pt modelId="{55884B40-32C6-4C9D-BDD1-9D6C9658FD11}" type="pres">
      <dgm:prSet presAssocID="{542A95AF-B541-46BC-B7D4-A8F914EE4116}" presName="descendantText" presStyleLbl="alignAcc1" presStyleIdx="4" presStyleCnt="5" custScaleX="81656" custLinFactNeighborX="-8514" custLinFactNeighborY="23183">
        <dgm:presLayoutVars>
          <dgm:bulletEnabled val="1"/>
        </dgm:presLayoutVars>
      </dgm:prSet>
      <dgm:spPr/>
    </dgm:pt>
  </dgm:ptLst>
  <dgm:cxnLst>
    <dgm:cxn modelId="{448AED1E-33F8-4E2D-A417-6F827BBD7DD5}" type="presOf" srcId="{24DE9BFF-8C75-4C62-8A77-77DD143D8578}" destId="{C7BBAF8B-92CD-48CF-AB69-091CC8492986}" srcOrd="0" destOrd="0" presId="urn:microsoft.com/office/officeart/2005/8/layout/chevron2"/>
    <dgm:cxn modelId="{4D327322-9E01-48B3-A5D7-B78ADB65BBEE}" type="presOf" srcId="{8AF3057B-2922-4FC5-A985-0209798BB14B}" destId="{55884B40-32C6-4C9D-BDD1-9D6C9658FD11}" srcOrd="0" destOrd="0" presId="urn:microsoft.com/office/officeart/2005/8/layout/chevron2"/>
    <dgm:cxn modelId="{F28D3C2F-AD38-4C65-A444-237B363E9467}" srcId="{7AD50B5B-F776-4790-AB66-69A2BDCE76E1}" destId="{AD4A15F4-04EE-4CD0-A6E0-C07460865C9C}" srcOrd="2" destOrd="0" parTransId="{C0D0BB22-E2DF-4B1C-8B30-480087F51125}" sibTransId="{42AF4D9B-5CF5-4589-8038-CDC6D93F687B}"/>
    <dgm:cxn modelId="{B353153D-77FE-404F-B36D-F3359057DA00}" type="presOf" srcId="{18A41E8A-0DC4-4B64-A51D-4C3E55941418}" destId="{B9211F30-D0A0-4B31-A18D-20E47B535B1C}" srcOrd="0" destOrd="0" presId="urn:microsoft.com/office/officeart/2005/8/layout/chevron2"/>
    <dgm:cxn modelId="{DE5B7C61-09AC-4641-B14E-92F578DA5CD8}" srcId="{3087A91E-7988-45DD-AEA9-FBF0D5650D67}" destId="{524CCF2F-09FC-4549-895B-61880750A906}" srcOrd="0" destOrd="0" parTransId="{1B569E3D-0AE7-46EC-8797-E26761C857D2}" sibTransId="{8D952A3D-2968-40FA-8346-584391CEBFDB}"/>
    <dgm:cxn modelId="{B864C366-3F37-4E8A-AD0C-2C7B5D7AAD11}" type="presOf" srcId="{524CCF2F-09FC-4549-895B-61880750A906}" destId="{96AF1E76-03A8-4231-8ACE-B485A4AE7BE9}" srcOrd="0" destOrd="0" presId="urn:microsoft.com/office/officeart/2005/8/layout/chevron2"/>
    <dgm:cxn modelId="{7BD1064B-59AE-4886-957F-1BB3D9FFEEE6}" type="presOf" srcId="{3087A91E-7988-45DD-AEA9-FBF0D5650D67}" destId="{BF5B47F1-60BA-4454-BDE3-9EDB60C14B28}" srcOrd="0" destOrd="0" presId="urn:microsoft.com/office/officeart/2005/8/layout/chevron2"/>
    <dgm:cxn modelId="{248D1650-BEE2-45E5-B743-5F9A4114EFF4}" srcId="{7AD50B5B-F776-4790-AB66-69A2BDCE76E1}" destId="{542A95AF-B541-46BC-B7D4-A8F914EE4116}" srcOrd="4" destOrd="0" parTransId="{E8AB9CA9-82FF-4D27-8D1A-2A0ED2E6E948}" sibTransId="{D0C97D4E-6DAB-4618-9D7D-19E53FE6E6F1}"/>
    <dgm:cxn modelId="{2B79A35A-6C63-47A3-8CD0-7BDE9199BB55}" type="presOf" srcId="{7296401F-99EB-48F9-93E2-6F07F68CFE1C}" destId="{092EC8A5-5905-4084-B1C9-B4E5EB2EB60A}" srcOrd="0" destOrd="0" presId="urn:microsoft.com/office/officeart/2005/8/layout/chevron2"/>
    <dgm:cxn modelId="{4B50FE5A-5760-4A02-A2E9-715F0E15004B}" srcId="{CE0E9DFE-A364-4C20-846B-A344D8D70D34}" destId="{7296401F-99EB-48F9-93E2-6F07F68CFE1C}" srcOrd="0" destOrd="0" parTransId="{EE04054F-9795-4232-BA81-0765D45B8064}" sibTransId="{1FC685EA-A6AA-4D1A-85C5-97DA269225A0}"/>
    <dgm:cxn modelId="{C46DF182-D0D1-4075-9FEE-13993F05EF61}" srcId="{7AD50B5B-F776-4790-AB66-69A2BDCE76E1}" destId="{3087A91E-7988-45DD-AEA9-FBF0D5650D67}" srcOrd="3" destOrd="0" parTransId="{6B0E5631-6F37-4063-A0BF-E032D66DFDCD}" sibTransId="{E21799F5-653C-4648-B568-3C3CF0EB290A}"/>
    <dgm:cxn modelId="{50BD6F86-B1E1-498E-BA70-4A44CF894DF7}" type="presOf" srcId="{542A95AF-B541-46BC-B7D4-A8F914EE4116}" destId="{B6077405-50F8-4FAC-8B6C-20DF71DE6710}" srcOrd="0" destOrd="0" presId="urn:microsoft.com/office/officeart/2005/8/layout/chevron2"/>
    <dgm:cxn modelId="{E13C3F93-1433-4FF5-A847-B3AA8B511696}" srcId="{7AD50B5B-F776-4790-AB66-69A2BDCE76E1}" destId="{CE0E9DFE-A364-4C20-846B-A344D8D70D34}" srcOrd="0" destOrd="0" parTransId="{3D73AA3E-A8D4-4DFF-B1CD-5473E9F6C83D}" sibTransId="{E32F2C13-1DFB-4D39-8831-97AE7F6FE940}"/>
    <dgm:cxn modelId="{5E89719E-DD0A-47AF-982C-96C72B1F282D}" srcId="{AD4A15F4-04EE-4CD0-A6E0-C07460865C9C}" destId="{5C286637-37C8-47C1-9C1B-CDED7573380B}" srcOrd="0" destOrd="0" parTransId="{8C0A6CA6-5888-4EB0-BE70-57822C623190}" sibTransId="{CB7270C7-DE4C-420A-B0B2-888BA910D737}"/>
    <dgm:cxn modelId="{159E23AA-FA62-421A-AC63-7E28B11AA5EC}" srcId="{18A41E8A-0DC4-4B64-A51D-4C3E55941418}" destId="{24DE9BFF-8C75-4C62-8A77-77DD143D8578}" srcOrd="0" destOrd="0" parTransId="{3CC03C4B-95C4-4A1F-9FEE-1FA4149D8D7D}" sibTransId="{15E2167D-798D-4F13-9E5C-3B08AF57B50C}"/>
    <dgm:cxn modelId="{7C33DACE-A5BC-4C45-9F00-0487A77DF3DC}" type="presOf" srcId="{CE0E9DFE-A364-4C20-846B-A344D8D70D34}" destId="{AF411514-A8E4-4CF7-BE26-7CAF5B77871F}" srcOrd="0" destOrd="0" presId="urn:microsoft.com/office/officeart/2005/8/layout/chevron2"/>
    <dgm:cxn modelId="{C490B9DC-62E9-4A39-8B52-08201B78488F}" type="presOf" srcId="{7AD50B5B-F776-4790-AB66-69A2BDCE76E1}" destId="{4368C674-838A-4164-8F98-57570A47D901}" srcOrd="0" destOrd="0" presId="urn:microsoft.com/office/officeart/2005/8/layout/chevron2"/>
    <dgm:cxn modelId="{F4C01CDE-80BD-40D3-AA1A-209A99390A49}" type="presOf" srcId="{AD4A15F4-04EE-4CD0-A6E0-C07460865C9C}" destId="{5B43EC62-B0EE-4198-BF01-19F4C5E46EA9}" srcOrd="0" destOrd="0" presId="urn:microsoft.com/office/officeart/2005/8/layout/chevron2"/>
    <dgm:cxn modelId="{B3F4B7DE-3D44-4CB3-8152-95605DF60295}" srcId="{542A95AF-B541-46BC-B7D4-A8F914EE4116}" destId="{8AF3057B-2922-4FC5-A985-0209798BB14B}" srcOrd="0" destOrd="0" parTransId="{1573F6B7-CA94-4346-8220-1C65E9D199AA}" sibTransId="{39BFA99F-C460-48F4-92D7-3E5B2AE283D3}"/>
    <dgm:cxn modelId="{B69414E7-AC11-4861-8069-286D5547FCFB}" srcId="{7AD50B5B-F776-4790-AB66-69A2BDCE76E1}" destId="{18A41E8A-0DC4-4B64-A51D-4C3E55941418}" srcOrd="1" destOrd="0" parTransId="{9DC640D7-8577-491F-B83D-D7129BA10281}" sibTransId="{304C0275-710C-475B-9173-F209789374E8}"/>
    <dgm:cxn modelId="{F44B9EEC-21FA-4626-BD4F-AFF8AEAB8A92}" type="presOf" srcId="{5C286637-37C8-47C1-9C1B-CDED7573380B}" destId="{AAEC3E56-FE4D-412B-8EBF-BF2E601CDF0C}" srcOrd="0" destOrd="0" presId="urn:microsoft.com/office/officeart/2005/8/layout/chevron2"/>
    <dgm:cxn modelId="{69CD9216-41DE-4D70-B074-2A2DA4AECDD2}" type="presParOf" srcId="{4368C674-838A-4164-8F98-57570A47D901}" destId="{4427B472-7C0D-4BEB-A1BB-DD720C4D2CE7}" srcOrd="0" destOrd="0" presId="urn:microsoft.com/office/officeart/2005/8/layout/chevron2"/>
    <dgm:cxn modelId="{5DF713D7-FE92-44B2-BE46-B38817349CAA}" type="presParOf" srcId="{4427B472-7C0D-4BEB-A1BB-DD720C4D2CE7}" destId="{AF411514-A8E4-4CF7-BE26-7CAF5B77871F}" srcOrd="0" destOrd="0" presId="urn:microsoft.com/office/officeart/2005/8/layout/chevron2"/>
    <dgm:cxn modelId="{50365116-166D-4D81-8BDC-1BB501BF388E}" type="presParOf" srcId="{4427B472-7C0D-4BEB-A1BB-DD720C4D2CE7}" destId="{092EC8A5-5905-4084-B1C9-B4E5EB2EB60A}" srcOrd="1" destOrd="0" presId="urn:microsoft.com/office/officeart/2005/8/layout/chevron2"/>
    <dgm:cxn modelId="{C048F8FA-35C3-42B0-9080-97461EE010A6}" type="presParOf" srcId="{4368C674-838A-4164-8F98-57570A47D901}" destId="{A53726E9-E84D-4292-9755-F826BE53A871}" srcOrd="1" destOrd="0" presId="urn:microsoft.com/office/officeart/2005/8/layout/chevron2"/>
    <dgm:cxn modelId="{3084395F-4386-4FEC-AD03-0CA78546F93B}" type="presParOf" srcId="{4368C674-838A-4164-8F98-57570A47D901}" destId="{5C366CFB-45BF-4028-8F8E-416B6BBBDE73}" srcOrd="2" destOrd="0" presId="urn:microsoft.com/office/officeart/2005/8/layout/chevron2"/>
    <dgm:cxn modelId="{3FBDB3DA-67B0-4D83-A8A2-FD1D39D866C3}" type="presParOf" srcId="{5C366CFB-45BF-4028-8F8E-416B6BBBDE73}" destId="{B9211F30-D0A0-4B31-A18D-20E47B535B1C}" srcOrd="0" destOrd="0" presId="urn:microsoft.com/office/officeart/2005/8/layout/chevron2"/>
    <dgm:cxn modelId="{80D2FE22-1118-4623-BDBC-1B1987D46DF1}" type="presParOf" srcId="{5C366CFB-45BF-4028-8F8E-416B6BBBDE73}" destId="{C7BBAF8B-92CD-48CF-AB69-091CC8492986}" srcOrd="1" destOrd="0" presId="urn:microsoft.com/office/officeart/2005/8/layout/chevron2"/>
    <dgm:cxn modelId="{93F797C6-9624-4FD9-9300-E4542E67C416}" type="presParOf" srcId="{4368C674-838A-4164-8F98-57570A47D901}" destId="{6A97BD56-DF0D-48F1-809A-03B6264044A5}" srcOrd="3" destOrd="0" presId="urn:microsoft.com/office/officeart/2005/8/layout/chevron2"/>
    <dgm:cxn modelId="{5448ED2C-D65D-4CBD-9791-F83D430D6057}" type="presParOf" srcId="{4368C674-838A-4164-8F98-57570A47D901}" destId="{5865BBF9-84B0-4B57-9BE7-6120128ACBE1}" srcOrd="4" destOrd="0" presId="urn:microsoft.com/office/officeart/2005/8/layout/chevron2"/>
    <dgm:cxn modelId="{8C87A5DD-E114-4A2E-AEF4-10A55079F087}" type="presParOf" srcId="{5865BBF9-84B0-4B57-9BE7-6120128ACBE1}" destId="{5B43EC62-B0EE-4198-BF01-19F4C5E46EA9}" srcOrd="0" destOrd="0" presId="urn:microsoft.com/office/officeart/2005/8/layout/chevron2"/>
    <dgm:cxn modelId="{B3896C1C-522F-4538-B7A4-0663760952FF}" type="presParOf" srcId="{5865BBF9-84B0-4B57-9BE7-6120128ACBE1}" destId="{AAEC3E56-FE4D-412B-8EBF-BF2E601CDF0C}" srcOrd="1" destOrd="0" presId="urn:microsoft.com/office/officeart/2005/8/layout/chevron2"/>
    <dgm:cxn modelId="{7BA8C2AA-A530-4732-91E6-1458E060B617}" type="presParOf" srcId="{4368C674-838A-4164-8F98-57570A47D901}" destId="{DC9B1F6B-914D-4AA1-9938-DA4503A58435}" srcOrd="5" destOrd="0" presId="urn:microsoft.com/office/officeart/2005/8/layout/chevron2"/>
    <dgm:cxn modelId="{7F7C4F29-F4D9-4BF2-A06E-1E83424F5C03}" type="presParOf" srcId="{4368C674-838A-4164-8F98-57570A47D901}" destId="{6B9EC823-AF3F-4F42-9F92-C2D4E55974B8}" srcOrd="6" destOrd="0" presId="urn:microsoft.com/office/officeart/2005/8/layout/chevron2"/>
    <dgm:cxn modelId="{22ABA90A-32D9-4F40-87CE-FA1A6E4EFE47}" type="presParOf" srcId="{6B9EC823-AF3F-4F42-9F92-C2D4E55974B8}" destId="{BF5B47F1-60BA-4454-BDE3-9EDB60C14B28}" srcOrd="0" destOrd="0" presId="urn:microsoft.com/office/officeart/2005/8/layout/chevron2"/>
    <dgm:cxn modelId="{9EDF01DE-FD84-4C8E-9B1C-F0DD9F84F76D}" type="presParOf" srcId="{6B9EC823-AF3F-4F42-9F92-C2D4E55974B8}" destId="{96AF1E76-03A8-4231-8ACE-B485A4AE7BE9}" srcOrd="1" destOrd="0" presId="urn:microsoft.com/office/officeart/2005/8/layout/chevron2"/>
    <dgm:cxn modelId="{6000DA7E-F9A7-47DF-9459-13900BFFC530}" type="presParOf" srcId="{4368C674-838A-4164-8F98-57570A47D901}" destId="{E005DC78-811E-4EE1-A744-7C0A2888C80A}" srcOrd="7" destOrd="0" presId="urn:microsoft.com/office/officeart/2005/8/layout/chevron2"/>
    <dgm:cxn modelId="{8EC3D289-4349-4372-9017-D235DDF03F3C}" type="presParOf" srcId="{4368C674-838A-4164-8F98-57570A47D901}" destId="{A66B6FC4-6B81-44DB-A5FB-AAFB34C9B354}" srcOrd="8" destOrd="0" presId="urn:microsoft.com/office/officeart/2005/8/layout/chevron2"/>
    <dgm:cxn modelId="{C7F76960-A4CD-4A51-A00F-071A3C686854}" type="presParOf" srcId="{A66B6FC4-6B81-44DB-A5FB-AAFB34C9B354}" destId="{B6077405-50F8-4FAC-8B6C-20DF71DE6710}" srcOrd="0" destOrd="0" presId="urn:microsoft.com/office/officeart/2005/8/layout/chevron2"/>
    <dgm:cxn modelId="{46DF16B7-15B6-4530-9194-477FAFA76B95}" type="presParOf" srcId="{A66B6FC4-6B81-44DB-A5FB-AAFB34C9B354}" destId="{55884B40-32C6-4C9D-BDD1-9D6C9658FD11}" srcOrd="1" destOrd="0" presId="urn:microsoft.com/office/officeart/2005/8/layout/chevron2"/>
  </dgm:cxnLst>
  <dgm:bg>
    <a:effectLst>
      <a:outerShdw blurRad="50800" dir="8100000" algn="tr" rotWithShape="0">
        <a:prstClr val="black">
          <a:alpha val="40000"/>
        </a:prstClr>
      </a:outerShdw>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AD50B5B-F776-4790-AB66-69A2BDCE76E1}" type="doc">
      <dgm:prSet loTypeId="urn:microsoft.com/office/officeart/2005/8/layout/chevron2" loCatId="process" qsTypeId="urn:microsoft.com/office/officeart/2005/8/quickstyle/3d5" qsCatId="3D" csTypeId="urn:microsoft.com/office/officeart/2005/8/colors/colorful5" csCatId="colorful" phldr="1"/>
      <dgm:spPr>
        <a:scene3d>
          <a:camera prst="isometricOffAxis2Left" zoom="95000">
            <a:rot lat="693019" lon="20494820" rev="0"/>
          </a:camera>
          <a:lightRig rig="flat" dir="t"/>
        </a:scene3d>
      </dgm:spPr>
      <dgm:t>
        <a:bodyPr/>
        <a:lstStyle/>
        <a:p>
          <a:endParaRPr lang="en-US"/>
        </a:p>
      </dgm:t>
    </dgm:pt>
    <dgm:pt modelId="{CE0E9DFE-A364-4C20-846B-A344D8D70D34}">
      <dgm:prSet phldrT="[Text]" custT="1"/>
      <dgm:spPr>
        <a:sp3d extrusionH="381000" contourW="38100" prstMaterial="matte">
          <a:contourClr>
            <a:schemeClr val="lt1"/>
          </a:contourClr>
        </a:sp3d>
      </dgm:spPr>
      <dgm:t>
        <a:bodyPr/>
        <a:lstStyle/>
        <a:p>
          <a:r>
            <a:rPr lang="en-US" sz="2000" b="1" dirty="0">
              <a:solidFill>
                <a:schemeClr val="bg1">
                  <a:lumMod val="85000"/>
                  <a:lumOff val="15000"/>
                </a:schemeClr>
              </a:solidFill>
              <a:latin typeface="+mj-lt"/>
            </a:rPr>
            <a:t>Purchasing</a:t>
          </a:r>
        </a:p>
      </dgm:t>
    </dgm:pt>
    <dgm:pt modelId="{3D73AA3E-A8D4-4DFF-B1CD-5473E9F6C83D}" type="parTrans" cxnId="{E13C3F93-1433-4FF5-A847-B3AA8B511696}">
      <dgm:prSet/>
      <dgm:spPr/>
      <dgm:t>
        <a:bodyPr/>
        <a:lstStyle/>
        <a:p>
          <a:endParaRPr lang="en-US"/>
        </a:p>
      </dgm:t>
    </dgm:pt>
    <dgm:pt modelId="{E32F2C13-1DFB-4D39-8831-97AE7F6FE940}" type="sibTrans" cxnId="{E13C3F93-1433-4FF5-A847-B3AA8B511696}">
      <dgm:prSet/>
      <dgm:spPr/>
      <dgm:t>
        <a:bodyPr/>
        <a:lstStyle/>
        <a:p>
          <a:endParaRPr lang="en-US"/>
        </a:p>
      </dgm:t>
    </dgm:pt>
    <dgm:pt modelId="{7296401F-99EB-48F9-93E2-6F07F68CFE1C}">
      <dgm:prSet phldrT="[Text]"/>
      <dgm:spPr>
        <a:sp3d z="-60000" extrusionH="63500" prstMaterial="matte"/>
      </dgm:spPr>
      <dgm:t>
        <a:bodyPr/>
        <a:lstStyle/>
        <a:p>
          <a:pPr marL="365760" indent="0">
            <a:buNone/>
          </a:pPr>
          <a:r>
            <a:rPr lang="en-US" dirty="0">
              <a:latin typeface="Abadi" panose="020B0604020104020204" pitchFamily="34" charset="0"/>
            </a:rPr>
            <a:t>Cost, accuracy, access, </a:t>
          </a:r>
          <a:r>
            <a:rPr lang="en-US" u="sng" dirty="0">
              <a:latin typeface="Abadi" panose="020B0604020104020204" pitchFamily="34" charset="0"/>
            </a:rPr>
            <a:t>ease of use</a:t>
          </a:r>
          <a:r>
            <a:rPr lang="en-US" dirty="0">
              <a:latin typeface="Abadi" panose="020B0604020104020204" pitchFamily="34" charset="0"/>
            </a:rPr>
            <a:t>, time to result</a:t>
          </a:r>
        </a:p>
      </dgm:t>
    </dgm:pt>
    <dgm:pt modelId="{EE04054F-9795-4232-BA81-0765D45B8064}" type="parTrans" cxnId="{4B50FE5A-5760-4A02-A2E9-715F0E15004B}">
      <dgm:prSet/>
      <dgm:spPr/>
      <dgm:t>
        <a:bodyPr/>
        <a:lstStyle/>
        <a:p>
          <a:endParaRPr lang="en-US"/>
        </a:p>
      </dgm:t>
    </dgm:pt>
    <dgm:pt modelId="{1FC685EA-A6AA-4D1A-85C5-97DA269225A0}" type="sibTrans" cxnId="{4B50FE5A-5760-4A02-A2E9-715F0E15004B}">
      <dgm:prSet/>
      <dgm:spPr/>
      <dgm:t>
        <a:bodyPr/>
        <a:lstStyle/>
        <a:p>
          <a:endParaRPr lang="en-US"/>
        </a:p>
      </dgm:t>
    </dgm:pt>
    <dgm:pt modelId="{18A41E8A-0DC4-4B64-A51D-4C3E55941418}">
      <dgm:prSet phldrT="[Text]" custT="1"/>
      <dgm:spPr>
        <a:sp3d extrusionH="381000" contourW="38100" prstMaterial="matte">
          <a:contourClr>
            <a:schemeClr val="lt1"/>
          </a:contourClr>
        </a:sp3d>
      </dgm:spPr>
      <dgm:t>
        <a:bodyPr/>
        <a:lstStyle/>
        <a:p>
          <a:r>
            <a:rPr lang="en-US" sz="2000" b="1">
              <a:solidFill>
                <a:schemeClr val="bg1">
                  <a:lumMod val="85000"/>
                  <a:lumOff val="15000"/>
                </a:schemeClr>
              </a:solidFill>
              <a:latin typeface="+mj-lt"/>
            </a:rPr>
            <a:t>Test </a:t>
          </a:r>
          <a:br>
            <a:rPr lang="en-US" sz="2000" b="1">
              <a:solidFill>
                <a:schemeClr val="bg1">
                  <a:lumMod val="85000"/>
                  <a:lumOff val="15000"/>
                </a:schemeClr>
              </a:solidFill>
              <a:latin typeface="+mj-lt"/>
            </a:rPr>
          </a:br>
          <a:r>
            <a:rPr lang="en-US" sz="2000" b="1">
              <a:solidFill>
                <a:schemeClr val="bg1">
                  <a:lumMod val="85000"/>
                  <a:lumOff val="15000"/>
                </a:schemeClr>
              </a:solidFill>
              <a:latin typeface="+mj-lt"/>
            </a:rPr>
            <a:t>Prep</a:t>
          </a:r>
          <a:endParaRPr lang="en-US" sz="2000" b="1" dirty="0">
            <a:solidFill>
              <a:schemeClr val="bg1">
                <a:lumMod val="85000"/>
                <a:lumOff val="15000"/>
              </a:schemeClr>
            </a:solidFill>
            <a:latin typeface="+mj-lt"/>
          </a:endParaRPr>
        </a:p>
      </dgm:t>
    </dgm:pt>
    <dgm:pt modelId="{9DC640D7-8577-491F-B83D-D7129BA10281}" type="parTrans" cxnId="{B69414E7-AC11-4861-8069-286D5547FCFB}">
      <dgm:prSet/>
      <dgm:spPr/>
      <dgm:t>
        <a:bodyPr/>
        <a:lstStyle/>
        <a:p>
          <a:endParaRPr lang="en-US"/>
        </a:p>
      </dgm:t>
    </dgm:pt>
    <dgm:pt modelId="{304C0275-710C-475B-9173-F209789374E8}" type="sibTrans" cxnId="{B69414E7-AC11-4861-8069-286D5547FCFB}">
      <dgm:prSet/>
      <dgm:spPr/>
      <dgm:t>
        <a:bodyPr/>
        <a:lstStyle/>
        <a:p>
          <a:endParaRPr lang="en-US"/>
        </a:p>
      </dgm:t>
    </dgm:pt>
    <dgm:pt modelId="{24DE9BFF-8C75-4C62-8A77-77DD143D8578}">
      <dgm:prSet phldrT="[Text]"/>
      <dgm:spPr>
        <a:sp3d z="-60000" extrusionH="63500" prstMaterial="matte"/>
      </dgm:spPr>
      <dgm:t>
        <a:bodyPr/>
        <a:lstStyle/>
        <a:p>
          <a:pPr marL="274320" indent="0">
            <a:buNone/>
          </a:pPr>
          <a:r>
            <a:rPr lang="en-US" u="sng" dirty="0">
              <a:latin typeface="Abadi" panose="020B0604020104020204" pitchFamily="34" charset="0"/>
            </a:rPr>
            <a:t>Ease of use</a:t>
          </a:r>
          <a:r>
            <a:rPr lang="en-US" dirty="0">
              <a:latin typeface="Abadi" panose="020B0604020104020204" pitchFamily="34" charset="0"/>
            </a:rPr>
            <a:t>, prep time</a:t>
          </a:r>
        </a:p>
      </dgm:t>
    </dgm:pt>
    <dgm:pt modelId="{3CC03C4B-95C4-4A1F-9FEE-1FA4149D8D7D}" type="parTrans" cxnId="{159E23AA-FA62-421A-AC63-7E28B11AA5EC}">
      <dgm:prSet/>
      <dgm:spPr/>
      <dgm:t>
        <a:bodyPr/>
        <a:lstStyle/>
        <a:p>
          <a:endParaRPr lang="en-US"/>
        </a:p>
      </dgm:t>
    </dgm:pt>
    <dgm:pt modelId="{15E2167D-798D-4F13-9E5C-3B08AF57B50C}" type="sibTrans" cxnId="{159E23AA-FA62-421A-AC63-7E28B11AA5EC}">
      <dgm:prSet/>
      <dgm:spPr/>
      <dgm:t>
        <a:bodyPr/>
        <a:lstStyle/>
        <a:p>
          <a:endParaRPr lang="en-US"/>
        </a:p>
      </dgm:t>
    </dgm:pt>
    <dgm:pt modelId="{AD4A15F4-04EE-4CD0-A6E0-C07460865C9C}">
      <dgm:prSet phldrT="[Text]" custT="1"/>
      <dgm:spPr>
        <a:sp3d extrusionH="381000" contourW="38100" prstMaterial="matte">
          <a:contourClr>
            <a:schemeClr val="lt1"/>
          </a:contourClr>
        </a:sp3d>
      </dgm:spPr>
      <dgm:t>
        <a:bodyPr/>
        <a:lstStyle/>
        <a:p>
          <a:r>
            <a:rPr lang="en-US" sz="2000" b="1">
              <a:solidFill>
                <a:schemeClr val="bg1">
                  <a:lumMod val="85000"/>
                  <a:lumOff val="15000"/>
                </a:schemeClr>
              </a:solidFill>
              <a:latin typeface="+mj-lt"/>
            </a:rPr>
            <a:t>Sample Collection</a:t>
          </a:r>
          <a:endParaRPr lang="en-US" sz="2000" b="1" dirty="0">
            <a:solidFill>
              <a:schemeClr val="bg1">
                <a:lumMod val="85000"/>
                <a:lumOff val="15000"/>
              </a:schemeClr>
            </a:solidFill>
            <a:latin typeface="+mj-lt"/>
          </a:endParaRPr>
        </a:p>
      </dgm:t>
    </dgm:pt>
    <dgm:pt modelId="{C0D0BB22-E2DF-4B1C-8B30-480087F51125}" type="parTrans" cxnId="{F28D3C2F-AD38-4C65-A444-237B363E9467}">
      <dgm:prSet/>
      <dgm:spPr/>
      <dgm:t>
        <a:bodyPr/>
        <a:lstStyle/>
        <a:p>
          <a:endParaRPr lang="en-US"/>
        </a:p>
      </dgm:t>
    </dgm:pt>
    <dgm:pt modelId="{42AF4D9B-5CF5-4589-8038-CDC6D93F687B}" type="sibTrans" cxnId="{F28D3C2F-AD38-4C65-A444-237B363E9467}">
      <dgm:prSet/>
      <dgm:spPr/>
      <dgm:t>
        <a:bodyPr/>
        <a:lstStyle/>
        <a:p>
          <a:endParaRPr lang="en-US"/>
        </a:p>
      </dgm:t>
    </dgm:pt>
    <dgm:pt modelId="{5C286637-37C8-47C1-9C1B-CDED7573380B}">
      <dgm:prSet phldrT="[Text]"/>
      <dgm:spPr>
        <a:sp3d z="-60000" extrusionH="63500" prstMaterial="matte"/>
      </dgm:spPr>
      <dgm:t>
        <a:bodyPr/>
        <a:lstStyle/>
        <a:p>
          <a:pPr marL="274320" indent="0">
            <a:buNone/>
          </a:pPr>
          <a:r>
            <a:rPr lang="en-US" u="sng" dirty="0">
              <a:latin typeface="Abadi" panose="020B0604020104020204" pitchFamily="34" charset="0"/>
            </a:rPr>
            <a:t>Ease of use</a:t>
          </a:r>
          <a:r>
            <a:rPr lang="en-US" dirty="0">
              <a:latin typeface="Abadi" panose="020B0604020104020204" pitchFamily="34" charset="0"/>
            </a:rPr>
            <a:t>, time on task, emotional response (discomfort)</a:t>
          </a:r>
        </a:p>
      </dgm:t>
    </dgm:pt>
    <dgm:pt modelId="{8C0A6CA6-5888-4EB0-BE70-57822C623190}" type="parTrans" cxnId="{5E89719E-DD0A-47AF-982C-96C72B1F282D}">
      <dgm:prSet/>
      <dgm:spPr/>
      <dgm:t>
        <a:bodyPr/>
        <a:lstStyle/>
        <a:p>
          <a:endParaRPr lang="en-US"/>
        </a:p>
      </dgm:t>
    </dgm:pt>
    <dgm:pt modelId="{CB7270C7-DE4C-420A-B0B2-888BA910D737}" type="sibTrans" cxnId="{5E89719E-DD0A-47AF-982C-96C72B1F282D}">
      <dgm:prSet/>
      <dgm:spPr/>
      <dgm:t>
        <a:bodyPr/>
        <a:lstStyle/>
        <a:p>
          <a:endParaRPr lang="en-US"/>
        </a:p>
      </dgm:t>
    </dgm:pt>
    <dgm:pt modelId="{3087A91E-7988-45DD-AEA9-FBF0D5650D67}">
      <dgm:prSet phldrT="[Text]" custT="1"/>
      <dgm:spPr>
        <a:sp3d extrusionH="381000" contourW="38100" prstMaterial="matte">
          <a:contourClr>
            <a:schemeClr val="lt1"/>
          </a:contourClr>
        </a:sp3d>
      </dgm:spPr>
      <dgm:t>
        <a:bodyPr/>
        <a:lstStyle/>
        <a:p>
          <a:r>
            <a:rPr lang="en-US" sz="2000" b="1" dirty="0">
              <a:solidFill>
                <a:schemeClr val="bg1">
                  <a:lumMod val="85000"/>
                  <a:lumOff val="15000"/>
                </a:schemeClr>
              </a:solidFill>
              <a:latin typeface="+mj-lt"/>
            </a:rPr>
            <a:t>Sample </a:t>
          </a:r>
          <a:br>
            <a:rPr lang="en-US" sz="2000" b="1" dirty="0">
              <a:solidFill>
                <a:schemeClr val="bg1">
                  <a:lumMod val="85000"/>
                  <a:lumOff val="15000"/>
                </a:schemeClr>
              </a:solidFill>
              <a:latin typeface="+mj-lt"/>
            </a:rPr>
          </a:br>
          <a:r>
            <a:rPr lang="en-US" sz="2000" b="1" dirty="0">
              <a:solidFill>
                <a:schemeClr val="bg1">
                  <a:lumMod val="85000"/>
                  <a:lumOff val="15000"/>
                </a:schemeClr>
              </a:solidFill>
              <a:latin typeface="+mj-lt"/>
            </a:rPr>
            <a:t>Tested</a:t>
          </a:r>
        </a:p>
      </dgm:t>
    </dgm:pt>
    <dgm:pt modelId="{6B0E5631-6F37-4063-A0BF-E032D66DFDCD}" type="parTrans" cxnId="{C46DF182-D0D1-4075-9FEE-13993F05EF61}">
      <dgm:prSet/>
      <dgm:spPr/>
      <dgm:t>
        <a:bodyPr/>
        <a:lstStyle/>
        <a:p>
          <a:endParaRPr lang="en-US"/>
        </a:p>
      </dgm:t>
    </dgm:pt>
    <dgm:pt modelId="{E21799F5-653C-4648-B568-3C3CF0EB290A}" type="sibTrans" cxnId="{C46DF182-D0D1-4075-9FEE-13993F05EF61}">
      <dgm:prSet/>
      <dgm:spPr/>
      <dgm:t>
        <a:bodyPr/>
        <a:lstStyle/>
        <a:p>
          <a:endParaRPr lang="en-US"/>
        </a:p>
      </dgm:t>
    </dgm:pt>
    <dgm:pt modelId="{542A95AF-B541-46BC-B7D4-A8F914EE4116}">
      <dgm:prSet phldrT="[Text]" custT="1"/>
      <dgm:spPr>
        <a:sp3d extrusionH="381000" contourW="38100" prstMaterial="matte">
          <a:contourClr>
            <a:schemeClr val="lt1"/>
          </a:contourClr>
        </a:sp3d>
      </dgm:spPr>
      <dgm:t>
        <a:bodyPr/>
        <a:lstStyle/>
        <a:p>
          <a:r>
            <a:rPr lang="en-US" sz="2000" b="1" dirty="0">
              <a:solidFill>
                <a:schemeClr val="bg1">
                  <a:lumMod val="85000"/>
                  <a:lumOff val="15000"/>
                </a:schemeClr>
              </a:solidFill>
              <a:latin typeface="+mj-lt"/>
            </a:rPr>
            <a:t>Interpret</a:t>
          </a:r>
          <a:br>
            <a:rPr lang="en-US" sz="2000" b="1" dirty="0">
              <a:solidFill>
                <a:schemeClr val="bg1">
                  <a:lumMod val="85000"/>
                  <a:lumOff val="15000"/>
                </a:schemeClr>
              </a:solidFill>
              <a:latin typeface="+mj-lt"/>
            </a:rPr>
          </a:br>
          <a:r>
            <a:rPr lang="en-US" sz="2000" b="1" dirty="0">
              <a:solidFill>
                <a:schemeClr val="bg1">
                  <a:lumMod val="85000"/>
                  <a:lumOff val="15000"/>
                </a:schemeClr>
              </a:solidFill>
              <a:latin typeface="+mj-lt"/>
            </a:rPr>
            <a:t>Results</a:t>
          </a:r>
        </a:p>
      </dgm:t>
    </dgm:pt>
    <dgm:pt modelId="{E8AB9CA9-82FF-4D27-8D1A-2A0ED2E6E948}" type="parTrans" cxnId="{248D1650-BEE2-45E5-B743-5F9A4114EFF4}">
      <dgm:prSet/>
      <dgm:spPr/>
      <dgm:t>
        <a:bodyPr/>
        <a:lstStyle/>
        <a:p>
          <a:endParaRPr lang="en-US"/>
        </a:p>
      </dgm:t>
    </dgm:pt>
    <dgm:pt modelId="{D0C97D4E-6DAB-4618-9D7D-19E53FE6E6F1}" type="sibTrans" cxnId="{248D1650-BEE2-45E5-B743-5F9A4114EFF4}">
      <dgm:prSet/>
      <dgm:spPr/>
      <dgm:t>
        <a:bodyPr/>
        <a:lstStyle/>
        <a:p>
          <a:endParaRPr lang="en-US"/>
        </a:p>
      </dgm:t>
    </dgm:pt>
    <dgm:pt modelId="{524CCF2F-09FC-4549-895B-61880750A906}">
      <dgm:prSet phldrT="[Text]" custT="1"/>
      <dgm:spPr>
        <a:sp3d z="-60000" extrusionH="63500" prstMaterial="matte"/>
      </dgm:spPr>
      <dgm:t>
        <a:bodyPr/>
        <a:lstStyle/>
        <a:p>
          <a:pPr marL="274320" indent="0">
            <a:buNone/>
          </a:pPr>
          <a:r>
            <a:rPr lang="en-US" sz="2400" b="0" u="sng" dirty="0">
              <a:solidFill>
                <a:schemeClr val="bg1">
                  <a:lumMod val="85000"/>
                  <a:lumOff val="15000"/>
                </a:schemeClr>
              </a:solidFill>
              <a:latin typeface="Abadi" panose="020B0604020104020204" pitchFamily="34" charset="0"/>
            </a:rPr>
            <a:t>Ease of use</a:t>
          </a:r>
          <a:r>
            <a:rPr lang="en-US" sz="2400" b="0" dirty="0">
              <a:solidFill>
                <a:schemeClr val="bg1">
                  <a:lumMod val="85000"/>
                  <a:lumOff val="15000"/>
                </a:schemeClr>
              </a:solidFill>
              <a:latin typeface="Abadi" panose="020B0604020104020204" pitchFamily="34" charset="0"/>
            </a:rPr>
            <a:t>, time to result</a:t>
          </a:r>
        </a:p>
      </dgm:t>
    </dgm:pt>
    <dgm:pt modelId="{1B569E3D-0AE7-46EC-8797-E26761C857D2}" type="parTrans" cxnId="{DE5B7C61-09AC-4641-B14E-92F578DA5CD8}">
      <dgm:prSet/>
      <dgm:spPr/>
      <dgm:t>
        <a:bodyPr/>
        <a:lstStyle/>
        <a:p>
          <a:endParaRPr lang="en-US"/>
        </a:p>
      </dgm:t>
    </dgm:pt>
    <dgm:pt modelId="{8D952A3D-2968-40FA-8346-584391CEBFDB}" type="sibTrans" cxnId="{DE5B7C61-09AC-4641-B14E-92F578DA5CD8}">
      <dgm:prSet/>
      <dgm:spPr/>
      <dgm:t>
        <a:bodyPr/>
        <a:lstStyle/>
        <a:p>
          <a:endParaRPr lang="en-US"/>
        </a:p>
      </dgm:t>
    </dgm:pt>
    <dgm:pt modelId="{8AF3057B-2922-4FC5-A985-0209798BB14B}">
      <dgm:prSet phldrT="[Text]" custT="1"/>
      <dgm:spPr>
        <a:sp3d z="-60000" extrusionH="63500" prstMaterial="matte"/>
      </dgm:spPr>
      <dgm:t>
        <a:bodyPr/>
        <a:lstStyle/>
        <a:p>
          <a:pPr marL="457200">
            <a:buNone/>
          </a:pPr>
          <a:r>
            <a:rPr lang="en-US" sz="2400" b="0" u="sng" dirty="0">
              <a:solidFill>
                <a:schemeClr val="bg1">
                  <a:lumMod val="85000"/>
                  <a:lumOff val="15000"/>
                </a:schemeClr>
              </a:solidFill>
              <a:latin typeface="Abadi" panose="020B0604020104020204" pitchFamily="34" charset="0"/>
            </a:rPr>
            <a:t>Ease of use</a:t>
          </a:r>
          <a:r>
            <a:rPr lang="en-US" sz="2400" b="0" dirty="0">
              <a:solidFill>
                <a:schemeClr val="bg1">
                  <a:lumMod val="85000"/>
                  <a:lumOff val="15000"/>
                </a:schemeClr>
              </a:solidFill>
              <a:latin typeface="Abadi" panose="020B0604020104020204" pitchFamily="34" charset="0"/>
            </a:rPr>
            <a:t>, time on task</a:t>
          </a:r>
          <a:endParaRPr lang="en-US" sz="2400" b="1" dirty="0">
            <a:solidFill>
              <a:schemeClr val="bg1">
                <a:lumMod val="85000"/>
                <a:lumOff val="15000"/>
              </a:schemeClr>
            </a:solidFill>
            <a:latin typeface="+mj-lt"/>
          </a:endParaRPr>
        </a:p>
      </dgm:t>
    </dgm:pt>
    <dgm:pt modelId="{1573F6B7-CA94-4346-8220-1C65E9D199AA}" type="parTrans" cxnId="{B3F4B7DE-3D44-4CB3-8152-95605DF60295}">
      <dgm:prSet/>
      <dgm:spPr/>
      <dgm:t>
        <a:bodyPr/>
        <a:lstStyle/>
        <a:p>
          <a:endParaRPr lang="en-US"/>
        </a:p>
      </dgm:t>
    </dgm:pt>
    <dgm:pt modelId="{39BFA99F-C460-48F4-92D7-3E5B2AE283D3}" type="sibTrans" cxnId="{B3F4B7DE-3D44-4CB3-8152-95605DF60295}">
      <dgm:prSet/>
      <dgm:spPr/>
      <dgm:t>
        <a:bodyPr/>
        <a:lstStyle/>
        <a:p>
          <a:endParaRPr lang="en-US"/>
        </a:p>
      </dgm:t>
    </dgm:pt>
    <dgm:pt modelId="{4368C674-838A-4164-8F98-57570A47D901}" type="pres">
      <dgm:prSet presAssocID="{7AD50B5B-F776-4790-AB66-69A2BDCE76E1}" presName="linearFlow" presStyleCnt="0">
        <dgm:presLayoutVars>
          <dgm:dir/>
          <dgm:animLvl val="lvl"/>
          <dgm:resizeHandles val="exact"/>
        </dgm:presLayoutVars>
      </dgm:prSet>
      <dgm:spPr/>
    </dgm:pt>
    <dgm:pt modelId="{4427B472-7C0D-4BEB-A1BB-DD720C4D2CE7}" type="pres">
      <dgm:prSet presAssocID="{CE0E9DFE-A364-4C20-846B-A344D8D70D34}" presName="composite" presStyleCnt="0"/>
      <dgm:spPr>
        <a:sp3d/>
      </dgm:spPr>
    </dgm:pt>
    <dgm:pt modelId="{AF411514-A8E4-4CF7-BE26-7CAF5B77871F}" type="pres">
      <dgm:prSet presAssocID="{CE0E9DFE-A364-4C20-846B-A344D8D70D34}" presName="parentText" presStyleLbl="alignNode1" presStyleIdx="0" presStyleCnt="5" custScaleX="172701" custScaleY="96427" custLinFactNeighborY="-22538">
        <dgm:presLayoutVars>
          <dgm:chMax val="1"/>
          <dgm:bulletEnabled val="1"/>
        </dgm:presLayoutVars>
      </dgm:prSet>
      <dgm:spPr>
        <a:prstGeom prst="homePlate">
          <a:avLst/>
        </a:prstGeom>
      </dgm:spPr>
    </dgm:pt>
    <dgm:pt modelId="{092EC8A5-5905-4084-B1C9-B4E5EB2EB60A}" type="pres">
      <dgm:prSet presAssocID="{CE0E9DFE-A364-4C20-846B-A344D8D70D34}" presName="descendantText" presStyleLbl="alignAcc1" presStyleIdx="0" presStyleCnt="5" custScaleX="91528" custLinFactNeighborX="-3938" custLinFactNeighborY="-23885">
        <dgm:presLayoutVars>
          <dgm:bulletEnabled val="1"/>
        </dgm:presLayoutVars>
      </dgm:prSet>
      <dgm:spPr/>
    </dgm:pt>
    <dgm:pt modelId="{A53726E9-E84D-4292-9755-F826BE53A871}" type="pres">
      <dgm:prSet presAssocID="{E32F2C13-1DFB-4D39-8831-97AE7F6FE940}" presName="sp" presStyleCnt="0"/>
      <dgm:spPr>
        <a:sp3d/>
      </dgm:spPr>
    </dgm:pt>
    <dgm:pt modelId="{5C366CFB-45BF-4028-8F8E-416B6BBBDE73}" type="pres">
      <dgm:prSet presAssocID="{18A41E8A-0DC4-4B64-A51D-4C3E55941418}" presName="composite" presStyleCnt="0"/>
      <dgm:spPr>
        <a:sp3d/>
      </dgm:spPr>
    </dgm:pt>
    <dgm:pt modelId="{B9211F30-D0A0-4B31-A18D-20E47B535B1C}" type="pres">
      <dgm:prSet presAssocID="{18A41E8A-0DC4-4B64-A51D-4C3E55941418}" presName="parentText" presStyleLbl="alignNode1" presStyleIdx="1" presStyleCnt="5" custScaleX="172701" custScaleY="110000" custLinFactNeighborY="-12432">
        <dgm:presLayoutVars>
          <dgm:chMax val="1"/>
          <dgm:bulletEnabled val="1"/>
        </dgm:presLayoutVars>
      </dgm:prSet>
      <dgm:spPr>
        <a:prstGeom prst="homePlate">
          <a:avLst/>
        </a:prstGeom>
      </dgm:spPr>
    </dgm:pt>
    <dgm:pt modelId="{C7BBAF8B-92CD-48CF-AB69-091CC8492986}" type="pres">
      <dgm:prSet presAssocID="{18A41E8A-0DC4-4B64-A51D-4C3E55941418}" presName="descendantText" presStyleLbl="alignAcc1" presStyleIdx="1" presStyleCnt="5" custScaleX="81382" custLinFactNeighborX="-8375" custLinFactNeighborY="-12752">
        <dgm:presLayoutVars>
          <dgm:bulletEnabled val="1"/>
        </dgm:presLayoutVars>
      </dgm:prSet>
      <dgm:spPr/>
    </dgm:pt>
    <dgm:pt modelId="{6A97BD56-DF0D-48F1-809A-03B6264044A5}" type="pres">
      <dgm:prSet presAssocID="{304C0275-710C-475B-9173-F209789374E8}" presName="sp" presStyleCnt="0"/>
      <dgm:spPr>
        <a:sp3d/>
      </dgm:spPr>
    </dgm:pt>
    <dgm:pt modelId="{5865BBF9-84B0-4B57-9BE7-6120128ACBE1}" type="pres">
      <dgm:prSet presAssocID="{AD4A15F4-04EE-4CD0-A6E0-C07460865C9C}" presName="composite" presStyleCnt="0"/>
      <dgm:spPr>
        <a:sp3d/>
      </dgm:spPr>
    </dgm:pt>
    <dgm:pt modelId="{5B43EC62-B0EE-4198-BF01-19F4C5E46EA9}" type="pres">
      <dgm:prSet presAssocID="{AD4A15F4-04EE-4CD0-A6E0-C07460865C9C}" presName="parentText" presStyleLbl="alignNode1" presStyleIdx="2" presStyleCnt="5" custScaleX="172701" custScaleY="110000" custLinFactNeighborY="-530">
        <dgm:presLayoutVars>
          <dgm:chMax val="1"/>
          <dgm:bulletEnabled val="1"/>
        </dgm:presLayoutVars>
      </dgm:prSet>
      <dgm:spPr>
        <a:prstGeom prst="homePlate">
          <a:avLst/>
        </a:prstGeom>
      </dgm:spPr>
    </dgm:pt>
    <dgm:pt modelId="{AAEC3E56-FE4D-412B-8EBF-BF2E601CDF0C}" type="pres">
      <dgm:prSet presAssocID="{AD4A15F4-04EE-4CD0-A6E0-C07460865C9C}" presName="descendantText" presStyleLbl="alignAcc1" presStyleIdx="2" presStyleCnt="5" custScaleX="95065" custLinFactNeighborX="-1690" custLinFactNeighborY="5211">
        <dgm:presLayoutVars>
          <dgm:bulletEnabled val="1"/>
        </dgm:presLayoutVars>
      </dgm:prSet>
      <dgm:spPr/>
    </dgm:pt>
    <dgm:pt modelId="{DC9B1F6B-914D-4AA1-9938-DA4503A58435}" type="pres">
      <dgm:prSet presAssocID="{42AF4D9B-5CF5-4589-8038-CDC6D93F687B}" presName="sp" presStyleCnt="0"/>
      <dgm:spPr>
        <a:sp3d/>
      </dgm:spPr>
    </dgm:pt>
    <dgm:pt modelId="{6B9EC823-AF3F-4F42-9F92-C2D4E55974B8}" type="pres">
      <dgm:prSet presAssocID="{3087A91E-7988-45DD-AEA9-FBF0D5650D67}" presName="composite" presStyleCnt="0"/>
      <dgm:spPr>
        <a:sp3d/>
      </dgm:spPr>
    </dgm:pt>
    <dgm:pt modelId="{BF5B47F1-60BA-4454-BDE3-9EDB60C14B28}" type="pres">
      <dgm:prSet presAssocID="{3087A91E-7988-45DD-AEA9-FBF0D5650D67}" presName="parentText" presStyleLbl="alignNode1" presStyleIdx="3" presStyleCnt="5" custScaleX="172701" custScaleY="110000" custLinFactNeighborY="11375">
        <dgm:presLayoutVars>
          <dgm:chMax val="1"/>
          <dgm:bulletEnabled val="1"/>
        </dgm:presLayoutVars>
      </dgm:prSet>
      <dgm:spPr>
        <a:prstGeom prst="homePlate">
          <a:avLst/>
        </a:prstGeom>
      </dgm:spPr>
    </dgm:pt>
    <dgm:pt modelId="{96AF1E76-03A8-4231-8ACE-B485A4AE7BE9}" type="pres">
      <dgm:prSet presAssocID="{3087A91E-7988-45DD-AEA9-FBF0D5650D67}" presName="descendantText" presStyleLbl="alignAcc1" presStyleIdx="3" presStyleCnt="5" custScaleX="81656" custLinFactNeighborX="-8514" custLinFactNeighborY="23183">
        <dgm:presLayoutVars>
          <dgm:bulletEnabled val="1"/>
        </dgm:presLayoutVars>
      </dgm:prSet>
      <dgm:spPr/>
    </dgm:pt>
    <dgm:pt modelId="{E005DC78-811E-4EE1-A744-7C0A2888C80A}" type="pres">
      <dgm:prSet presAssocID="{E21799F5-653C-4648-B568-3C3CF0EB290A}" presName="sp" presStyleCnt="0"/>
      <dgm:spPr>
        <a:sp3d/>
      </dgm:spPr>
    </dgm:pt>
    <dgm:pt modelId="{A66B6FC4-6B81-44DB-A5FB-AAFB34C9B354}" type="pres">
      <dgm:prSet presAssocID="{542A95AF-B541-46BC-B7D4-A8F914EE4116}" presName="composite" presStyleCnt="0"/>
      <dgm:spPr>
        <a:sp3d/>
      </dgm:spPr>
    </dgm:pt>
    <dgm:pt modelId="{B6077405-50F8-4FAC-8B6C-20DF71DE6710}" type="pres">
      <dgm:prSet presAssocID="{542A95AF-B541-46BC-B7D4-A8F914EE4116}" presName="parentText" presStyleLbl="alignNode1" presStyleIdx="4" presStyleCnt="5" custScaleX="172701" custScaleY="110000" custLinFactNeighborY="22538">
        <dgm:presLayoutVars>
          <dgm:chMax val="1"/>
          <dgm:bulletEnabled val="1"/>
        </dgm:presLayoutVars>
      </dgm:prSet>
      <dgm:spPr>
        <a:prstGeom prst="homePlate">
          <a:avLst/>
        </a:prstGeom>
      </dgm:spPr>
    </dgm:pt>
    <dgm:pt modelId="{55884B40-32C6-4C9D-BDD1-9D6C9658FD11}" type="pres">
      <dgm:prSet presAssocID="{542A95AF-B541-46BC-B7D4-A8F914EE4116}" presName="descendantText" presStyleLbl="alignAcc1" presStyleIdx="4" presStyleCnt="5" custScaleX="81656" custLinFactNeighborX="-8514" custLinFactNeighborY="23183">
        <dgm:presLayoutVars>
          <dgm:bulletEnabled val="1"/>
        </dgm:presLayoutVars>
      </dgm:prSet>
      <dgm:spPr/>
    </dgm:pt>
  </dgm:ptLst>
  <dgm:cxnLst>
    <dgm:cxn modelId="{448AED1E-33F8-4E2D-A417-6F827BBD7DD5}" type="presOf" srcId="{24DE9BFF-8C75-4C62-8A77-77DD143D8578}" destId="{C7BBAF8B-92CD-48CF-AB69-091CC8492986}" srcOrd="0" destOrd="0" presId="urn:microsoft.com/office/officeart/2005/8/layout/chevron2"/>
    <dgm:cxn modelId="{4D327322-9E01-48B3-A5D7-B78ADB65BBEE}" type="presOf" srcId="{8AF3057B-2922-4FC5-A985-0209798BB14B}" destId="{55884B40-32C6-4C9D-BDD1-9D6C9658FD11}" srcOrd="0" destOrd="0" presId="urn:microsoft.com/office/officeart/2005/8/layout/chevron2"/>
    <dgm:cxn modelId="{F28D3C2F-AD38-4C65-A444-237B363E9467}" srcId="{7AD50B5B-F776-4790-AB66-69A2BDCE76E1}" destId="{AD4A15F4-04EE-4CD0-A6E0-C07460865C9C}" srcOrd="2" destOrd="0" parTransId="{C0D0BB22-E2DF-4B1C-8B30-480087F51125}" sibTransId="{42AF4D9B-5CF5-4589-8038-CDC6D93F687B}"/>
    <dgm:cxn modelId="{B353153D-77FE-404F-B36D-F3359057DA00}" type="presOf" srcId="{18A41E8A-0DC4-4B64-A51D-4C3E55941418}" destId="{B9211F30-D0A0-4B31-A18D-20E47B535B1C}" srcOrd="0" destOrd="0" presId="urn:microsoft.com/office/officeart/2005/8/layout/chevron2"/>
    <dgm:cxn modelId="{DE5B7C61-09AC-4641-B14E-92F578DA5CD8}" srcId="{3087A91E-7988-45DD-AEA9-FBF0D5650D67}" destId="{524CCF2F-09FC-4549-895B-61880750A906}" srcOrd="0" destOrd="0" parTransId="{1B569E3D-0AE7-46EC-8797-E26761C857D2}" sibTransId="{8D952A3D-2968-40FA-8346-584391CEBFDB}"/>
    <dgm:cxn modelId="{B864C366-3F37-4E8A-AD0C-2C7B5D7AAD11}" type="presOf" srcId="{524CCF2F-09FC-4549-895B-61880750A906}" destId="{96AF1E76-03A8-4231-8ACE-B485A4AE7BE9}" srcOrd="0" destOrd="0" presId="urn:microsoft.com/office/officeart/2005/8/layout/chevron2"/>
    <dgm:cxn modelId="{7BD1064B-59AE-4886-957F-1BB3D9FFEEE6}" type="presOf" srcId="{3087A91E-7988-45DD-AEA9-FBF0D5650D67}" destId="{BF5B47F1-60BA-4454-BDE3-9EDB60C14B28}" srcOrd="0" destOrd="0" presId="urn:microsoft.com/office/officeart/2005/8/layout/chevron2"/>
    <dgm:cxn modelId="{248D1650-BEE2-45E5-B743-5F9A4114EFF4}" srcId="{7AD50B5B-F776-4790-AB66-69A2BDCE76E1}" destId="{542A95AF-B541-46BC-B7D4-A8F914EE4116}" srcOrd="4" destOrd="0" parTransId="{E8AB9CA9-82FF-4D27-8D1A-2A0ED2E6E948}" sibTransId="{D0C97D4E-6DAB-4618-9D7D-19E53FE6E6F1}"/>
    <dgm:cxn modelId="{2B79A35A-6C63-47A3-8CD0-7BDE9199BB55}" type="presOf" srcId="{7296401F-99EB-48F9-93E2-6F07F68CFE1C}" destId="{092EC8A5-5905-4084-B1C9-B4E5EB2EB60A}" srcOrd="0" destOrd="0" presId="urn:microsoft.com/office/officeart/2005/8/layout/chevron2"/>
    <dgm:cxn modelId="{4B50FE5A-5760-4A02-A2E9-715F0E15004B}" srcId="{CE0E9DFE-A364-4C20-846B-A344D8D70D34}" destId="{7296401F-99EB-48F9-93E2-6F07F68CFE1C}" srcOrd="0" destOrd="0" parTransId="{EE04054F-9795-4232-BA81-0765D45B8064}" sibTransId="{1FC685EA-A6AA-4D1A-85C5-97DA269225A0}"/>
    <dgm:cxn modelId="{C46DF182-D0D1-4075-9FEE-13993F05EF61}" srcId="{7AD50B5B-F776-4790-AB66-69A2BDCE76E1}" destId="{3087A91E-7988-45DD-AEA9-FBF0D5650D67}" srcOrd="3" destOrd="0" parTransId="{6B0E5631-6F37-4063-A0BF-E032D66DFDCD}" sibTransId="{E21799F5-653C-4648-B568-3C3CF0EB290A}"/>
    <dgm:cxn modelId="{50BD6F86-B1E1-498E-BA70-4A44CF894DF7}" type="presOf" srcId="{542A95AF-B541-46BC-B7D4-A8F914EE4116}" destId="{B6077405-50F8-4FAC-8B6C-20DF71DE6710}" srcOrd="0" destOrd="0" presId="urn:microsoft.com/office/officeart/2005/8/layout/chevron2"/>
    <dgm:cxn modelId="{E13C3F93-1433-4FF5-A847-B3AA8B511696}" srcId="{7AD50B5B-F776-4790-AB66-69A2BDCE76E1}" destId="{CE0E9DFE-A364-4C20-846B-A344D8D70D34}" srcOrd="0" destOrd="0" parTransId="{3D73AA3E-A8D4-4DFF-B1CD-5473E9F6C83D}" sibTransId="{E32F2C13-1DFB-4D39-8831-97AE7F6FE940}"/>
    <dgm:cxn modelId="{5E89719E-DD0A-47AF-982C-96C72B1F282D}" srcId="{AD4A15F4-04EE-4CD0-A6E0-C07460865C9C}" destId="{5C286637-37C8-47C1-9C1B-CDED7573380B}" srcOrd="0" destOrd="0" parTransId="{8C0A6CA6-5888-4EB0-BE70-57822C623190}" sibTransId="{CB7270C7-DE4C-420A-B0B2-888BA910D737}"/>
    <dgm:cxn modelId="{159E23AA-FA62-421A-AC63-7E28B11AA5EC}" srcId="{18A41E8A-0DC4-4B64-A51D-4C3E55941418}" destId="{24DE9BFF-8C75-4C62-8A77-77DD143D8578}" srcOrd="0" destOrd="0" parTransId="{3CC03C4B-95C4-4A1F-9FEE-1FA4149D8D7D}" sibTransId="{15E2167D-798D-4F13-9E5C-3B08AF57B50C}"/>
    <dgm:cxn modelId="{7C33DACE-A5BC-4C45-9F00-0487A77DF3DC}" type="presOf" srcId="{CE0E9DFE-A364-4C20-846B-A344D8D70D34}" destId="{AF411514-A8E4-4CF7-BE26-7CAF5B77871F}" srcOrd="0" destOrd="0" presId="urn:microsoft.com/office/officeart/2005/8/layout/chevron2"/>
    <dgm:cxn modelId="{C490B9DC-62E9-4A39-8B52-08201B78488F}" type="presOf" srcId="{7AD50B5B-F776-4790-AB66-69A2BDCE76E1}" destId="{4368C674-838A-4164-8F98-57570A47D901}" srcOrd="0" destOrd="0" presId="urn:microsoft.com/office/officeart/2005/8/layout/chevron2"/>
    <dgm:cxn modelId="{F4C01CDE-80BD-40D3-AA1A-209A99390A49}" type="presOf" srcId="{AD4A15F4-04EE-4CD0-A6E0-C07460865C9C}" destId="{5B43EC62-B0EE-4198-BF01-19F4C5E46EA9}" srcOrd="0" destOrd="0" presId="urn:microsoft.com/office/officeart/2005/8/layout/chevron2"/>
    <dgm:cxn modelId="{B3F4B7DE-3D44-4CB3-8152-95605DF60295}" srcId="{542A95AF-B541-46BC-B7D4-A8F914EE4116}" destId="{8AF3057B-2922-4FC5-A985-0209798BB14B}" srcOrd="0" destOrd="0" parTransId="{1573F6B7-CA94-4346-8220-1C65E9D199AA}" sibTransId="{39BFA99F-C460-48F4-92D7-3E5B2AE283D3}"/>
    <dgm:cxn modelId="{B69414E7-AC11-4861-8069-286D5547FCFB}" srcId="{7AD50B5B-F776-4790-AB66-69A2BDCE76E1}" destId="{18A41E8A-0DC4-4B64-A51D-4C3E55941418}" srcOrd="1" destOrd="0" parTransId="{9DC640D7-8577-491F-B83D-D7129BA10281}" sibTransId="{304C0275-710C-475B-9173-F209789374E8}"/>
    <dgm:cxn modelId="{F44B9EEC-21FA-4626-BD4F-AFF8AEAB8A92}" type="presOf" srcId="{5C286637-37C8-47C1-9C1B-CDED7573380B}" destId="{AAEC3E56-FE4D-412B-8EBF-BF2E601CDF0C}" srcOrd="0" destOrd="0" presId="urn:microsoft.com/office/officeart/2005/8/layout/chevron2"/>
    <dgm:cxn modelId="{69CD9216-41DE-4D70-B074-2A2DA4AECDD2}" type="presParOf" srcId="{4368C674-838A-4164-8F98-57570A47D901}" destId="{4427B472-7C0D-4BEB-A1BB-DD720C4D2CE7}" srcOrd="0" destOrd="0" presId="urn:microsoft.com/office/officeart/2005/8/layout/chevron2"/>
    <dgm:cxn modelId="{5DF713D7-FE92-44B2-BE46-B38817349CAA}" type="presParOf" srcId="{4427B472-7C0D-4BEB-A1BB-DD720C4D2CE7}" destId="{AF411514-A8E4-4CF7-BE26-7CAF5B77871F}" srcOrd="0" destOrd="0" presId="urn:microsoft.com/office/officeart/2005/8/layout/chevron2"/>
    <dgm:cxn modelId="{50365116-166D-4D81-8BDC-1BB501BF388E}" type="presParOf" srcId="{4427B472-7C0D-4BEB-A1BB-DD720C4D2CE7}" destId="{092EC8A5-5905-4084-B1C9-B4E5EB2EB60A}" srcOrd="1" destOrd="0" presId="urn:microsoft.com/office/officeart/2005/8/layout/chevron2"/>
    <dgm:cxn modelId="{C048F8FA-35C3-42B0-9080-97461EE010A6}" type="presParOf" srcId="{4368C674-838A-4164-8F98-57570A47D901}" destId="{A53726E9-E84D-4292-9755-F826BE53A871}" srcOrd="1" destOrd="0" presId="urn:microsoft.com/office/officeart/2005/8/layout/chevron2"/>
    <dgm:cxn modelId="{3084395F-4386-4FEC-AD03-0CA78546F93B}" type="presParOf" srcId="{4368C674-838A-4164-8F98-57570A47D901}" destId="{5C366CFB-45BF-4028-8F8E-416B6BBBDE73}" srcOrd="2" destOrd="0" presId="urn:microsoft.com/office/officeart/2005/8/layout/chevron2"/>
    <dgm:cxn modelId="{3FBDB3DA-67B0-4D83-A8A2-FD1D39D866C3}" type="presParOf" srcId="{5C366CFB-45BF-4028-8F8E-416B6BBBDE73}" destId="{B9211F30-D0A0-4B31-A18D-20E47B535B1C}" srcOrd="0" destOrd="0" presId="urn:microsoft.com/office/officeart/2005/8/layout/chevron2"/>
    <dgm:cxn modelId="{80D2FE22-1118-4623-BDBC-1B1987D46DF1}" type="presParOf" srcId="{5C366CFB-45BF-4028-8F8E-416B6BBBDE73}" destId="{C7BBAF8B-92CD-48CF-AB69-091CC8492986}" srcOrd="1" destOrd="0" presId="urn:microsoft.com/office/officeart/2005/8/layout/chevron2"/>
    <dgm:cxn modelId="{93F797C6-9624-4FD9-9300-E4542E67C416}" type="presParOf" srcId="{4368C674-838A-4164-8F98-57570A47D901}" destId="{6A97BD56-DF0D-48F1-809A-03B6264044A5}" srcOrd="3" destOrd="0" presId="urn:microsoft.com/office/officeart/2005/8/layout/chevron2"/>
    <dgm:cxn modelId="{5448ED2C-D65D-4CBD-9791-F83D430D6057}" type="presParOf" srcId="{4368C674-838A-4164-8F98-57570A47D901}" destId="{5865BBF9-84B0-4B57-9BE7-6120128ACBE1}" srcOrd="4" destOrd="0" presId="urn:microsoft.com/office/officeart/2005/8/layout/chevron2"/>
    <dgm:cxn modelId="{8C87A5DD-E114-4A2E-AEF4-10A55079F087}" type="presParOf" srcId="{5865BBF9-84B0-4B57-9BE7-6120128ACBE1}" destId="{5B43EC62-B0EE-4198-BF01-19F4C5E46EA9}" srcOrd="0" destOrd="0" presId="urn:microsoft.com/office/officeart/2005/8/layout/chevron2"/>
    <dgm:cxn modelId="{B3896C1C-522F-4538-B7A4-0663760952FF}" type="presParOf" srcId="{5865BBF9-84B0-4B57-9BE7-6120128ACBE1}" destId="{AAEC3E56-FE4D-412B-8EBF-BF2E601CDF0C}" srcOrd="1" destOrd="0" presId="urn:microsoft.com/office/officeart/2005/8/layout/chevron2"/>
    <dgm:cxn modelId="{7BA8C2AA-A530-4732-91E6-1458E060B617}" type="presParOf" srcId="{4368C674-838A-4164-8F98-57570A47D901}" destId="{DC9B1F6B-914D-4AA1-9938-DA4503A58435}" srcOrd="5" destOrd="0" presId="urn:microsoft.com/office/officeart/2005/8/layout/chevron2"/>
    <dgm:cxn modelId="{7F7C4F29-F4D9-4BF2-A06E-1E83424F5C03}" type="presParOf" srcId="{4368C674-838A-4164-8F98-57570A47D901}" destId="{6B9EC823-AF3F-4F42-9F92-C2D4E55974B8}" srcOrd="6" destOrd="0" presId="urn:microsoft.com/office/officeart/2005/8/layout/chevron2"/>
    <dgm:cxn modelId="{22ABA90A-32D9-4F40-87CE-FA1A6E4EFE47}" type="presParOf" srcId="{6B9EC823-AF3F-4F42-9F92-C2D4E55974B8}" destId="{BF5B47F1-60BA-4454-BDE3-9EDB60C14B28}" srcOrd="0" destOrd="0" presId="urn:microsoft.com/office/officeart/2005/8/layout/chevron2"/>
    <dgm:cxn modelId="{9EDF01DE-FD84-4C8E-9B1C-F0DD9F84F76D}" type="presParOf" srcId="{6B9EC823-AF3F-4F42-9F92-C2D4E55974B8}" destId="{96AF1E76-03A8-4231-8ACE-B485A4AE7BE9}" srcOrd="1" destOrd="0" presId="urn:microsoft.com/office/officeart/2005/8/layout/chevron2"/>
    <dgm:cxn modelId="{6000DA7E-F9A7-47DF-9459-13900BFFC530}" type="presParOf" srcId="{4368C674-838A-4164-8F98-57570A47D901}" destId="{E005DC78-811E-4EE1-A744-7C0A2888C80A}" srcOrd="7" destOrd="0" presId="urn:microsoft.com/office/officeart/2005/8/layout/chevron2"/>
    <dgm:cxn modelId="{8EC3D289-4349-4372-9017-D235DDF03F3C}" type="presParOf" srcId="{4368C674-838A-4164-8F98-57570A47D901}" destId="{A66B6FC4-6B81-44DB-A5FB-AAFB34C9B354}" srcOrd="8" destOrd="0" presId="urn:microsoft.com/office/officeart/2005/8/layout/chevron2"/>
    <dgm:cxn modelId="{C7F76960-A4CD-4A51-A00F-071A3C686854}" type="presParOf" srcId="{A66B6FC4-6B81-44DB-A5FB-AAFB34C9B354}" destId="{B6077405-50F8-4FAC-8B6C-20DF71DE6710}" srcOrd="0" destOrd="0" presId="urn:microsoft.com/office/officeart/2005/8/layout/chevron2"/>
    <dgm:cxn modelId="{46DF16B7-15B6-4530-9194-477FAFA76B95}" type="presParOf" srcId="{A66B6FC4-6B81-44DB-A5FB-AAFB34C9B354}" destId="{55884B40-32C6-4C9D-BDD1-9D6C9658FD11}" srcOrd="1" destOrd="0" presId="urn:microsoft.com/office/officeart/2005/8/layout/chevron2"/>
  </dgm:cxnLst>
  <dgm:bg>
    <a:effectLst>
      <a:outerShdw blurRad="50800" dir="8100000" algn="tr" rotWithShape="0">
        <a:prstClr val="black">
          <a:alpha val="40000"/>
        </a:prstClr>
      </a:outerShdw>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55677C-0024-4B9E-8923-CEDB4C0B5FDD}">
      <dsp:nvSpPr>
        <dsp:cNvPr id="0" name=""/>
        <dsp:cNvSpPr/>
      </dsp:nvSpPr>
      <dsp:spPr>
        <a:xfrm>
          <a:off x="0" y="1240160"/>
          <a:ext cx="11003280" cy="1653546"/>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8AA95F-3965-4B10-86C7-ACBF546FC1AF}">
      <dsp:nvSpPr>
        <dsp:cNvPr id="0" name=""/>
        <dsp:cNvSpPr/>
      </dsp:nvSpPr>
      <dsp:spPr>
        <a:xfrm>
          <a:off x="4956" y="0"/>
          <a:ext cx="2383864" cy="1653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163576" rIns="163576" bIns="163576" numCol="1" spcCol="1270" anchor="b" anchorCtr="0">
          <a:noAutofit/>
        </a:bodyPr>
        <a:lstStyle/>
        <a:p>
          <a:pPr marL="0" lvl="0" indent="0" algn="ctr" defTabSz="1022350">
            <a:lnSpc>
              <a:spcPct val="90000"/>
            </a:lnSpc>
            <a:spcBef>
              <a:spcPct val="0"/>
            </a:spcBef>
            <a:spcAft>
              <a:spcPct val="35000"/>
            </a:spcAft>
            <a:buNone/>
          </a:pPr>
          <a:r>
            <a:rPr lang="en-US" sz="2300" kern="1200" dirty="0">
              <a:solidFill>
                <a:schemeClr val="bg1">
                  <a:lumMod val="85000"/>
                  <a:lumOff val="15000"/>
                </a:schemeClr>
              </a:solidFill>
            </a:rPr>
            <a:t>Map user journey(s)</a:t>
          </a:r>
        </a:p>
      </dsp:txBody>
      <dsp:txXfrm>
        <a:off x="4956" y="0"/>
        <a:ext cx="2383864" cy="1653546"/>
      </dsp:txXfrm>
    </dsp:sp>
    <dsp:sp modelId="{EBF19E4B-5F21-42DF-89FA-19DF28C8FD5D}">
      <dsp:nvSpPr>
        <dsp:cNvPr id="0" name=""/>
        <dsp:cNvSpPr/>
      </dsp:nvSpPr>
      <dsp:spPr>
        <a:xfrm>
          <a:off x="990195" y="1860240"/>
          <a:ext cx="413386" cy="41338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1FADE0-FC39-4C28-A427-3D8F2F25BB9A}">
      <dsp:nvSpPr>
        <dsp:cNvPr id="0" name=""/>
        <dsp:cNvSpPr/>
      </dsp:nvSpPr>
      <dsp:spPr>
        <a:xfrm>
          <a:off x="2508014" y="2480320"/>
          <a:ext cx="2383864" cy="1653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163576" rIns="163576" bIns="163576" numCol="1" spcCol="1270" anchor="t" anchorCtr="0">
          <a:noAutofit/>
        </a:bodyPr>
        <a:lstStyle/>
        <a:p>
          <a:pPr marL="0" lvl="0" indent="0" algn="ctr" defTabSz="1022350">
            <a:lnSpc>
              <a:spcPct val="90000"/>
            </a:lnSpc>
            <a:spcBef>
              <a:spcPct val="0"/>
            </a:spcBef>
            <a:spcAft>
              <a:spcPct val="35000"/>
            </a:spcAft>
            <a:buNone/>
          </a:pPr>
          <a:r>
            <a:rPr lang="en-US" sz="2300" kern="1200" dirty="0">
              <a:solidFill>
                <a:schemeClr val="bg1">
                  <a:lumMod val="85000"/>
                  <a:lumOff val="15000"/>
                </a:schemeClr>
              </a:solidFill>
            </a:rPr>
            <a:t>Identify and prioritize critical factors</a:t>
          </a:r>
        </a:p>
      </dsp:txBody>
      <dsp:txXfrm>
        <a:off x="2508014" y="2480320"/>
        <a:ext cx="2383864" cy="1653546"/>
      </dsp:txXfrm>
    </dsp:sp>
    <dsp:sp modelId="{71A46F27-809B-4E21-9712-8491DD3174C7}">
      <dsp:nvSpPr>
        <dsp:cNvPr id="0" name=""/>
        <dsp:cNvSpPr/>
      </dsp:nvSpPr>
      <dsp:spPr>
        <a:xfrm>
          <a:off x="3493253" y="1860240"/>
          <a:ext cx="413386" cy="41338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BC82D9-1EFE-42FB-BA04-667E05CEB7A4}">
      <dsp:nvSpPr>
        <dsp:cNvPr id="0" name=""/>
        <dsp:cNvSpPr/>
      </dsp:nvSpPr>
      <dsp:spPr>
        <a:xfrm>
          <a:off x="5011072" y="0"/>
          <a:ext cx="2383864" cy="1653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163576" rIns="163576" bIns="163576" numCol="1" spcCol="1270" anchor="b" anchorCtr="0">
          <a:noAutofit/>
        </a:bodyPr>
        <a:lstStyle/>
        <a:p>
          <a:pPr marL="0" lvl="0" indent="0" algn="ctr" defTabSz="1022350">
            <a:lnSpc>
              <a:spcPct val="90000"/>
            </a:lnSpc>
            <a:spcBef>
              <a:spcPct val="0"/>
            </a:spcBef>
            <a:spcAft>
              <a:spcPct val="35000"/>
            </a:spcAft>
            <a:buNone/>
          </a:pPr>
          <a:r>
            <a:rPr lang="en-US" sz="2300" kern="1200" dirty="0">
              <a:solidFill>
                <a:schemeClr val="bg1">
                  <a:lumMod val="85000"/>
                  <a:lumOff val="15000"/>
                </a:schemeClr>
              </a:solidFill>
            </a:rPr>
            <a:t>Translate critical factors into measurable parameters</a:t>
          </a:r>
        </a:p>
      </dsp:txBody>
      <dsp:txXfrm>
        <a:off x="5011072" y="0"/>
        <a:ext cx="2383864" cy="1653546"/>
      </dsp:txXfrm>
    </dsp:sp>
    <dsp:sp modelId="{8783AEC0-2BA8-4362-BE8F-003A91981B90}">
      <dsp:nvSpPr>
        <dsp:cNvPr id="0" name=""/>
        <dsp:cNvSpPr/>
      </dsp:nvSpPr>
      <dsp:spPr>
        <a:xfrm>
          <a:off x="5996311" y="1860240"/>
          <a:ext cx="413386" cy="41338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4A1992-54BC-4F9B-940B-5380F00563E1}">
      <dsp:nvSpPr>
        <dsp:cNvPr id="0" name=""/>
        <dsp:cNvSpPr/>
      </dsp:nvSpPr>
      <dsp:spPr>
        <a:xfrm>
          <a:off x="7514130" y="2480320"/>
          <a:ext cx="2383864" cy="1653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163576" rIns="163576" bIns="163576" numCol="1" spcCol="1270" anchor="t" anchorCtr="0">
          <a:noAutofit/>
        </a:bodyPr>
        <a:lstStyle/>
        <a:p>
          <a:pPr marL="0" lvl="0" indent="0" algn="ctr" defTabSz="1022350">
            <a:lnSpc>
              <a:spcPct val="90000"/>
            </a:lnSpc>
            <a:spcBef>
              <a:spcPct val="0"/>
            </a:spcBef>
            <a:spcAft>
              <a:spcPct val="35000"/>
            </a:spcAft>
            <a:buNone/>
          </a:pPr>
          <a:r>
            <a:rPr lang="en-US" sz="2300" kern="1200" dirty="0">
              <a:solidFill>
                <a:schemeClr val="bg1">
                  <a:lumMod val="85000"/>
                  <a:lumOff val="15000"/>
                </a:schemeClr>
              </a:solidFill>
            </a:rPr>
            <a:t>Study design</a:t>
          </a:r>
        </a:p>
      </dsp:txBody>
      <dsp:txXfrm>
        <a:off x="7514130" y="2480320"/>
        <a:ext cx="2383864" cy="1653546"/>
      </dsp:txXfrm>
    </dsp:sp>
    <dsp:sp modelId="{75121E52-3E74-4B20-8404-BD2D3A2E3210}">
      <dsp:nvSpPr>
        <dsp:cNvPr id="0" name=""/>
        <dsp:cNvSpPr/>
      </dsp:nvSpPr>
      <dsp:spPr>
        <a:xfrm>
          <a:off x="8499369" y="1860240"/>
          <a:ext cx="413386" cy="41338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55677C-0024-4B9E-8923-CEDB4C0B5FDD}">
      <dsp:nvSpPr>
        <dsp:cNvPr id="0" name=""/>
        <dsp:cNvSpPr/>
      </dsp:nvSpPr>
      <dsp:spPr>
        <a:xfrm>
          <a:off x="0" y="1240160"/>
          <a:ext cx="11003280" cy="1653546"/>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8AA95F-3965-4B10-86C7-ACBF546FC1AF}">
      <dsp:nvSpPr>
        <dsp:cNvPr id="0" name=""/>
        <dsp:cNvSpPr/>
      </dsp:nvSpPr>
      <dsp:spPr>
        <a:xfrm>
          <a:off x="4956" y="0"/>
          <a:ext cx="2383864" cy="1653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163576" rIns="163576" bIns="163576" numCol="1" spcCol="1270" anchor="b" anchorCtr="0">
          <a:noAutofit/>
        </a:bodyPr>
        <a:lstStyle/>
        <a:p>
          <a:pPr marL="0" lvl="0" indent="0" algn="ctr" defTabSz="1022350">
            <a:lnSpc>
              <a:spcPct val="90000"/>
            </a:lnSpc>
            <a:spcBef>
              <a:spcPct val="0"/>
            </a:spcBef>
            <a:spcAft>
              <a:spcPct val="35000"/>
            </a:spcAft>
            <a:buNone/>
          </a:pPr>
          <a:r>
            <a:rPr lang="en-US" sz="2300" kern="1200" dirty="0">
              <a:solidFill>
                <a:schemeClr val="bg1">
                  <a:lumMod val="85000"/>
                  <a:lumOff val="15000"/>
                </a:schemeClr>
              </a:solidFill>
            </a:rPr>
            <a:t>Map user journey(s)</a:t>
          </a:r>
        </a:p>
      </dsp:txBody>
      <dsp:txXfrm>
        <a:off x="4956" y="0"/>
        <a:ext cx="2383864" cy="1653546"/>
      </dsp:txXfrm>
    </dsp:sp>
    <dsp:sp modelId="{EBF19E4B-5F21-42DF-89FA-19DF28C8FD5D}">
      <dsp:nvSpPr>
        <dsp:cNvPr id="0" name=""/>
        <dsp:cNvSpPr/>
      </dsp:nvSpPr>
      <dsp:spPr>
        <a:xfrm>
          <a:off x="990195" y="1860240"/>
          <a:ext cx="413386" cy="41338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1FADE0-FC39-4C28-A427-3D8F2F25BB9A}">
      <dsp:nvSpPr>
        <dsp:cNvPr id="0" name=""/>
        <dsp:cNvSpPr/>
      </dsp:nvSpPr>
      <dsp:spPr>
        <a:xfrm>
          <a:off x="2508014" y="2480320"/>
          <a:ext cx="2383864" cy="1653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163576" rIns="163576" bIns="163576" numCol="1" spcCol="1270" anchor="t" anchorCtr="0">
          <a:noAutofit/>
        </a:bodyPr>
        <a:lstStyle/>
        <a:p>
          <a:pPr marL="0" lvl="0" indent="0" algn="ctr" defTabSz="1022350">
            <a:lnSpc>
              <a:spcPct val="90000"/>
            </a:lnSpc>
            <a:spcBef>
              <a:spcPct val="0"/>
            </a:spcBef>
            <a:spcAft>
              <a:spcPct val="35000"/>
            </a:spcAft>
            <a:buNone/>
          </a:pPr>
          <a:r>
            <a:rPr lang="en-US" sz="2300" kern="1200" dirty="0">
              <a:solidFill>
                <a:schemeClr val="bg1">
                  <a:lumMod val="85000"/>
                  <a:lumOff val="15000"/>
                </a:schemeClr>
              </a:solidFill>
            </a:rPr>
            <a:t>Identify and prioritize critical factors</a:t>
          </a:r>
        </a:p>
      </dsp:txBody>
      <dsp:txXfrm>
        <a:off x="2508014" y="2480320"/>
        <a:ext cx="2383864" cy="1653546"/>
      </dsp:txXfrm>
    </dsp:sp>
    <dsp:sp modelId="{71A46F27-809B-4E21-9712-8491DD3174C7}">
      <dsp:nvSpPr>
        <dsp:cNvPr id="0" name=""/>
        <dsp:cNvSpPr/>
      </dsp:nvSpPr>
      <dsp:spPr>
        <a:xfrm>
          <a:off x="3493253" y="1860240"/>
          <a:ext cx="413386" cy="41338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BC82D9-1EFE-42FB-BA04-667E05CEB7A4}">
      <dsp:nvSpPr>
        <dsp:cNvPr id="0" name=""/>
        <dsp:cNvSpPr/>
      </dsp:nvSpPr>
      <dsp:spPr>
        <a:xfrm>
          <a:off x="5011072" y="0"/>
          <a:ext cx="2383864" cy="1653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163576" rIns="163576" bIns="163576" numCol="1" spcCol="1270" anchor="b" anchorCtr="0">
          <a:noAutofit/>
        </a:bodyPr>
        <a:lstStyle/>
        <a:p>
          <a:pPr marL="0" lvl="0" indent="0" algn="ctr" defTabSz="1022350">
            <a:lnSpc>
              <a:spcPct val="90000"/>
            </a:lnSpc>
            <a:spcBef>
              <a:spcPct val="0"/>
            </a:spcBef>
            <a:spcAft>
              <a:spcPct val="35000"/>
            </a:spcAft>
            <a:buNone/>
          </a:pPr>
          <a:r>
            <a:rPr lang="en-US" sz="2300" kern="1200" dirty="0">
              <a:solidFill>
                <a:schemeClr val="bg1">
                  <a:lumMod val="85000"/>
                  <a:lumOff val="15000"/>
                </a:schemeClr>
              </a:solidFill>
            </a:rPr>
            <a:t>Translate critical factors into measurable parameters</a:t>
          </a:r>
        </a:p>
      </dsp:txBody>
      <dsp:txXfrm>
        <a:off x="5011072" y="0"/>
        <a:ext cx="2383864" cy="1653546"/>
      </dsp:txXfrm>
    </dsp:sp>
    <dsp:sp modelId="{8783AEC0-2BA8-4362-BE8F-003A91981B90}">
      <dsp:nvSpPr>
        <dsp:cNvPr id="0" name=""/>
        <dsp:cNvSpPr/>
      </dsp:nvSpPr>
      <dsp:spPr>
        <a:xfrm>
          <a:off x="5996311" y="1860240"/>
          <a:ext cx="413386" cy="41338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4A1992-54BC-4F9B-940B-5380F00563E1}">
      <dsp:nvSpPr>
        <dsp:cNvPr id="0" name=""/>
        <dsp:cNvSpPr/>
      </dsp:nvSpPr>
      <dsp:spPr>
        <a:xfrm>
          <a:off x="7514130" y="2480320"/>
          <a:ext cx="2383864" cy="16535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163576" rIns="163576" bIns="163576" numCol="1" spcCol="1270" anchor="t" anchorCtr="0">
          <a:noAutofit/>
        </a:bodyPr>
        <a:lstStyle/>
        <a:p>
          <a:pPr marL="0" lvl="0" indent="0" algn="ctr" defTabSz="1022350">
            <a:lnSpc>
              <a:spcPct val="90000"/>
            </a:lnSpc>
            <a:spcBef>
              <a:spcPct val="0"/>
            </a:spcBef>
            <a:spcAft>
              <a:spcPct val="35000"/>
            </a:spcAft>
            <a:buNone/>
          </a:pPr>
          <a:r>
            <a:rPr lang="en-US" sz="2300" kern="1200" dirty="0">
              <a:solidFill>
                <a:schemeClr val="bg1">
                  <a:lumMod val="85000"/>
                  <a:lumOff val="15000"/>
                </a:schemeClr>
              </a:solidFill>
            </a:rPr>
            <a:t>Study design</a:t>
          </a:r>
        </a:p>
      </dsp:txBody>
      <dsp:txXfrm>
        <a:off x="7514130" y="2480320"/>
        <a:ext cx="2383864" cy="1653546"/>
      </dsp:txXfrm>
    </dsp:sp>
    <dsp:sp modelId="{75121E52-3E74-4B20-8404-BD2D3A2E3210}">
      <dsp:nvSpPr>
        <dsp:cNvPr id="0" name=""/>
        <dsp:cNvSpPr/>
      </dsp:nvSpPr>
      <dsp:spPr>
        <a:xfrm>
          <a:off x="8499369" y="1860240"/>
          <a:ext cx="413386" cy="41338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411514-A8E4-4CF7-BE26-7CAF5B77871F}">
      <dsp:nvSpPr>
        <dsp:cNvPr id="0" name=""/>
        <dsp:cNvSpPr/>
      </dsp:nvSpPr>
      <dsp:spPr>
        <a:xfrm rot="5400000">
          <a:off x="99542" y="-140231"/>
          <a:ext cx="1105483" cy="1385946"/>
        </a:xfrm>
        <a:prstGeom prst="homePlate">
          <a:avLst/>
        </a:prstGeom>
        <a:solidFill>
          <a:schemeClr val="accent5">
            <a:hueOff val="0"/>
            <a:satOff val="0"/>
            <a:lumOff val="0"/>
            <a:alphaOff val="0"/>
          </a:schemeClr>
        </a:solidFill>
        <a:ln w="6350" cap="flat" cmpd="sng" algn="ctr">
          <a:solidFill>
            <a:schemeClr val="accent5">
              <a:hueOff val="0"/>
              <a:satOff val="0"/>
              <a:lumOff val="0"/>
              <a:alphaOff val="0"/>
            </a:schemeClr>
          </a:solidFill>
          <a:prstDash val="solid"/>
          <a:miter lim="800000"/>
        </a:ln>
        <a:effectLst/>
        <a:scene3d>
          <a:camera prst="isometricOffAxis2Left" zoom="95000">
            <a:rot lat="693019" lon="20494820" rev="0"/>
          </a:camera>
          <a:lightRig rig="flat" dir="t"/>
        </a:scene3d>
        <a:sp3d extrusionH="381000" contourW="38100" prstMaterial="matte">
          <a:contourClr>
            <a:schemeClr val="lt1"/>
          </a:contourClr>
        </a:sp3d>
      </dsp:spPr>
      <dsp:style>
        <a:lnRef idx="1">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bg1">
                  <a:lumMod val="85000"/>
                  <a:lumOff val="15000"/>
                </a:schemeClr>
              </a:solidFill>
              <a:latin typeface="+mj-lt"/>
            </a:rPr>
            <a:t>Purchasing</a:t>
          </a:r>
        </a:p>
      </dsp:txBody>
      <dsp:txXfrm rot="-5400000">
        <a:off x="-40689" y="0"/>
        <a:ext cx="1385946" cy="829112"/>
      </dsp:txXfrm>
    </dsp:sp>
    <dsp:sp modelId="{092EC8A5-5905-4084-B1C9-B4E5EB2EB60A}">
      <dsp:nvSpPr>
        <dsp:cNvPr id="0" name=""/>
        <dsp:cNvSpPr/>
      </dsp:nvSpPr>
      <dsp:spPr>
        <a:xfrm rot="5400000">
          <a:off x="4579747" y="-3439058"/>
          <a:ext cx="773208" cy="7774993"/>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a:scene3d>
          <a:camera prst="isometricOffAxis2Left" zoom="95000">
            <a:rot lat="693019" lon="20494820" rev="0"/>
          </a:camera>
          <a:lightRig rig="flat" dir="t"/>
        </a:scene3d>
        <a:sp3d z="-60000" extrusionH="63500" prstMaterial="matte"/>
      </dsp:spPr>
      <dsp:style>
        <a:lnRef idx="1">
          <a:scrgbClr r="0" g="0" b="0"/>
        </a:lnRef>
        <a:fillRef idx="1">
          <a:scrgbClr r="0" g="0" b="0"/>
        </a:fillRef>
        <a:effectRef idx="0">
          <a:scrgbClr r="0" g="0" b="0"/>
        </a:effectRef>
        <a:fontRef idx="minor"/>
      </dsp:style>
      <dsp:txBody>
        <a:bodyPr spcFirstLastPara="0" vert="horz" wrap="square" lIns="177800" tIns="15875" rIns="15875" bIns="15875" numCol="1" spcCol="1270" anchor="ctr" anchorCtr="0">
          <a:noAutofit/>
        </a:bodyPr>
        <a:lstStyle/>
        <a:p>
          <a:pPr marL="365760" lvl="1" indent="0" algn="l" defTabSz="1111250">
            <a:lnSpc>
              <a:spcPct val="90000"/>
            </a:lnSpc>
            <a:spcBef>
              <a:spcPct val="0"/>
            </a:spcBef>
            <a:spcAft>
              <a:spcPct val="15000"/>
            </a:spcAft>
            <a:buNone/>
          </a:pPr>
          <a:r>
            <a:rPr lang="en-US" sz="2500" b="1" kern="1200" dirty="0">
              <a:latin typeface="Abadi" panose="020B0604020104020204" pitchFamily="34" charset="0"/>
            </a:rPr>
            <a:t>Buyer| </a:t>
          </a:r>
          <a:r>
            <a:rPr lang="en-US" sz="2500" kern="1200" dirty="0">
              <a:latin typeface="Abadi" panose="020B0604020104020204" pitchFamily="34" charset="0"/>
            </a:rPr>
            <a:t>Determines which test to purchase</a:t>
          </a:r>
        </a:p>
      </dsp:txBody>
      <dsp:txXfrm rot="-5400000">
        <a:off x="1078855" y="99579"/>
        <a:ext cx="7737248" cy="697718"/>
      </dsp:txXfrm>
    </dsp:sp>
    <dsp:sp modelId="{B9211F30-D0A0-4B31-A18D-20E47B535B1C}">
      <dsp:nvSpPr>
        <dsp:cNvPr id="0" name=""/>
        <dsp:cNvSpPr/>
      </dsp:nvSpPr>
      <dsp:spPr>
        <a:xfrm rot="5400000">
          <a:off x="21739" y="1040822"/>
          <a:ext cx="1261090" cy="1385946"/>
        </a:xfrm>
        <a:prstGeom prst="homePlate">
          <a:avLst/>
        </a:prstGeom>
        <a:solidFill>
          <a:schemeClr val="accent5">
            <a:hueOff val="501107"/>
            <a:satOff val="5458"/>
            <a:lumOff val="1520"/>
            <a:alphaOff val="0"/>
          </a:schemeClr>
        </a:solidFill>
        <a:ln w="6350" cap="flat" cmpd="sng" algn="ctr">
          <a:solidFill>
            <a:schemeClr val="accent5">
              <a:hueOff val="501107"/>
              <a:satOff val="5458"/>
              <a:lumOff val="1520"/>
              <a:alphaOff val="0"/>
            </a:schemeClr>
          </a:solidFill>
          <a:prstDash val="solid"/>
          <a:miter lim="800000"/>
        </a:ln>
        <a:effectLst/>
        <a:scene3d>
          <a:camera prst="isometricOffAxis2Left" zoom="95000">
            <a:rot lat="693019" lon="20494820" rev="0"/>
          </a:camera>
          <a:lightRig rig="flat" dir="t"/>
        </a:scene3d>
        <a:sp3d extrusionH="381000" contourW="38100" prstMaterial="matte">
          <a:contourClr>
            <a:schemeClr val="lt1"/>
          </a:contourClr>
        </a:sp3d>
      </dsp:spPr>
      <dsp:style>
        <a:lnRef idx="1">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a:solidFill>
                <a:schemeClr val="bg1">
                  <a:lumMod val="85000"/>
                  <a:lumOff val="15000"/>
                </a:schemeClr>
              </a:solidFill>
              <a:latin typeface="+mj-lt"/>
            </a:rPr>
            <a:t>Test </a:t>
          </a:r>
          <a:br>
            <a:rPr lang="en-US" sz="2000" b="1" kern="1200">
              <a:solidFill>
                <a:schemeClr val="bg1">
                  <a:lumMod val="85000"/>
                  <a:lumOff val="15000"/>
                </a:schemeClr>
              </a:solidFill>
              <a:latin typeface="+mj-lt"/>
            </a:rPr>
          </a:br>
          <a:r>
            <a:rPr lang="en-US" sz="2000" b="1" kern="1200">
              <a:solidFill>
                <a:schemeClr val="bg1">
                  <a:lumMod val="85000"/>
                  <a:lumOff val="15000"/>
                </a:schemeClr>
              </a:solidFill>
              <a:latin typeface="+mj-lt"/>
            </a:rPr>
            <a:t>Prep</a:t>
          </a:r>
          <a:endParaRPr lang="en-US" sz="2000" b="1" kern="1200" dirty="0">
            <a:solidFill>
              <a:schemeClr val="bg1">
                <a:lumMod val="85000"/>
                <a:lumOff val="15000"/>
              </a:schemeClr>
            </a:solidFill>
            <a:latin typeface="+mj-lt"/>
          </a:endParaRPr>
        </a:p>
      </dsp:txBody>
      <dsp:txXfrm rot="-5400000">
        <a:off x="-40689" y="1103250"/>
        <a:ext cx="1385946" cy="945818"/>
      </dsp:txXfrm>
    </dsp:sp>
    <dsp:sp modelId="{C7BBAF8B-92CD-48CF-AB69-091CC8492986}">
      <dsp:nvSpPr>
        <dsp:cNvPr id="0" name=""/>
        <dsp:cNvSpPr/>
      </dsp:nvSpPr>
      <dsp:spPr>
        <a:xfrm rot="5400000">
          <a:off x="3840460" y="-1507952"/>
          <a:ext cx="745190" cy="6177240"/>
        </a:xfrm>
        <a:prstGeom prst="round2SameRect">
          <a:avLst/>
        </a:prstGeom>
        <a:solidFill>
          <a:schemeClr val="lt1">
            <a:alpha val="90000"/>
            <a:hueOff val="0"/>
            <a:satOff val="0"/>
            <a:lumOff val="0"/>
            <a:alphaOff val="0"/>
          </a:schemeClr>
        </a:solidFill>
        <a:ln w="6350" cap="flat" cmpd="sng" algn="ctr">
          <a:solidFill>
            <a:schemeClr val="accent5">
              <a:hueOff val="501107"/>
              <a:satOff val="5458"/>
              <a:lumOff val="1520"/>
              <a:alphaOff val="0"/>
            </a:schemeClr>
          </a:solidFill>
          <a:prstDash val="solid"/>
          <a:miter lim="800000"/>
        </a:ln>
        <a:effectLst/>
        <a:scene3d>
          <a:camera prst="isometricOffAxis2Left" zoom="95000">
            <a:rot lat="693019" lon="20494820" rev="0"/>
          </a:camera>
          <a:lightRig rig="flat" dir="t"/>
        </a:scene3d>
        <a:sp3d z="-60000" extrusionH="63500" prstMaterial="matte"/>
      </dsp:spPr>
      <dsp:style>
        <a:lnRef idx="1">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74320" lvl="1" indent="0" algn="l" defTabSz="1066800">
            <a:lnSpc>
              <a:spcPct val="90000"/>
            </a:lnSpc>
            <a:spcBef>
              <a:spcPct val="0"/>
            </a:spcBef>
            <a:spcAft>
              <a:spcPct val="15000"/>
            </a:spcAft>
            <a:buNone/>
          </a:pPr>
          <a:r>
            <a:rPr lang="en-US" sz="2400" b="1" kern="1200" dirty="0">
              <a:latin typeface="Abadi" panose="020B0604020104020204" pitchFamily="34" charset="0"/>
            </a:rPr>
            <a:t>Nurse/Lab Tech| </a:t>
          </a:r>
          <a:r>
            <a:rPr lang="en-US" sz="2400" kern="1200" dirty="0">
              <a:latin typeface="Abadi" panose="020B0604020104020204" pitchFamily="34" charset="0"/>
            </a:rPr>
            <a:t>Opens test kit, takes out materials, adds reagent.</a:t>
          </a:r>
        </a:p>
      </dsp:txBody>
      <dsp:txXfrm rot="-5400000">
        <a:off x="1124436" y="1244449"/>
        <a:ext cx="6140863" cy="672436"/>
      </dsp:txXfrm>
    </dsp:sp>
    <dsp:sp modelId="{5B43EC62-B0EE-4198-BF01-19F4C5E46EA9}">
      <dsp:nvSpPr>
        <dsp:cNvPr id="0" name=""/>
        <dsp:cNvSpPr/>
      </dsp:nvSpPr>
      <dsp:spPr>
        <a:xfrm rot="5400000">
          <a:off x="21739" y="2332142"/>
          <a:ext cx="1261090" cy="1385946"/>
        </a:xfrm>
        <a:prstGeom prst="homePlate">
          <a:avLst/>
        </a:prstGeom>
        <a:solidFill>
          <a:schemeClr val="accent5">
            <a:hueOff val="1002214"/>
            <a:satOff val="10917"/>
            <a:lumOff val="3039"/>
            <a:alphaOff val="0"/>
          </a:schemeClr>
        </a:solidFill>
        <a:ln w="6350" cap="flat" cmpd="sng" algn="ctr">
          <a:solidFill>
            <a:schemeClr val="accent5">
              <a:hueOff val="1002214"/>
              <a:satOff val="10917"/>
              <a:lumOff val="3039"/>
              <a:alphaOff val="0"/>
            </a:schemeClr>
          </a:solidFill>
          <a:prstDash val="solid"/>
          <a:miter lim="800000"/>
        </a:ln>
        <a:effectLst/>
        <a:scene3d>
          <a:camera prst="isometricOffAxis2Left" zoom="95000">
            <a:rot lat="693019" lon="20494820" rev="0"/>
          </a:camera>
          <a:lightRig rig="flat" dir="t"/>
        </a:scene3d>
        <a:sp3d extrusionH="381000" contourW="38100" prstMaterial="matte">
          <a:contourClr>
            <a:schemeClr val="lt1"/>
          </a:contourClr>
        </a:sp3d>
      </dsp:spPr>
      <dsp:style>
        <a:lnRef idx="1">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a:solidFill>
                <a:schemeClr val="bg1">
                  <a:lumMod val="85000"/>
                  <a:lumOff val="15000"/>
                </a:schemeClr>
              </a:solidFill>
              <a:latin typeface="+mj-lt"/>
            </a:rPr>
            <a:t>Sample Collection</a:t>
          </a:r>
          <a:endParaRPr lang="en-US" sz="2000" b="1" kern="1200" dirty="0">
            <a:solidFill>
              <a:schemeClr val="bg1">
                <a:lumMod val="85000"/>
                <a:lumOff val="15000"/>
              </a:schemeClr>
            </a:solidFill>
            <a:latin typeface="+mj-lt"/>
          </a:endParaRPr>
        </a:p>
      </dsp:txBody>
      <dsp:txXfrm rot="-5400000">
        <a:off x="-40689" y="2394570"/>
        <a:ext cx="1385946" cy="945818"/>
      </dsp:txXfrm>
    </dsp:sp>
    <dsp:sp modelId="{AAEC3E56-FE4D-412B-8EBF-BF2E601CDF0C}">
      <dsp:nvSpPr>
        <dsp:cNvPr id="0" name=""/>
        <dsp:cNvSpPr/>
      </dsp:nvSpPr>
      <dsp:spPr>
        <a:xfrm rot="5400000">
          <a:off x="4799082" y="-1182463"/>
          <a:ext cx="745190" cy="8103718"/>
        </a:xfrm>
        <a:prstGeom prst="round2SameRect">
          <a:avLst/>
        </a:prstGeom>
        <a:solidFill>
          <a:schemeClr val="lt1">
            <a:alpha val="90000"/>
            <a:hueOff val="0"/>
            <a:satOff val="0"/>
            <a:lumOff val="0"/>
            <a:alphaOff val="0"/>
          </a:schemeClr>
        </a:solidFill>
        <a:ln w="6350" cap="flat" cmpd="sng" algn="ctr">
          <a:solidFill>
            <a:schemeClr val="accent5">
              <a:hueOff val="1002214"/>
              <a:satOff val="10917"/>
              <a:lumOff val="3039"/>
              <a:alphaOff val="0"/>
            </a:schemeClr>
          </a:solidFill>
          <a:prstDash val="solid"/>
          <a:miter lim="800000"/>
        </a:ln>
        <a:effectLst/>
        <a:scene3d>
          <a:camera prst="isometricOffAxis2Left" zoom="95000">
            <a:rot lat="693019" lon="20494820" rev="0"/>
          </a:camera>
          <a:lightRig rig="flat" dir="t"/>
        </a:scene3d>
        <a:sp3d z="-60000" extrusionH="63500" prstMaterial="matte"/>
      </dsp:spPr>
      <dsp:style>
        <a:lnRef idx="1">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74320" lvl="1" indent="0" algn="l" defTabSz="1066800">
            <a:lnSpc>
              <a:spcPct val="90000"/>
            </a:lnSpc>
            <a:spcBef>
              <a:spcPct val="0"/>
            </a:spcBef>
            <a:spcAft>
              <a:spcPct val="15000"/>
            </a:spcAft>
            <a:buNone/>
          </a:pPr>
          <a:r>
            <a:rPr lang="en-US" sz="2400" b="1" kern="1200" dirty="0">
              <a:latin typeface="Abadi" panose="020B0604020104020204" pitchFamily="34" charset="0"/>
            </a:rPr>
            <a:t>Nurse/Patient| </a:t>
          </a:r>
          <a:r>
            <a:rPr lang="en-US" sz="2400" kern="1200" dirty="0">
              <a:latin typeface="Abadi" panose="020B0604020104020204" pitchFamily="34" charset="0"/>
            </a:rPr>
            <a:t>Nurse collects sample. Patient has each nostril swabbed.</a:t>
          </a:r>
        </a:p>
      </dsp:txBody>
      <dsp:txXfrm rot="-5400000">
        <a:off x="1119819" y="2533177"/>
        <a:ext cx="8067341" cy="672436"/>
      </dsp:txXfrm>
    </dsp:sp>
    <dsp:sp modelId="{BF5B47F1-60BA-4454-BDE3-9EDB60C14B28}">
      <dsp:nvSpPr>
        <dsp:cNvPr id="0" name=""/>
        <dsp:cNvSpPr/>
      </dsp:nvSpPr>
      <dsp:spPr>
        <a:xfrm rot="5400000">
          <a:off x="21739" y="3623496"/>
          <a:ext cx="1261090" cy="1385946"/>
        </a:xfrm>
        <a:prstGeom prst="homePlate">
          <a:avLst/>
        </a:prstGeom>
        <a:solidFill>
          <a:schemeClr val="accent5">
            <a:hueOff val="1503321"/>
            <a:satOff val="16375"/>
            <a:lumOff val="4559"/>
            <a:alphaOff val="0"/>
          </a:schemeClr>
        </a:solidFill>
        <a:ln w="6350" cap="flat" cmpd="sng" algn="ctr">
          <a:solidFill>
            <a:schemeClr val="accent5">
              <a:hueOff val="1503321"/>
              <a:satOff val="16375"/>
              <a:lumOff val="4559"/>
              <a:alphaOff val="0"/>
            </a:schemeClr>
          </a:solidFill>
          <a:prstDash val="solid"/>
          <a:miter lim="800000"/>
        </a:ln>
        <a:effectLst/>
        <a:scene3d>
          <a:camera prst="isometricOffAxis2Left" zoom="95000">
            <a:rot lat="693019" lon="20494820" rev="0"/>
          </a:camera>
          <a:lightRig rig="flat" dir="t"/>
        </a:scene3d>
        <a:sp3d extrusionH="381000" contourW="38100" prstMaterial="matte">
          <a:contourClr>
            <a:schemeClr val="lt1"/>
          </a:contourClr>
        </a:sp3d>
      </dsp:spPr>
      <dsp:style>
        <a:lnRef idx="1">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bg1">
                  <a:lumMod val="85000"/>
                  <a:lumOff val="15000"/>
                </a:schemeClr>
              </a:solidFill>
              <a:latin typeface="+mj-lt"/>
            </a:rPr>
            <a:t>Sample </a:t>
          </a:r>
          <a:br>
            <a:rPr lang="en-US" sz="2000" b="1" kern="1200" dirty="0">
              <a:solidFill>
                <a:schemeClr val="bg1">
                  <a:lumMod val="85000"/>
                  <a:lumOff val="15000"/>
                </a:schemeClr>
              </a:solidFill>
              <a:latin typeface="+mj-lt"/>
            </a:rPr>
          </a:br>
          <a:r>
            <a:rPr lang="en-US" sz="2000" b="1" kern="1200" dirty="0">
              <a:solidFill>
                <a:schemeClr val="bg1">
                  <a:lumMod val="85000"/>
                  <a:lumOff val="15000"/>
                </a:schemeClr>
              </a:solidFill>
              <a:latin typeface="+mj-lt"/>
            </a:rPr>
            <a:t>Tested</a:t>
          </a:r>
        </a:p>
      </dsp:txBody>
      <dsp:txXfrm rot="-5400000">
        <a:off x="-40689" y="3685924"/>
        <a:ext cx="1385946" cy="945818"/>
      </dsp:txXfrm>
    </dsp:sp>
    <dsp:sp modelId="{96AF1E76-03A8-4231-8ACE-B485A4AE7BE9}">
      <dsp:nvSpPr>
        <dsp:cNvPr id="0" name=""/>
        <dsp:cNvSpPr/>
      </dsp:nvSpPr>
      <dsp:spPr>
        <a:xfrm rot="5400000">
          <a:off x="3840511" y="1048737"/>
          <a:ext cx="745190" cy="6218905"/>
        </a:xfrm>
        <a:prstGeom prst="round2SameRect">
          <a:avLst/>
        </a:prstGeom>
        <a:solidFill>
          <a:schemeClr val="lt1">
            <a:alpha val="90000"/>
            <a:hueOff val="0"/>
            <a:satOff val="0"/>
            <a:lumOff val="0"/>
            <a:alphaOff val="0"/>
          </a:schemeClr>
        </a:solidFill>
        <a:ln w="6350" cap="flat" cmpd="sng" algn="ctr">
          <a:solidFill>
            <a:schemeClr val="accent5">
              <a:hueOff val="1503321"/>
              <a:satOff val="16375"/>
              <a:lumOff val="4559"/>
              <a:alphaOff val="0"/>
            </a:schemeClr>
          </a:solidFill>
          <a:prstDash val="solid"/>
          <a:miter lim="800000"/>
        </a:ln>
        <a:effectLst/>
        <a:scene3d>
          <a:camera prst="isometricOffAxis2Left" zoom="95000">
            <a:rot lat="693019" lon="20494820" rev="0"/>
          </a:camera>
          <a:lightRig rig="flat" dir="t"/>
        </a:scene3d>
        <a:sp3d z="-60000" extrusionH="63500" prstMaterial="matte"/>
      </dsp:spPr>
      <dsp:style>
        <a:lnRef idx="1">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74320" lvl="1" indent="0" algn="l" defTabSz="1066800">
            <a:lnSpc>
              <a:spcPct val="90000"/>
            </a:lnSpc>
            <a:spcBef>
              <a:spcPct val="0"/>
            </a:spcBef>
            <a:spcAft>
              <a:spcPct val="15000"/>
            </a:spcAft>
            <a:buNone/>
          </a:pPr>
          <a:r>
            <a:rPr lang="en-US" sz="2400" b="1" kern="1200" dirty="0">
              <a:solidFill>
                <a:schemeClr val="bg1">
                  <a:lumMod val="85000"/>
                  <a:lumOff val="15000"/>
                </a:schemeClr>
              </a:solidFill>
              <a:latin typeface="Abadi" panose="020B0604020104020204" pitchFamily="34" charset="0"/>
            </a:rPr>
            <a:t>Nurse/Lab Tech| </a:t>
          </a:r>
          <a:r>
            <a:rPr lang="en-US" sz="2400" b="0" kern="1200" dirty="0">
              <a:solidFill>
                <a:schemeClr val="bg1">
                  <a:lumMod val="85000"/>
                  <a:lumOff val="15000"/>
                </a:schemeClr>
              </a:solidFill>
              <a:latin typeface="Abadi" panose="020B0604020104020204" pitchFamily="34" charset="0"/>
            </a:rPr>
            <a:t>Process sample, adds it to test tube, and waits for it to develop.</a:t>
          </a:r>
        </a:p>
      </dsp:txBody>
      <dsp:txXfrm rot="-5400000">
        <a:off x="1103654" y="3821972"/>
        <a:ext cx="6182528" cy="672436"/>
      </dsp:txXfrm>
    </dsp:sp>
    <dsp:sp modelId="{B6077405-50F8-4FAC-8B6C-20DF71DE6710}">
      <dsp:nvSpPr>
        <dsp:cNvPr id="0" name=""/>
        <dsp:cNvSpPr/>
      </dsp:nvSpPr>
      <dsp:spPr>
        <a:xfrm rot="5400000">
          <a:off x="21739" y="4894472"/>
          <a:ext cx="1261090" cy="1385946"/>
        </a:xfrm>
        <a:prstGeom prst="homePlate">
          <a:avLst/>
        </a:prstGeom>
        <a:solidFill>
          <a:schemeClr val="accent5">
            <a:hueOff val="2004428"/>
            <a:satOff val="21833"/>
            <a:lumOff val="6078"/>
            <a:alphaOff val="0"/>
          </a:schemeClr>
        </a:solidFill>
        <a:ln w="6350" cap="flat" cmpd="sng" algn="ctr">
          <a:solidFill>
            <a:schemeClr val="accent5">
              <a:hueOff val="2004428"/>
              <a:satOff val="21833"/>
              <a:lumOff val="6078"/>
              <a:alphaOff val="0"/>
            </a:schemeClr>
          </a:solidFill>
          <a:prstDash val="solid"/>
          <a:miter lim="800000"/>
        </a:ln>
        <a:effectLst/>
        <a:scene3d>
          <a:camera prst="isometricOffAxis2Left" zoom="95000">
            <a:rot lat="693019" lon="20494820" rev="0"/>
          </a:camera>
          <a:lightRig rig="flat" dir="t"/>
        </a:scene3d>
        <a:sp3d extrusionH="381000" contourW="38100" prstMaterial="matte">
          <a:contourClr>
            <a:schemeClr val="lt1"/>
          </a:contourClr>
        </a:sp3d>
      </dsp:spPr>
      <dsp:style>
        <a:lnRef idx="1">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bg1">
                  <a:lumMod val="85000"/>
                  <a:lumOff val="15000"/>
                </a:schemeClr>
              </a:solidFill>
              <a:latin typeface="+mj-lt"/>
            </a:rPr>
            <a:t>Interpret</a:t>
          </a:r>
          <a:br>
            <a:rPr lang="en-US" sz="2000" b="1" kern="1200" dirty="0">
              <a:solidFill>
                <a:schemeClr val="bg1">
                  <a:lumMod val="85000"/>
                  <a:lumOff val="15000"/>
                </a:schemeClr>
              </a:solidFill>
              <a:latin typeface="+mj-lt"/>
            </a:rPr>
          </a:br>
          <a:r>
            <a:rPr lang="en-US" sz="2000" b="1" kern="1200" dirty="0">
              <a:solidFill>
                <a:schemeClr val="bg1">
                  <a:lumMod val="85000"/>
                  <a:lumOff val="15000"/>
                </a:schemeClr>
              </a:solidFill>
              <a:latin typeface="+mj-lt"/>
            </a:rPr>
            <a:t>Results</a:t>
          </a:r>
        </a:p>
      </dsp:txBody>
      <dsp:txXfrm rot="-5400000">
        <a:off x="-40689" y="4956900"/>
        <a:ext cx="1385946" cy="945818"/>
      </dsp:txXfrm>
    </dsp:sp>
    <dsp:sp modelId="{55884B40-32C6-4C9D-BDD1-9D6C9658FD11}">
      <dsp:nvSpPr>
        <dsp:cNvPr id="0" name=""/>
        <dsp:cNvSpPr/>
      </dsp:nvSpPr>
      <dsp:spPr>
        <a:xfrm rot="5400000">
          <a:off x="3840511" y="2203607"/>
          <a:ext cx="745190" cy="6218905"/>
        </a:xfrm>
        <a:prstGeom prst="round2SameRect">
          <a:avLst/>
        </a:prstGeom>
        <a:solidFill>
          <a:schemeClr val="lt1">
            <a:alpha val="90000"/>
            <a:hueOff val="0"/>
            <a:satOff val="0"/>
            <a:lumOff val="0"/>
            <a:alphaOff val="0"/>
          </a:schemeClr>
        </a:solidFill>
        <a:ln w="6350" cap="flat" cmpd="sng" algn="ctr">
          <a:solidFill>
            <a:schemeClr val="accent5">
              <a:hueOff val="2004428"/>
              <a:satOff val="21833"/>
              <a:lumOff val="6078"/>
              <a:alphaOff val="0"/>
            </a:schemeClr>
          </a:solidFill>
          <a:prstDash val="solid"/>
          <a:miter lim="800000"/>
        </a:ln>
        <a:effectLst/>
        <a:scene3d>
          <a:camera prst="isometricOffAxis2Left" zoom="95000">
            <a:rot lat="693019" lon="20494820" rev="0"/>
          </a:camera>
          <a:lightRig rig="flat" dir="t"/>
        </a:scene3d>
        <a:sp3d z="-60000" extrusionH="63500" prstMaterial="matte"/>
      </dsp:spPr>
      <dsp:style>
        <a:lnRef idx="1">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365760" lvl="1" indent="0" algn="l" defTabSz="1066800">
            <a:lnSpc>
              <a:spcPct val="90000"/>
            </a:lnSpc>
            <a:spcBef>
              <a:spcPct val="0"/>
            </a:spcBef>
            <a:spcAft>
              <a:spcPct val="15000"/>
            </a:spcAft>
            <a:buNone/>
          </a:pPr>
          <a:r>
            <a:rPr lang="en-US" sz="2400" b="1" kern="1200" dirty="0">
              <a:solidFill>
                <a:schemeClr val="bg1">
                  <a:lumMod val="85000"/>
                  <a:lumOff val="15000"/>
                </a:schemeClr>
              </a:solidFill>
              <a:latin typeface="Abadi" panose="020B0604020104020204" pitchFamily="34" charset="0"/>
            </a:rPr>
            <a:t>Nurse/Lab Tech| </a:t>
          </a:r>
          <a:r>
            <a:rPr lang="en-US" sz="2400" b="0" kern="1200" dirty="0">
              <a:solidFill>
                <a:schemeClr val="bg1">
                  <a:lumMod val="85000"/>
                  <a:lumOff val="15000"/>
                </a:schemeClr>
              </a:solidFill>
              <a:latin typeface="Abadi" panose="020B0604020104020204" pitchFamily="34" charset="0"/>
            </a:rPr>
            <a:t>Interprets result and communicates this to patient</a:t>
          </a:r>
          <a:r>
            <a:rPr lang="en-US" sz="2400" b="1" kern="1200" dirty="0">
              <a:solidFill>
                <a:schemeClr val="bg1">
                  <a:lumMod val="85000"/>
                  <a:lumOff val="15000"/>
                </a:schemeClr>
              </a:solidFill>
              <a:latin typeface="Abadi" panose="020B0604020104020204" pitchFamily="34" charset="0"/>
            </a:rPr>
            <a:t>.</a:t>
          </a:r>
          <a:endParaRPr lang="en-US" sz="2400" b="1" kern="1200" dirty="0">
            <a:solidFill>
              <a:schemeClr val="bg1">
                <a:lumMod val="85000"/>
                <a:lumOff val="15000"/>
              </a:schemeClr>
            </a:solidFill>
            <a:latin typeface="+mj-lt"/>
          </a:endParaRPr>
        </a:p>
      </dsp:txBody>
      <dsp:txXfrm rot="-5400000">
        <a:off x="1103654" y="4976842"/>
        <a:ext cx="6182528" cy="6724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411514-A8E4-4CF7-BE26-7CAF5B77871F}">
      <dsp:nvSpPr>
        <dsp:cNvPr id="0" name=""/>
        <dsp:cNvSpPr/>
      </dsp:nvSpPr>
      <dsp:spPr>
        <a:xfrm rot="5400000">
          <a:off x="99542" y="-140231"/>
          <a:ext cx="1105483" cy="1385946"/>
        </a:xfrm>
        <a:prstGeom prst="homePlate">
          <a:avLst/>
        </a:prstGeom>
        <a:solidFill>
          <a:schemeClr val="accent5">
            <a:hueOff val="0"/>
            <a:satOff val="0"/>
            <a:lumOff val="0"/>
            <a:alphaOff val="0"/>
          </a:schemeClr>
        </a:solidFill>
        <a:ln w="6350" cap="flat" cmpd="sng" algn="ctr">
          <a:solidFill>
            <a:schemeClr val="accent5">
              <a:hueOff val="0"/>
              <a:satOff val="0"/>
              <a:lumOff val="0"/>
              <a:alphaOff val="0"/>
            </a:schemeClr>
          </a:solidFill>
          <a:prstDash val="solid"/>
          <a:miter lim="800000"/>
        </a:ln>
        <a:effectLst/>
        <a:scene3d>
          <a:camera prst="isometricOffAxis2Left" zoom="95000">
            <a:rot lat="693019" lon="20494820" rev="0"/>
          </a:camera>
          <a:lightRig rig="flat" dir="t"/>
        </a:scene3d>
        <a:sp3d extrusionH="381000" contourW="38100" prstMaterial="matte">
          <a:contourClr>
            <a:schemeClr val="lt1"/>
          </a:contourClr>
        </a:sp3d>
      </dsp:spPr>
      <dsp:style>
        <a:lnRef idx="1">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bg1">
                  <a:lumMod val="85000"/>
                  <a:lumOff val="15000"/>
                </a:schemeClr>
              </a:solidFill>
              <a:latin typeface="+mj-lt"/>
            </a:rPr>
            <a:t>Purchasing</a:t>
          </a:r>
        </a:p>
      </dsp:txBody>
      <dsp:txXfrm rot="-5400000">
        <a:off x="-40689" y="0"/>
        <a:ext cx="1385946" cy="829112"/>
      </dsp:txXfrm>
    </dsp:sp>
    <dsp:sp modelId="{092EC8A5-5905-4084-B1C9-B4E5EB2EB60A}">
      <dsp:nvSpPr>
        <dsp:cNvPr id="0" name=""/>
        <dsp:cNvSpPr/>
      </dsp:nvSpPr>
      <dsp:spPr>
        <a:xfrm rot="5400000">
          <a:off x="4579747" y="-3439058"/>
          <a:ext cx="773208" cy="7774993"/>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a:scene3d>
          <a:camera prst="isometricOffAxis2Left" zoom="95000">
            <a:rot lat="693019" lon="20494820" rev="0"/>
          </a:camera>
          <a:lightRig rig="flat" dir="t"/>
        </a:scene3d>
        <a:sp3d z="-60000" extrusionH="63500" prstMaterial="matte"/>
      </dsp:spPr>
      <dsp:style>
        <a:lnRef idx="1">
          <a:scrgbClr r="0" g="0" b="0"/>
        </a:lnRef>
        <a:fillRef idx="1">
          <a:scrgbClr r="0" g="0" b="0"/>
        </a:fillRef>
        <a:effectRef idx="0">
          <a:scrgbClr r="0" g="0" b="0"/>
        </a:effectRef>
        <a:fontRef idx="minor"/>
      </dsp:style>
      <dsp:txBody>
        <a:bodyPr spcFirstLastPara="0" vert="horz" wrap="square" lIns="177800" tIns="15875" rIns="15875" bIns="15875" numCol="1" spcCol="1270" anchor="ctr" anchorCtr="0">
          <a:noAutofit/>
        </a:bodyPr>
        <a:lstStyle/>
        <a:p>
          <a:pPr marL="365760" lvl="1" indent="0" algn="l" defTabSz="1111250">
            <a:lnSpc>
              <a:spcPct val="90000"/>
            </a:lnSpc>
            <a:spcBef>
              <a:spcPct val="0"/>
            </a:spcBef>
            <a:spcAft>
              <a:spcPct val="15000"/>
            </a:spcAft>
            <a:buNone/>
          </a:pPr>
          <a:r>
            <a:rPr lang="en-US" sz="2500" kern="1200" dirty="0">
              <a:latin typeface="Abadi" panose="020B0604020104020204" pitchFamily="34" charset="0"/>
            </a:rPr>
            <a:t>Cost, accuracy, access, </a:t>
          </a:r>
          <a:r>
            <a:rPr lang="en-US" sz="2500" u="sng" kern="1200" dirty="0">
              <a:latin typeface="Abadi" panose="020B0604020104020204" pitchFamily="34" charset="0"/>
            </a:rPr>
            <a:t>ease of use</a:t>
          </a:r>
          <a:r>
            <a:rPr lang="en-US" sz="2500" kern="1200" dirty="0">
              <a:latin typeface="Abadi" panose="020B0604020104020204" pitchFamily="34" charset="0"/>
            </a:rPr>
            <a:t>, time to result</a:t>
          </a:r>
        </a:p>
      </dsp:txBody>
      <dsp:txXfrm rot="-5400000">
        <a:off x="1078855" y="99579"/>
        <a:ext cx="7737248" cy="697718"/>
      </dsp:txXfrm>
    </dsp:sp>
    <dsp:sp modelId="{B9211F30-D0A0-4B31-A18D-20E47B535B1C}">
      <dsp:nvSpPr>
        <dsp:cNvPr id="0" name=""/>
        <dsp:cNvSpPr/>
      </dsp:nvSpPr>
      <dsp:spPr>
        <a:xfrm rot="5400000">
          <a:off x="21739" y="1040822"/>
          <a:ext cx="1261090" cy="1385946"/>
        </a:xfrm>
        <a:prstGeom prst="homePlate">
          <a:avLst/>
        </a:prstGeom>
        <a:solidFill>
          <a:schemeClr val="accent5">
            <a:hueOff val="501107"/>
            <a:satOff val="5458"/>
            <a:lumOff val="1520"/>
            <a:alphaOff val="0"/>
          </a:schemeClr>
        </a:solidFill>
        <a:ln w="6350" cap="flat" cmpd="sng" algn="ctr">
          <a:solidFill>
            <a:schemeClr val="accent5">
              <a:hueOff val="501107"/>
              <a:satOff val="5458"/>
              <a:lumOff val="1520"/>
              <a:alphaOff val="0"/>
            </a:schemeClr>
          </a:solidFill>
          <a:prstDash val="solid"/>
          <a:miter lim="800000"/>
        </a:ln>
        <a:effectLst/>
        <a:scene3d>
          <a:camera prst="isometricOffAxis2Left" zoom="95000">
            <a:rot lat="693019" lon="20494820" rev="0"/>
          </a:camera>
          <a:lightRig rig="flat" dir="t"/>
        </a:scene3d>
        <a:sp3d extrusionH="381000" contourW="38100" prstMaterial="matte">
          <a:contourClr>
            <a:schemeClr val="lt1"/>
          </a:contourClr>
        </a:sp3d>
      </dsp:spPr>
      <dsp:style>
        <a:lnRef idx="1">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a:solidFill>
                <a:schemeClr val="bg1">
                  <a:lumMod val="85000"/>
                  <a:lumOff val="15000"/>
                </a:schemeClr>
              </a:solidFill>
              <a:latin typeface="+mj-lt"/>
            </a:rPr>
            <a:t>Test </a:t>
          </a:r>
          <a:br>
            <a:rPr lang="en-US" sz="2000" b="1" kern="1200">
              <a:solidFill>
                <a:schemeClr val="bg1">
                  <a:lumMod val="85000"/>
                  <a:lumOff val="15000"/>
                </a:schemeClr>
              </a:solidFill>
              <a:latin typeface="+mj-lt"/>
            </a:rPr>
          </a:br>
          <a:r>
            <a:rPr lang="en-US" sz="2000" b="1" kern="1200">
              <a:solidFill>
                <a:schemeClr val="bg1">
                  <a:lumMod val="85000"/>
                  <a:lumOff val="15000"/>
                </a:schemeClr>
              </a:solidFill>
              <a:latin typeface="+mj-lt"/>
            </a:rPr>
            <a:t>Prep</a:t>
          </a:r>
          <a:endParaRPr lang="en-US" sz="2000" b="1" kern="1200" dirty="0">
            <a:solidFill>
              <a:schemeClr val="bg1">
                <a:lumMod val="85000"/>
                <a:lumOff val="15000"/>
              </a:schemeClr>
            </a:solidFill>
            <a:latin typeface="+mj-lt"/>
          </a:endParaRPr>
        </a:p>
      </dsp:txBody>
      <dsp:txXfrm rot="-5400000">
        <a:off x="-40689" y="1103250"/>
        <a:ext cx="1385946" cy="945818"/>
      </dsp:txXfrm>
    </dsp:sp>
    <dsp:sp modelId="{C7BBAF8B-92CD-48CF-AB69-091CC8492986}">
      <dsp:nvSpPr>
        <dsp:cNvPr id="0" name=""/>
        <dsp:cNvSpPr/>
      </dsp:nvSpPr>
      <dsp:spPr>
        <a:xfrm rot="5400000">
          <a:off x="3840460" y="-1507952"/>
          <a:ext cx="745190" cy="6177240"/>
        </a:xfrm>
        <a:prstGeom prst="round2SameRect">
          <a:avLst/>
        </a:prstGeom>
        <a:solidFill>
          <a:schemeClr val="lt1">
            <a:alpha val="90000"/>
            <a:hueOff val="0"/>
            <a:satOff val="0"/>
            <a:lumOff val="0"/>
            <a:alphaOff val="0"/>
          </a:schemeClr>
        </a:solidFill>
        <a:ln w="6350" cap="flat" cmpd="sng" algn="ctr">
          <a:solidFill>
            <a:schemeClr val="accent5">
              <a:hueOff val="501107"/>
              <a:satOff val="5458"/>
              <a:lumOff val="1520"/>
              <a:alphaOff val="0"/>
            </a:schemeClr>
          </a:solidFill>
          <a:prstDash val="solid"/>
          <a:miter lim="800000"/>
        </a:ln>
        <a:effectLst/>
        <a:scene3d>
          <a:camera prst="isometricOffAxis2Left" zoom="95000">
            <a:rot lat="693019" lon="20494820" rev="0"/>
          </a:camera>
          <a:lightRig rig="flat" dir="t"/>
        </a:scene3d>
        <a:sp3d z="-60000" extrusionH="63500" prstMaterial="matte"/>
      </dsp:spPr>
      <dsp:style>
        <a:lnRef idx="1">
          <a:scrgbClr r="0" g="0" b="0"/>
        </a:lnRef>
        <a:fillRef idx="1">
          <a:scrgbClr r="0" g="0" b="0"/>
        </a:fillRef>
        <a:effectRef idx="0">
          <a:scrgbClr r="0" g="0" b="0"/>
        </a:effectRef>
        <a:fontRef idx="minor"/>
      </dsp:style>
      <dsp:txBody>
        <a:bodyPr spcFirstLastPara="0" vert="horz" wrap="square" lIns="177800" tIns="15875" rIns="15875" bIns="15875" numCol="1" spcCol="1270" anchor="ctr" anchorCtr="0">
          <a:noAutofit/>
        </a:bodyPr>
        <a:lstStyle/>
        <a:p>
          <a:pPr marL="274320" lvl="1" indent="0" algn="l" defTabSz="1111250">
            <a:lnSpc>
              <a:spcPct val="90000"/>
            </a:lnSpc>
            <a:spcBef>
              <a:spcPct val="0"/>
            </a:spcBef>
            <a:spcAft>
              <a:spcPct val="15000"/>
            </a:spcAft>
            <a:buNone/>
          </a:pPr>
          <a:r>
            <a:rPr lang="en-US" sz="2500" u="sng" kern="1200" dirty="0">
              <a:latin typeface="Abadi" panose="020B0604020104020204" pitchFamily="34" charset="0"/>
            </a:rPr>
            <a:t>Ease of use</a:t>
          </a:r>
          <a:r>
            <a:rPr lang="en-US" sz="2500" kern="1200" dirty="0">
              <a:latin typeface="Abadi" panose="020B0604020104020204" pitchFamily="34" charset="0"/>
            </a:rPr>
            <a:t>, prep time</a:t>
          </a:r>
        </a:p>
      </dsp:txBody>
      <dsp:txXfrm rot="-5400000">
        <a:off x="1124436" y="1244449"/>
        <a:ext cx="6140863" cy="672436"/>
      </dsp:txXfrm>
    </dsp:sp>
    <dsp:sp modelId="{5B43EC62-B0EE-4198-BF01-19F4C5E46EA9}">
      <dsp:nvSpPr>
        <dsp:cNvPr id="0" name=""/>
        <dsp:cNvSpPr/>
      </dsp:nvSpPr>
      <dsp:spPr>
        <a:xfrm rot="5400000">
          <a:off x="21739" y="2332142"/>
          <a:ext cx="1261090" cy="1385946"/>
        </a:xfrm>
        <a:prstGeom prst="homePlate">
          <a:avLst/>
        </a:prstGeom>
        <a:solidFill>
          <a:schemeClr val="accent5">
            <a:hueOff val="1002214"/>
            <a:satOff val="10917"/>
            <a:lumOff val="3039"/>
            <a:alphaOff val="0"/>
          </a:schemeClr>
        </a:solidFill>
        <a:ln w="6350" cap="flat" cmpd="sng" algn="ctr">
          <a:solidFill>
            <a:schemeClr val="accent5">
              <a:hueOff val="1002214"/>
              <a:satOff val="10917"/>
              <a:lumOff val="3039"/>
              <a:alphaOff val="0"/>
            </a:schemeClr>
          </a:solidFill>
          <a:prstDash val="solid"/>
          <a:miter lim="800000"/>
        </a:ln>
        <a:effectLst/>
        <a:scene3d>
          <a:camera prst="isometricOffAxis2Left" zoom="95000">
            <a:rot lat="693019" lon="20494820" rev="0"/>
          </a:camera>
          <a:lightRig rig="flat" dir="t"/>
        </a:scene3d>
        <a:sp3d extrusionH="381000" contourW="38100" prstMaterial="matte">
          <a:contourClr>
            <a:schemeClr val="lt1"/>
          </a:contourClr>
        </a:sp3d>
      </dsp:spPr>
      <dsp:style>
        <a:lnRef idx="1">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a:solidFill>
                <a:schemeClr val="bg1">
                  <a:lumMod val="85000"/>
                  <a:lumOff val="15000"/>
                </a:schemeClr>
              </a:solidFill>
              <a:latin typeface="+mj-lt"/>
            </a:rPr>
            <a:t>Sample Collection</a:t>
          </a:r>
          <a:endParaRPr lang="en-US" sz="2000" b="1" kern="1200" dirty="0">
            <a:solidFill>
              <a:schemeClr val="bg1">
                <a:lumMod val="85000"/>
                <a:lumOff val="15000"/>
              </a:schemeClr>
            </a:solidFill>
            <a:latin typeface="+mj-lt"/>
          </a:endParaRPr>
        </a:p>
      </dsp:txBody>
      <dsp:txXfrm rot="-5400000">
        <a:off x="-40689" y="2394570"/>
        <a:ext cx="1385946" cy="945818"/>
      </dsp:txXfrm>
    </dsp:sp>
    <dsp:sp modelId="{AAEC3E56-FE4D-412B-8EBF-BF2E601CDF0C}">
      <dsp:nvSpPr>
        <dsp:cNvPr id="0" name=""/>
        <dsp:cNvSpPr/>
      </dsp:nvSpPr>
      <dsp:spPr>
        <a:xfrm rot="5400000">
          <a:off x="4799082" y="-1182463"/>
          <a:ext cx="745190" cy="8103718"/>
        </a:xfrm>
        <a:prstGeom prst="round2SameRect">
          <a:avLst/>
        </a:prstGeom>
        <a:solidFill>
          <a:schemeClr val="lt1">
            <a:alpha val="90000"/>
            <a:hueOff val="0"/>
            <a:satOff val="0"/>
            <a:lumOff val="0"/>
            <a:alphaOff val="0"/>
          </a:schemeClr>
        </a:solidFill>
        <a:ln w="6350" cap="flat" cmpd="sng" algn="ctr">
          <a:solidFill>
            <a:schemeClr val="accent5">
              <a:hueOff val="1002214"/>
              <a:satOff val="10917"/>
              <a:lumOff val="3039"/>
              <a:alphaOff val="0"/>
            </a:schemeClr>
          </a:solidFill>
          <a:prstDash val="solid"/>
          <a:miter lim="800000"/>
        </a:ln>
        <a:effectLst/>
        <a:scene3d>
          <a:camera prst="isometricOffAxis2Left" zoom="95000">
            <a:rot lat="693019" lon="20494820" rev="0"/>
          </a:camera>
          <a:lightRig rig="flat" dir="t"/>
        </a:scene3d>
        <a:sp3d z="-60000" extrusionH="63500" prstMaterial="matte"/>
      </dsp:spPr>
      <dsp:style>
        <a:lnRef idx="1">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74320" lvl="1" indent="0" algn="l" defTabSz="1066800">
            <a:lnSpc>
              <a:spcPct val="90000"/>
            </a:lnSpc>
            <a:spcBef>
              <a:spcPct val="0"/>
            </a:spcBef>
            <a:spcAft>
              <a:spcPct val="15000"/>
            </a:spcAft>
            <a:buNone/>
          </a:pPr>
          <a:r>
            <a:rPr lang="en-US" sz="2400" u="sng" kern="1200" dirty="0">
              <a:latin typeface="Abadi" panose="020B0604020104020204" pitchFamily="34" charset="0"/>
            </a:rPr>
            <a:t>Ease of use</a:t>
          </a:r>
          <a:r>
            <a:rPr lang="en-US" sz="2400" kern="1200" dirty="0">
              <a:latin typeface="Abadi" panose="020B0604020104020204" pitchFamily="34" charset="0"/>
            </a:rPr>
            <a:t>, time on task, emotional response (discomfort)</a:t>
          </a:r>
        </a:p>
      </dsp:txBody>
      <dsp:txXfrm rot="-5400000">
        <a:off x="1119819" y="2533177"/>
        <a:ext cx="8067341" cy="672436"/>
      </dsp:txXfrm>
    </dsp:sp>
    <dsp:sp modelId="{BF5B47F1-60BA-4454-BDE3-9EDB60C14B28}">
      <dsp:nvSpPr>
        <dsp:cNvPr id="0" name=""/>
        <dsp:cNvSpPr/>
      </dsp:nvSpPr>
      <dsp:spPr>
        <a:xfrm rot="5400000">
          <a:off x="21739" y="3623496"/>
          <a:ext cx="1261090" cy="1385946"/>
        </a:xfrm>
        <a:prstGeom prst="homePlate">
          <a:avLst/>
        </a:prstGeom>
        <a:solidFill>
          <a:schemeClr val="accent5">
            <a:hueOff val="1503321"/>
            <a:satOff val="16375"/>
            <a:lumOff val="4559"/>
            <a:alphaOff val="0"/>
          </a:schemeClr>
        </a:solidFill>
        <a:ln w="6350" cap="flat" cmpd="sng" algn="ctr">
          <a:solidFill>
            <a:schemeClr val="accent5">
              <a:hueOff val="1503321"/>
              <a:satOff val="16375"/>
              <a:lumOff val="4559"/>
              <a:alphaOff val="0"/>
            </a:schemeClr>
          </a:solidFill>
          <a:prstDash val="solid"/>
          <a:miter lim="800000"/>
        </a:ln>
        <a:effectLst/>
        <a:scene3d>
          <a:camera prst="isometricOffAxis2Left" zoom="95000">
            <a:rot lat="693019" lon="20494820" rev="0"/>
          </a:camera>
          <a:lightRig rig="flat" dir="t"/>
        </a:scene3d>
        <a:sp3d extrusionH="381000" contourW="38100" prstMaterial="matte">
          <a:contourClr>
            <a:schemeClr val="lt1"/>
          </a:contourClr>
        </a:sp3d>
      </dsp:spPr>
      <dsp:style>
        <a:lnRef idx="1">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bg1">
                  <a:lumMod val="85000"/>
                  <a:lumOff val="15000"/>
                </a:schemeClr>
              </a:solidFill>
              <a:latin typeface="+mj-lt"/>
            </a:rPr>
            <a:t>Sample </a:t>
          </a:r>
          <a:br>
            <a:rPr lang="en-US" sz="2000" b="1" kern="1200" dirty="0">
              <a:solidFill>
                <a:schemeClr val="bg1">
                  <a:lumMod val="85000"/>
                  <a:lumOff val="15000"/>
                </a:schemeClr>
              </a:solidFill>
              <a:latin typeface="+mj-lt"/>
            </a:rPr>
          </a:br>
          <a:r>
            <a:rPr lang="en-US" sz="2000" b="1" kern="1200" dirty="0">
              <a:solidFill>
                <a:schemeClr val="bg1">
                  <a:lumMod val="85000"/>
                  <a:lumOff val="15000"/>
                </a:schemeClr>
              </a:solidFill>
              <a:latin typeface="+mj-lt"/>
            </a:rPr>
            <a:t>Tested</a:t>
          </a:r>
        </a:p>
      </dsp:txBody>
      <dsp:txXfrm rot="-5400000">
        <a:off x="-40689" y="3685924"/>
        <a:ext cx="1385946" cy="945818"/>
      </dsp:txXfrm>
    </dsp:sp>
    <dsp:sp modelId="{96AF1E76-03A8-4231-8ACE-B485A4AE7BE9}">
      <dsp:nvSpPr>
        <dsp:cNvPr id="0" name=""/>
        <dsp:cNvSpPr/>
      </dsp:nvSpPr>
      <dsp:spPr>
        <a:xfrm rot="5400000">
          <a:off x="3840511" y="1048737"/>
          <a:ext cx="745190" cy="6218905"/>
        </a:xfrm>
        <a:prstGeom prst="round2SameRect">
          <a:avLst/>
        </a:prstGeom>
        <a:solidFill>
          <a:schemeClr val="lt1">
            <a:alpha val="90000"/>
            <a:hueOff val="0"/>
            <a:satOff val="0"/>
            <a:lumOff val="0"/>
            <a:alphaOff val="0"/>
          </a:schemeClr>
        </a:solidFill>
        <a:ln w="6350" cap="flat" cmpd="sng" algn="ctr">
          <a:solidFill>
            <a:schemeClr val="accent5">
              <a:hueOff val="1503321"/>
              <a:satOff val="16375"/>
              <a:lumOff val="4559"/>
              <a:alphaOff val="0"/>
            </a:schemeClr>
          </a:solidFill>
          <a:prstDash val="solid"/>
          <a:miter lim="800000"/>
        </a:ln>
        <a:effectLst/>
        <a:scene3d>
          <a:camera prst="isometricOffAxis2Left" zoom="95000">
            <a:rot lat="693019" lon="20494820" rev="0"/>
          </a:camera>
          <a:lightRig rig="flat" dir="t"/>
        </a:scene3d>
        <a:sp3d z="-60000" extrusionH="63500" prstMaterial="matte"/>
      </dsp:spPr>
      <dsp:style>
        <a:lnRef idx="1">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74320" lvl="1" indent="0" algn="l" defTabSz="1066800">
            <a:lnSpc>
              <a:spcPct val="90000"/>
            </a:lnSpc>
            <a:spcBef>
              <a:spcPct val="0"/>
            </a:spcBef>
            <a:spcAft>
              <a:spcPct val="15000"/>
            </a:spcAft>
            <a:buNone/>
          </a:pPr>
          <a:r>
            <a:rPr lang="en-US" sz="2400" b="0" u="sng" kern="1200" dirty="0">
              <a:solidFill>
                <a:schemeClr val="bg1">
                  <a:lumMod val="85000"/>
                  <a:lumOff val="15000"/>
                </a:schemeClr>
              </a:solidFill>
              <a:latin typeface="Abadi" panose="020B0604020104020204" pitchFamily="34" charset="0"/>
            </a:rPr>
            <a:t>Ease of use</a:t>
          </a:r>
          <a:r>
            <a:rPr lang="en-US" sz="2400" b="0" kern="1200" dirty="0">
              <a:solidFill>
                <a:schemeClr val="bg1">
                  <a:lumMod val="85000"/>
                  <a:lumOff val="15000"/>
                </a:schemeClr>
              </a:solidFill>
              <a:latin typeface="Abadi" panose="020B0604020104020204" pitchFamily="34" charset="0"/>
            </a:rPr>
            <a:t>, time to result</a:t>
          </a:r>
        </a:p>
      </dsp:txBody>
      <dsp:txXfrm rot="-5400000">
        <a:off x="1103654" y="3821972"/>
        <a:ext cx="6182528" cy="672436"/>
      </dsp:txXfrm>
    </dsp:sp>
    <dsp:sp modelId="{B6077405-50F8-4FAC-8B6C-20DF71DE6710}">
      <dsp:nvSpPr>
        <dsp:cNvPr id="0" name=""/>
        <dsp:cNvSpPr/>
      </dsp:nvSpPr>
      <dsp:spPr>
        <a:xfrm rot="5400000">
          <a:off x="21739" y="4894472"/>
          <a:ext cx="1261090" cy="1385946"/>
        </a:xfrm>
        <a:prstGeom prst="homePlate">
          <a:avLst/>
        </a:prstGeom>
        <a:solidFill>
          <a:schemeClr val="accent5">
            <a:hueOff val="2004428"/>
            <a:satOff val="21833"/>
            <a:lumOff val="6078"/>
            <a:alphaOff val="0"/>
          </a:schemeClr>
        </a:solidFill>
        <a:ln w="6350" cap="flat" cmpd="sng" algn="ctr">
          <a:solidFill>
            <a:schemeClr val="accent5">
              <a:hueOff val="2004428"/>
              <a:satOff val="21833"/>
              <a:lumOff val="6078"/>
              <a:alphaOff val="0"/>
            </a:schemeClr>
          </a:solidFill>
          <a:prstDash val="solid"/>
          <a:miter lim="800000"/>
        </a:ln>
        <a:effectLst/>
        <a:scene3d>
          <a:camera prst="isometricOffAxis2Left" zoom="95000">
            <a:rot lat="693019" lon="20494820" rev="0"/>
          </a:camera>
          <a:lightRig rig="flat" dir="t"/>
        </a:scene3d>
        <a:sp3d extrusionH="381000" contourW="38100" prstMaterial="matte">
          <a:contourClr>
            <a:schemeClr val="lt1"/>
          </a:contourClr>
        </a:sp3d>
      </dsp:spPr>
      <dsp:style>
        <a:lnRef idx="1">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bg1">
                  <a:lumMod val="85000"/>
                  <a:lumOff val="15000"/>
                </a:schemeClr>
              </a:solidFill>
              <a:latin typeface="+mj-lt"/>
            </a:rPr>
            <a:t>Interpret</a:t>
          </a:r>
          <a:br>
            <a:rPr lang="en-US" sz="2000" b="1" kern="1200" dirty="0">
              <a:solidFill>
                <a:schemeClr val="bg1">
                  <a:lumMod val="85000"/>
                  <a:lumOff val="15000"/>
                </a:schemeClr>
              </a:solidFill>
              <a:latin typeface="+mj-lt"/>
            </a:rPr>
          </a:br>
          <a:r>
            <a:rPr lang="en-US" sz="2000" b="1" kern="1200" dirty="0">
              <a:solidFill>
                <a:schemeClr val="bg1">
                  <a:lumMod val="85000"/>
                  <a:lumOff val="15000"/>
                </a:schemeClr>
              </a:solidFill>
              <a:latin typeface="+mj-lt"/>
            </a:rPr>
            <a:t>Results</a:t>
          </a:r>
        </a:p>
      </dsp:txBody>
      <dsp:txXfrm rot="-5400000">
        <a:off x="-40689" y="4956900"/>
        <a:ext cx="1385946" cy="945818"/>
      </dsp:txXfrm>
    </dsp:sp>
    <dsp:sp modelId="{55884B40-32C6-4C9D-BDD1-9D6C9658FD11}">
      <dsp:nvSpPr>
        <dsp:cNvPr id="0" name=""/>
        <dsp:cNvSpPr/>
      </dsp:nvSpPr>
      <dsp:spPr>
        <a:xfrm rot="5400000">
          <a:off x="3840511" y="2203607"/>
          <a:ext cx="745190" cy="6218905"/>
        </a:xfrm>
        <a:prstGeom prst="round2SameRect">
          <a:avLst/>
        </a:prstGeom>
        <a:solidFill>
          <a:schemeClr val="lt1">
            <a:alpha val="90000"/>
            <a:hueOff val="0"/>
            <a:satOff val="0"/>
            <a:lumOff val="0"/>
            <a:alphaOff val="0"/>
          </a:schemeClr>
        </a:solidFill>
        <a:ln w="6350" cap="flat" cmpd="sng" algn="ctr">
          <a:solidFill>
            <a:schemeClr val="accent5">
              <a:hueOff val="2004428"/>
              <a:satOff val="21833"/>
              <a:lumOff val="6078"/>
              <a:alphaOff val="0"/>
            </a:schemeClr>
          </a:solidFill>
          <a:prstDash val="solid"/>
          <a:miter lim="800000"/>
        </a:ln>
        <a:effectLst/>
        <a:scene3d>
          <a:camera prst="isometricOffAxis2Left" zoom="95000">
            <a:rot lat="693019" lon="20494820" rev="0"/>
          </a:camera>
          <a:lightRig rig="flat" dir="t"/>
        </a:scene3d>
        <a:sp3d z="-60000" extrusionH="63500" prstMaterial="matte"/>
      </dsp:spPr>
      <dsp:style>
        <a:lnRef idx="1">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457200" lvl="1" indent="-228600" algn="l" defTabSz="1066800">
            <a:lnSpc>
              <a:spcPct val="90000"/>
            </a:lnSpc>
            <a:spcBef>
              <a:spcPct val="0"/>
            </a:spcBef>
            <a:spcAft>
              <a:spcPct val="15000"/>
            </a:spcAft>
            <a:buNone/>
          </a:pPr>
          <a:r>
            <a:rPr lang="en-US" sz="2400" b="0" u="sng" kern="1200" dirty="0">
              <a:solidFill>
                <a:schemeClr val="bg1">
                  <a:lumMod val="85000"/>
                  <a:lumOff val="15000"/>
                </a:schemeClr>
              </a:solidFill>
              <a:latin typeface="Abadi" panose="020B0604020104020204" pitchFamily="34" charset="0"/>
            </a:rPr>
            <a:t>Ease of use</a:t>
          </a:r>
          <a:r>
            <a:rPr lang="en-US" sz="2400" b="0" kern="1200" dirty="0">
              <a:solidFill>
                <a:schemeClr val="bg1">
                  <a:lumMod val="85000"/>
                  <a:lumOff val="15000"/>
                </a:schemeClr>
              </a:solidFill>
              <a:latin typeface="Abadi" panose="020B0604020104020204" pitchFamily="34" charset="0"/>
            </a:rPr>
            <a:t>, time on task</a:t>
          </a:r>
          <a:endParaRPr lang="en-US" sz="2400" b="1" kern="1200" dirty="0">
            <a:solidFill>
              <a:schemeClr val="bg1">
                <a:lumMod val="85000"/>
                <a:lumOff val="15000"/>
              </a:schemeClr>
            </a:solidFill>
            <a:latin typeface="+mj-lt"/>
          </a:endParaRPr>
        </a:p>
      </dsp:txBody>
      <dsp:txXfrm rot="-5400000">
        <a:off x="1103654" y="4976842"/>
        <a:ext cx="6182528" cy="67243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5/15/2024</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5/15/2024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Danny had some material to evangelize HFE and need for UX considerations. Improving a product at lower cost when HF is involved in development. </a:t>
            </a:r>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reasons like better pricing also contributed but usability was a huge part of the success.</a:t>
            </a:r>
          </a:p>
        </p:txBody>
      </p:sp>
      <p:sp>
        <p:nvSpPr>
          <p:cNvPr id="4" name="Slide Number Placeholder 3"/>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2446535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Barrier between Big Tech and med devices is thinning (Apple and Google have watches that are medical devices)…and we’ll be out competed if we don’t adapt…tech companies currently do UX a lot better than us.</a:t>
            </a:r>
          </a:p>
        </p:txBody>
      </p:sp>
      <p:sp>
        <p:nvSpPr>
          <p:cNvPr id="4" name="Slide Number Placeholder 3"/>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15176821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all this, I want to look at some of the design strategies and metrics that have been refined and used at companies like Google, Meta, </a:t>
            </a:r>
            <a:r>
              <a:rPr lang="en-US" dirty="0" err="1"/>
              <a:t>etc</a:t>
            </a:r>
            <a:r>
              <a:rPr lang="en-US" dirty="0"/>
              <a:t>…we need to start borrowing their playbook.</a:t>
            </a:r>
          </a:p>
        </p:txBody>
      </p:sp>
      <p:sp>
        <p:nvSpPr>
          <p:cNvPr id="4" name="Slide Number Placeholder 3"/>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42564044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https://semanticstudios.com/user_experience_design/</a:t>
            </a:r>
            <a:br>
              <a:rPr lang="en-US" dirty="0"/>
            </a:br>
            <a:r>
              <a:rPr lang="en-US" dirty="0"/>
              <a:t>WHO estimates 16% of people have a permanent disability of some sort…plus everyone who has a temporary one (broken wrist renders you singlehanded, eye infection limits vision).</a:t>
            </a:r>
          </a:p>
        </p:txBody>
      </p:sp>
      <p:sp>
        <p:nvSpPr>
          <p:cNvPr id="4" name="Slide Number Placeholder 3"/>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8150344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framework is a bit more adaptable for different products since you define the goals and their measurements.</a:t>
            </a:r>
          </a:p>
          <a:p>
            <a:r>
              <a:rPr lang="en-US" dirty="0"/>
              <a:t>https://www.heartframework.com/</a:t>
            </a:r>
          </a:p>
        </p:txBody>
      </p:sp>
      <p:sp>
        <p:nvSpPr>
          <p:cNvPr id="4" name="Slide Number Placeholder 3"/>
          <p:cNvSpPr>
            <a:spLocks noGrp="1"/>
          </p:cNvSpPr>
          <p:nvPr>
            <p:ph type="sldNum" sz="quarter" idx="5"/>
          </p:nvPr>
        </p:nvSpPr>
        <p:spPr/>
        <p:txBody>
          <a:bodyPr/>
          <a:lstStyle/>
          <a:p>
            <a:fld id="{A89C7E07-3C67-C64C-8DA0-0404F6303970}" type="slidenum">
              <a:rPr lang="en-US" smtClean="0"/>
              <a:t>9</a:t>
            </a:fld>
            <a:endParaRPr lang="en-US" dirty="0"/>
          </a:p>
        </p:txBody>
      </p:sp>
    </p:spTree>
    <p:extLst>
      <p:ext uri="{BB962C8B-B14F-4D97-AF65-F5344CB8AC3E}">
        <p14:creationId xmlns:p14="http://schemas.microsoft.com/office/powerpoint/2010/main" val="41134266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framework is a bit more adaptable for different products since you define the goals and their measurements.</a:t>
            </a:r>
          </a:p>
          <a:p>
            <a:r>
              <a:rPr lang="en-US" dirty="0"/>
              <a:t>https://www.heartframework.com/</a:t>
            </a:r>
          </a:p>
        </p:txBody>
      </p:sp>
      <p:sp>
        <p:nvSpPr>
          <p:cNvPr id="4" name="Slide Number Placeholder 3"/>
          <p:cNvSpPr>
            <a:spLocks noGrp="1"/>
          </p:cNvSpPr>
          <p:nvPr>
            <p:ph type="sldNum" sz="quarter" idx="5"/>
          </p:nvPr>
        </p:nvSpPr>
        <p:spPr/>
        <p:txBody>
          <a:bodyPr/>
          <a:lstStyle/>
          <a:p>
            <a:fld id="{A89C7E07-3C67-C64C-8DA0-0404F6303970}" type="slidenum">
              <a:rPr lang="en-US" smtClean="0"/>
              <a:t>10</a:t>
            </a:fld>
            <a:endParaRPr lang="en-US" dirty="0"/>
          </a:p>
        </p:txBody>
      </p:sp>
    </p:spTree>
    <p:extLst>
      <p:ext uri="{BB962C8B-B14F-4D97-AF65-F5344CB8AC3E}">
        <p14:creationId xmlns:p14="http://schemas.microsoft.com/office/powerpoint/2010/main" val="3126960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 Loading bars without graduations or percentage numbers. </a:t>
            </a:r>
            <a:br>
              <a:rPr lang="en-US" dirty="0"/>
            </a:br>
            <a:br>
              <a:rPr lang="en-US" dirty="0"/>
            </a:br>
            <a:r>
              <a:rPr lang="en-US" dirty="0"/>
              <a:t>We are much, much more accurate at guesstimating the value/percent of linear (esp. horizontal lines) due to human evolution. Prior to last few hundred years, very little perfect circle objects in our world.</a:t>
            </a:r>
          </a:p>
        </p:txBody>
      </p:sp>
      <p:sp>
        <p:nvSpPr>
          <p:cNvPr id="4" name="Slide Number Placeholder 3"/>
          <p:cNvSpPr>
            <a:spLocks noGrp="1"/>
          </p:cNvSpPr>
          <p:nvPr>
            <p:ph type="sldNum" sz="quarter" idx="5"/>
          </p:nvPr>
        </p:nvSpPr>
        <p:spPr/>
        <p:txBody>
          <a:bodyPr/>
          <a:lstStyle/>
          <a:p>
            <a:fld id="{A89C7E07-3C67-C64C-8DA0-0404F6303970}" type="slidenum">
              <a:rPr lang="en-US" smtClean="0"/>
              <a:t>11</a:t>
            </a:fld>
            <a:endParaRPr lang="en-US" dirty="0"/>
          </a:p>
        </p:txBody>
      </p:sp>
    </p:spTree>
    <p:extLst>
      <p:ext uri="{BB962C8B-B14F-4D97-AF65-F5344CB8AC3E}">
        <p14:creationId xmlns:p14="http://schemas.microsoft.com/office/powerpoint/2010/main" val="33801106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can we adopt some of these same ideas for our industry?</a:t>
            </a:r>
          </a:p>
        </p:txBody>
      </p:sp>
      <p:sp>
        <p:nvSpPr>
          <p:cNvPr id="4" name="Slide Number Placeholder 3"/>
          <p:cNvSpPr>
            <a:spLocks noGrp="1"/>
          </p:cNvSpPr>
          <p:nvPr>
            <p:ph type="sldNum" sz="quarter" idx="5"/>
          </p:nvPr>
        </p:nvSpPr>
        <p:spPr/>
        <p:txBody>
          <a:bodyPr/>
          <a:lstStyle/>
          <a:p>
            <a:fld id="{A89C7E07-3C67-C64C-8DA0-0404F6303970}" type="slidenum">
              <a:rPr lang="en-US" smtClean="0"/>
              <a:t>12</a:t>
            </a:fld>
            <a:endParaRPr lang="en-US" dirty="0"/>
          </a:p>
        </p:txBody>
      </p:sp>
    </p:spTree>
    <p:extLst>
      <p:ext uri="{BB962C8B-B14F-4D97-AF65-F5344CB8AC3E}">
        <p14:creationId xmlns:p14="http://schemas.microsoft.com/office/powerpoint/2010/main" val="18301305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 Could standardize a score for the many internal handles concepts, allowing comparison between iterations. Like 5 pt scale for each prototype’s features…maneuverability, cleanability, </a:t>
            </a:r>
          </a:p>
        </p:txBody>
      </p:sp>
      <p:sp>
        <p:nvSpPr>
          <p:cNvPr id="4" name="Slide Number Placeholder 3"/>
          <p:cNvSpPr>
            <a:spLocks noGrp="1"/>
          </p:cNvSpPr>
          <p:nvPr>
            <p:ph type="sldNum" sz="quarter" idx="5"/>
          </p:nvPr>
        </p:nvSpPr>
        <p:spPr/>
        <p:txBody>
          <a:bodyPr/>
          <a:lstStyle/>
          <a:p>
            <a:fld id="{A89C7E07-3C67-C64C-8DA0-0404F6303970}" type="slidenum">
              <a:rPr lang="en-US" smtClean="0"/>
              <a:t>13</a:t>
            </a:fld>
            <a:endParaRPr lang="en-US" dirty="0"/>
          </a:p>
        </p:txBody>
      </p:sp>
    </p:spTree>
    <p:extLst>
      <p:ext uri="{BB962C8B-B14F-4D97-AF65-F5344CB8AC3E}">
        <p14:creationId xmlns:p14="http://schemas.microsoft.com/office/powerpoint/2010/main" val="6825114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at a high level. Each of these steps feed into the next.</a:t>
            </a:r>
          </a:p>
        </p:txBody>
      </p:sp>
      <p:sp>
        <p:nvSpPr>
          <p:cNvPr id="4" name="Slide Number Placeholder 3"/>
          <p:cNvSpPr>
            <a:spLocks noGrp="1"/>
          </p:cNvSpPr>
          <p:nvPr>
            <p:ph type="sldNum" sz="quarter" idx="5"/>
          </p:nvPr>
        </p:nvSpPr>
        <p:spPr/>
        <p:txBody>
          <a:bodyPr/>
          <a:lstStyle/>
          <a:p>
            <a:fld id="{A89C7E07-3C67-C64C-8DA0-0404F6303970}" type="slidenum">
              <a:rPr lang="en-US" smtClean="0"/>
              <a:t>14</a:t>
            </a:fld>
            <a:endParaRPr lang="en-US" dirty="0"/>
          </a:p>
        </p:txBody>
      </p:sp>
    </p:spTree>
    <p:extLst>
      <p:ext uri="{BB962C8B-B14F-4D97-AF65-F5344CB8AC3E}">
        <p14:creationId xmlns:p14="http://schemas.microsoft.com/office/powerpoint/2010/main" val="41490253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at a high level. Each of these steps feed into the next.</a:t>
            </a:r>
          </a:p>
        </p:txBody>
      </p:sp>
      <p:sp>
        <p:nvSpPr>
          <p:cNvPr id="4" name="Slide Number Placeholder 3"/>
          <p:cNvSpPr>
            <a:spLocks noGrp="1"/>
          </p:cNvSpPr>
          <p:nvPr>
            <p:ph type="sldNum" sz="quarter" idx="5"/>
          </p:nvPr>
        </p:nvSpPr>
        <p:spPr/>
        <p:txBody>
          <a:bodyPr/>
          <a:lstStyle/>
          <a:p>
            <a:fld id="{A89C7E07-3C67-C64C-8DA0-0404F6303970}" type="slidenum">
              <a:rPr lang="en-US" smtClean="0"/>
              <a:t>15</a:t>
            </a:fld>
            <a:endParaRPr lang="en-US" dirty="0"/>
          </a:p>
        </p:txBody>
      </p:sp>
    </p:spTree>
    <p:extLst>
      <p:ext uri="{BB962C8B-B14F-4D97-AF65-F5344CB8AC3E}">
        <p14:creationId xmlns:p14="http://schemas.microsoft.com/office/powerpoint/2010/main" val="716803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Going to go through journey map, </a:t>
            </a:r>
            <a:r>
              <a:rPr lang="en-US" dirty="0" err="1"/>
              <a:t>ID’ing</a:t>
            </a:r>
            <a:r>
              <a:rPr lang="en-US" dirty="0"/>
              <a:t> critical factors, and translating these into a metric.</a:t>
            </a:r>
          </a:p>
        </p:txBody>
      </p:sp>
      <p:sp>
        <p:nvSpPr>
          <p:cNvPr id="4" name="Slide Number Placeholder 3"/>
          <p:cNvSpPr>
            <a:spLocks noGrp="1"/>
          </p:cNvSpPr>
          <p:nvPr>
            <p:ph type="sldNum" sz="quarter" idx="5"/>
          </p:nvPr>
        </p:nvSpPr>
        <p:spPr/>
        <p:txBody>
          <a:bodyPr/>
          <a:lstStyle/>
          <a:p>
            <a:fld id="{A89C7E07-3C67-C64C-8DA0-0404F6303970}" type="slidenum">
              <a:rPr lang="en-US" smtClean="0"/>
              <a:t>16</a:t>
            </a:fld>
            <a:endParaRPr lang="en-US" dirty="0"/>
          </a:p>
        </p:txBody>
      </p:sp>
    </p:spTree>
    <p:extLst>
      <p:ext uri="{BB962C8B-B14F-4D97-AF65-F5344CB8AC3E}">
        <p14:creationId xmlns:p14="http://schemas.microsoft.com/office/powerpoint/2010/main" val="16528725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Journey map with stages characterized by different users…The steps here map fairly directly to critical tasks but we need to synthesize the critical factors that are associated.</a:t>
            </a:r>
          </a:p>
        </p:txBody>
      </p:sp>
      <p:sp>
        <p:nvSpPr>
          <p:cNvPr id="4" name="Slide Number Placeholder 3"/>
          <p:cNvSpPr>
            <a:spLocks noGrp="1"/>
          </p:cNvSpPr>
          <p:nvPr>
            <p:ph type="sldNum" sz="quarter" idx="5"/>
          </p:nvPr>
        </p:nvSpPr>
        <p:spPr/>
        <p:txBody>
          <a:bodyPr/>
          <a:lstStyle/>
          <a:p>
            <a:fld id="{A89C7E07-3C67-C64C-8DA0-0404F6303970}" type="slidenum">
              <a:rPr lang="en-US" smtClean="0"/>
              <a:t>17</a:t>
            </a:fld>
            <a:endParaRPr lang="en-US" dirty="0"/>
          </a:p>
        </p:txBody>
      </p:sp>
    </p:spTree>
    <p:extLst>
      <p:ext uri="{BB962C8B-B14F-4D97-AF65-F5344CB8AC3E}">
        <p14:creationId xmlns:p14="http://schemas.microsoft.com/office/powerpoint/2010/main" val="39906585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18</a:t>
            </a:fld>
            <a:endParaRPr lang="en-US" dirty="0"/>
          </a:p>
        </p:txBody>
      </p:sp>
    </p:spTree>
    <p:extLst>
      <p:ext uri="{BB962C8B-B14F-4D97-AF65-F5344CB8AC3E}">
        <p14:creationId xmlns:p14="http://schemas.microsoft.com/office/powerpoint/2010/main" val="36285596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factors identified at each stage thru user interviews. Ease of use is a key thread in all of these!</a:t>
            </a:r>
          </a:p>
        </p:txBody>
      </p:sp>
      <p:sp>
        <p:nvSpPr>
          <p:cNvPr id="4" name="Slide Number Placeholder 3"/>
          <p:cNvSpPr>
            <a:spLocks noGrp="1"/>
          </p:cNvSpPr>
          <p:nvPr>
            <p:ph type="sldNum" sz="quarter" idx="5"/>
          </p:nvPr>
        </p:nvSpPr>
        <p:spPr/>
        <p:txBody>
          <a:bodyPr/>
          <a:lstStyle/>
          <a:p>
            <a:fld id="{A89C7E07-3C67-C64C-8DA0-0404F6303970}" type="slidenum">
              <a:rPr lang="en-US" smtClean="0"/>
              <a:t>19</a:t>
            </a:fld>
            <a:endParaRPr lang="en-US" dirty="0"/>
          </a:p>
        </p:txBody>
      </p:sp>
    </p:spTree>
    <p:extLst>
      <p:ext uri="{BB962C8B-B14F-4D97-AF65-F5344CB8AC3E}">
        <p14:creationId xmlns:p14="http://schemas.microsoft.com/office/powerpoint/2010/main" val="21747312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EMR integration since hard to keep track of results, may be difficult to get back in contact with patient after they leave. Patients may not know/have their medical history otherwise.</a:t>
            </a:r>
          </a:p>
        </p:txBody>
      </p:sp>
      <p:sp>
        <p:nvSpPr>
          <p:cNvPr id="4" name="Slide Number Placeholder 3"/>
          <p:cNvSpPr>
            <a:spLocks noGrp="1"/>
          </p:cNvSpPr>
          <p:nvPr>
            <p:ph type="sldNum" sz="quarter" idx="5"/>
          </p:nvPr>
        </p:nvSpPr>
        <p:spPr/>
        <p:txBody>
          <a:bodyPr/>
          <a:lstStyle/>
          <a:p>
            <a:fld id="{A89C7E07-3C67-C64C-8DA0-0404F6303970}" type="slidenum">
              <a:rPr lang="en-US" smtClean="0"/>
              <a:t>20</a:t>
            </a:fld>
            <a:endParaRPr lang="en-US" dirty="0"/>
          </a:p>
        </p:txBody>
      </p:sp>
    </p:spTree>
    <p:extLst>
      <p:ext uri="{BB962C8B-B14F-4D97-AF65-F5344CB8AC3E}">
        <p14:creationId xmlns:p14="http://schemas.microsoft.com/office/powerpoint/2010/main" val="18544116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 psychology for ads that say “only five payments of $19.99” rather than $100. Disney also does this in the theme parks by hiding elements that make a wait feel long, challenging the objectivity/perception…compare hidden lanes of a ride vs. the entirely visible maze of TSA checkpoints.</a:t>
            </a:r>
          </a:p>
        </p:txBody>
      </p:sp>
      <p:sp>
        <p:nvSpPr>
          <p:cNvPr id="4" name="Slide Number Placeholder 3"/>
          <p:cNvSpPr>
            <a:spLocks noGrp="1"/>
          </p:cNvSpPr>
          <p:nvPr>
            <p:ph type="sldNum" sz="quarter" idx="5"/>
          </p:nvPr>
        </p:nvSpPr>
        <p:spPr/>
        <p:txBody>
          <a:bodyPr/>
          <a:lstStyle/>
          <a:p>
            <a:fld id="{A89C7E07-3C67-C64C-8DA0-0404F6303970}" type="slidenum">
              <a:rPr lang="en-US" smtClean="0"/>
              <a:t>21</a:t>
            </a:fld>
            <a:endParaRPr lang="en-US" dirty="0"/>
          </a:p>
        </p:txBody>
      </p:sp>
    </p:spTree>
    <p:extLst>
      <p:ext uri="{BB962C8B-B14F-4D97-AF65-F5344CB8AC3E}">
        <p14:creationId xmlns:p14="http://schemas.microsoft.com/office/powerpoint/2010/main" val="24688763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Aspects may be unique to each product/project. Need to translate critical factors and their priorities into usability metrics. Like structure of HEART framework.</a:t>
            </a:r>
          </a:p>
        </p:txBody>
      </p:sp>
      <p:sp>
        <p:nvSpPr>
          <p:cNvPr id="4" name="Slide Number Placeholder 3"/>
          <p:cNvSpPr>
            <a:spLocks noGrp="1"/>
          </p:cNvSpPr>
          <p:nvPr>
            <p:ph type="sldNum" sz="quarter" idx="5"/>
          </p:nvPr>
        </p:nvSpPr>
        <p:spPr/>
        <p:txBody>
          <a:bodyPr/>
          <a:lstStyle/>
          <a:p>
            <a:fld id="{A89C7E07-3C67-C64C-8DA0-0404F6303970}" type="slidenum">
              <a:rPr lang="en-US" smtClean="0"/>
              <a:t>22</a:t>
            </a:fld>
            <a:endParaRPr lang="en-US" dirty="0"/>
          </a:p>
        </p:txBody>
      </p:sp>
    </p:spTree>
    <p:extLst>
      <p:ext uri="{BB962C8B-B14F-4D97-AF65-F5344CB8AC3E}">
        <p14:creationId xmlns:p14="http://schemas.microsoft.com/office/powerpoint/2010/main" val="11284031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initial application of the scoring system, there is not a clear product that’s captured as highly preferred or disliked. Kinda opposite what you want in statistics. You can say that 1 and 2 were inferior to 3 and 4, but within those groups there’s not a ton of variability. There may not be enough/the correct sensitivity for these categories. </a:t>
            </a:r>
          </a:p>
        </p:txBody>
      </p:sp>
      <p:sp>
        <p:nvSpPr>
          <p:cNvPr id="4" name="Slide Number Placeholder 3"/>
          <p:cNvSpPr>
            <a:spLocks noGrp="1"/>
          </p:cNvSpPr>
          <p:nvPr>
            <p:ph type="sldNum" sz="quarter" idx="5"/>
          </p:nvPr>
        </p:nvSpPr>
        <p:spPr/>
        <p:txBody>
          <a:bodyPr/>
          <a:lstStyle/>
          <a:p>
            <a:fld id="{A89C7E07-3C67-C64C-8DA0-0404F6303970}" type="slidenum">
              <a:rPr lang="en-US" smtClean="0"/>
              <a:t>24</a:t>
            </a:fld>
            <a:endParaRPr lang="en-US" dirty="0"/>
          </a:p>
        </p:txBody>
      </p:sp>
    </p:spTree>
    <p:extLst>
      <p:ext uri="{BB962C8B-B14F-4D97-AF65-F5344CB8AC3E}">
        <p14:creationId xmlns:p14="http://schemas.microsoft.com/office/powerpoint/2010/main" val="1374254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Signals being user behavior during assessment. Ex: Users all struggled with X but rated it highly for usability.</a:t>
            </a:r>
          </a:p>
        </p:txBody>
      </p:sp>
      <p:sp>
        <p:nvSpPr>
          <p:cNvPr id="4" name="Slide Number Placeholder 3"/>
          <p:cNvSpPr>
            <a:spLocks noGrp="1"/>
          </p:cNvSpPr>
          <p:nvPr>
            <p:ph type="sldNum" sz="quarter" idx="5"/>
          </p:nvPr>
        </p:nvSpPr>
        <p:spPr/>
        <p:txBody>
          <a:bodyPr/>
          <a:lstStyle/>
          <a:p>
            <a:fld id="{A89C7E07-3C67-C64C-8DA0-0404F6303970}" type="slidenum">
              <a:rPr lang="en-US" smtClean="0"/>
              <a:t>25</a:t>
            </a:fld>
            <a:endParaRPr lang="en-US" dirty="0"/>
          </a:p>
        </p:txBody>
      </p:sp>
    </p:spTree>
    <p:extLst>
      <p:ext uri="{BB962C8B-B14F-4D97-AF65-F5344CB8AC3E}">
        <p14:creationId xmlns:p14="http://schemas.microsoft.com/office/powerpoint/2010/main" val="26805602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27</a:t>
            </a:fld>
            <a:endParaRPr lang="en-US" dirty="0"/>
          </a:p>
        </p:txBody>
      </p:sp>
    </p:spTree>
    <p:extLst>
      <p:ext uri="{BB962C8B-B14F-4D97-AF65-F5344CB8AC3E}">
        <p14:creationId xmlns:p14="http://schemas.microsoft.com/office/powerpoint/2010/main" val="37059963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there was only professional lab testing options with the original longer nose swap (brain probe).</a:t>
            </a:r>
          </a:p>
        </p:txBody>
      </p:sp>
      <p:sp>
        <p:nvSpPr>
          <p:cNvPr id="4" name="Slide Number Placeholder 3"/>
          <p:cNvSpPr>
            <a:spLocks noGrp="1"/>
          </p:cNvSpPr>
          <p:nvPr>
            <p:ph type="sldNum" sz="quarter" idx="5"/>
          </p:nvPr>
        </p:nvSpPr>
        <p:spPr/>
        <p:txBody>
          <a:bodyPr/>
          <a:lstStyle/>
          <a:p>
            <a:fld id="{A89C7E07-3C67-C64C-8DA0-0404F6303970}" type="slidenum">
              <a:rPr lang="en-US" smtClean="0"/>
              <a:t>28</a:t>
            </a:fld>
            <a:endParaRPr lang="en-US" dirty="0"/>
          </a:p>
        </p:txBody>
      </p:sp>
    </p:spTree>
    <p:extLst>
      <p:ext uri="{BB962C8B-B14F-4D97-AF65-F5344CB8AC3E}">
        <p14:creationId xmlns:p14="http://schemas.microsoft.com/office/powerpoint/2010/main" val="7065651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identified by the team but may not align with the user’s perceived challenges/problems.</a:t>
            </a:r>
          </a:p>
        </p:txBody>
      </p:sp>
      <p:sp>
        <p:nvSpPr>
          <p:cNvPr id="4" name="Slide Number Placeholder 3"/>
          <p:cNvSpPr>
            <a:spLocks noGrp="1"/>
          </p:cNvSpPr>
          <p:nvPr>
            <p:ph type="sldNum" sz="quarter" idx="5"/>
          </p:nvPr>
        </p:nvSpPr>
        <p:spPr/>
        <p:txBody>
          <a:bodyPr/>
          <a:lstStyle/>
          <a:p>
            <a:fld id="{A89C7E07-3C67-C64C-8DA0-0404F6303970}" type="slidenum">
              <a:rPr lang="en-US" smtClean="0"/>
              <a:t>29</a:t>
            </a:fld>
            <a:endParaRPr lang="en-US" dirty="0"/>
          </a:p>
        </p:txBody>
      </p:sp>
    </p:spTree>
    <p:extLst>
      <p:ext uri="{BB962C8B-B14F-4D97-AF65-F5344CB8AC3E}">
        <p14:creationId xmlns:p14="http://schemas.microsoft.com/office/powerpoint/2010/main" val="38012084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30</a:t>
            </a:fld>
            <a:endParaRPr lang="en-US" dirty="0"/>
          </a:p>
        </p:txBody>
      </p:sp>
    </p:spTree>
    <p:extLst>
      <p:ext uri="{BB962C8B-B14F-4D97-AF65-F5344CB8AC3E}">
        <p14:creationId xmlns:p14="http://schemas.microsoft.com/office/powerpoint/2010/main" val="6265078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Conducted interviews and surveys, less formal due to urgency and limitations during 2020. Guerilla testing and interviews with random passersby at pharmacies. Parents had no issue swabbing their kid.</a:t>
            </a:r>
          </a:p>
        </p:txBody>
      </p:sp>
      <p:sp>
        <p:nvSpPr>
          <p:cNvPr id="4" name="Slide Number Placeholder 3"/>
          <p:cNvSpPr>
            <a:spLocks noGrp="1"/>
          </p:cNvSpPr>
          <p:nvPr>
            <p:ph type="sldNum" sz="quarter" idx="5"/>
          </p:nvPr>
        </p:nvSpPr>
        <p:spPr/>
        <p:txBody>
          <a:bodyPr/>
          <a:lstStyle/>
          <a:p>
            <a:fld id="{A89C7E07-3C67-C64C-8DA0-0404F6303970}" type="slidenum">
              <a:rPr lang="en-US" smtClean="0"/>
              <a:t>31</a:t>
            </a:fld>
            <a:endParaRPr lang="en-US" dirty="0"/>
          </a:p>
        </p:txBody>
      </p:sp>
    </p:spTree>
    <p:extLst>
      <p:ext uri="{BB962C8B-B14F-4D97-AF65-F5344CB8AC3E}">
        <p14:creationId xmlns:p14="http://schemas.microsoft.com/office/powerpoint/2010/main" val="19492072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33</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800" b="1" i="0" kern="1200" dirty="0">
                <a:solidFill>
                  <a:schemeClr val="tx2">
                    <a:lumMod val="75000"/>
                  </a:schemeClr>
                </a:solidFill>
                <a:latin typeface="+mn-lt"/>
                <a:ea typeface="+mn-ea"/>
                <a:cs typeface="+mn-cs"/>
              </a:defRPr>
            </a:lvl1pPr>
            <a:lvl2pPr indent="-283464">
              <a:spcBef>
                <a:spcPts val="600"/>
              </a:spcBef>
              <a:defRPr sz="2400"/>
            </a:lvl2pPr>
            <a:lvl3pPr indent="-283464">
              <a:spcBef>
                <a:spcPts val="1800"/>
              </a:spcBef>
              <a:defRPr sz="2400"/>
            </a:lvl3pPr>
            <a:lvl4pPr indent="-283464">
              <a:spcBef>
                <a:spcPts val="1800"/>
              </a:spcBef>
              <a:defRPr sz="2400"/>
            </a:lvl4pPr>
            <a:lvl5pPr indent="-283464">
              <a:spcBef>
                <a:spcPts val="1800"/>
              </a:spcBef>
              <a:defRPr sz="2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13487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064709"/>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968354" y="1533888"/>
            <a:ext cx="10499746" cy="444744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89498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1625394"/>
            <a:ext cx="5044440" cy="4648601"/>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13972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lvl1pPr>
              <a:defRPr sz="1400"/>
            </a:lvl1pPr>
          </a:lstStyle>
          <a:p>
            <a:fld id="{294A09A9-5501-47C1-A89A-A340965A2BE2}" type="slidenum">
              <a:rPr lang="en-US" smtClean="0"/>
              <a:pPr/>
              <a:t>‹#›</a:t>
            </a:fld>
            <a:endParaRPr lang="en-US" dirty="0"/>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lvl1pPr>
              <a:defRPr sz="1400"/>
            </a:lvl1pPr>
          </a:lstStyle>
          <a:p>
            <a:endParaRPr lang="en-US" dirty="0"/>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lvl1pPr>
              <a:defRPr sz="1400"/>
            </a:lvl1pPr>
          </a:lstStyle>
          <a:p>
            <a:fld id="{294A09A9-5501-47C1-A89A-A340965A2BE2}" type="slidenum">
              <a:rPr lang="en-US" smtClean="0"/>
              <a:pPr/>
              <a:t>‹#›</a:t>
            </a:fld>
            <a:endParaRPr lang="en-US" dirty="0"/>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lvl1pPr>
              <a:defRPr sz="1400"/>
            </a:lvl1pPr>
          </a:lstStyle>
          <a:p>
            <a:endParaRPr lang="en-US" dirty="0"/>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400" b="0" i="0">
                <a:solidFill>
                  <a:schemeClr val="bg1"/>
                </a:solidFill>
                <a:latin typeface="+mn-lt"/>
              </a:defRPr>
            </a:lvl1pPr>
          </a:lstStyle>
          <a:p>
            <a:endParaRPr lang="en-US" dirty="0"/>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400" b="1" i="0">
                <a:solidFill>
                  <a:schemeClr val="bg1"/>
                </a:solidFill>
                <a:latin typeface="+mj-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0.jp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microsoft.com/office/2007/relationships/hdphoto" Target="../media/hdphoto2.wdp"/></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microsoft.com/office/2007/relationships/hdphoto" Target="../media/hdphoto3.wdp"/></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p:txBody>
          <a:bodyPr/>
          <a:lstStyle/>
          <a:p>
            <a:r>
              <a:rPr lang="en-US" dirty="0">
                <a:effectLst>
                  <a:outerShdw blurRad="50800" dist="38100" dir="2700000" algn="tl" rotWithShape="0">
                    <a:prstClr val="black">
                      <a:alpha val="40000"/>
                    </a:prstClr>
                  </a:outerShdw>
                </a:effectLst>
              </a:rPr>
              <a:t>Developing UX Metrics for Med Tech</a:t>
            </a:r>
          </a:p>
        </p:txBody>
      </p:sp>
      <p:sp>
        <p:nvSpPr>
          <p:cNvPr id="3" name="TextBox 2">
            <a:extLst>
              <a:ext uri="{FF2B5EF4-FFF2-40B4-BE49-F238E27FC236}">
                <a16:creationId xmlns:a16="http://schemas.microsoft.com/office/drawing/2014/main" id="{0769EF9B-9DC3-31CD-2B79-D7DB02468FF8}"/>
              </a:ext>
            </a:extLst>
          </p:cNvPr>
          <p:cNvSpPr txBox="1"/>
          <p:nvPr/>
        </p:nvSpPr>
        <p:spPr>
          <a:xfrm>
            <a:off x="6309904" y="4215741"/>
            <a:ext cx="3987374" cy="369332"/>
          </a:xfrm>
          <a:prstGeom prst="rect">
            <a:avLst/>
          </a:prstGeom>
          <a:noFill/>
        </p:spPr>
        <p:txBody>
          <a:bodyPr wrap="none" rtlCol="0">
            <a:spAutoFit/>
          </a:bodyPr>
          <a:lstStyle/>
          <a:p>
            <a:r>
              <a:rPr lang="en-US" dirty="0">
                <a:solidFill>
                  <a:schemeClr val="bg1">
                    <a:lumMod val="85000"/>
                    <a:lumOff val="15000"/>
                  </a:schemeClr>
                </a:solidFill>
              </a:rPr>
              <a:t>How do you measure UX in healthcare?</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p:txBody>
          <a:bodyPr/>
          <a:lstStyle/>
          <a:p>
            <a:r>
              <a:rPr lang="en-US" dirty="0"/>
              <a:t>Agenda</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p:txBody>
          <a:bodyPr tIns="457200"/>
          <a:lstStyle/>
          <a:p>
            <a:r>
              <a:rPr lang="en-US" dirty="0"/>
              <a:t>Introduction</a:t>
            </a:r>
          </a:p>
          <a:p>
            <a:r>
              <a:rPr lang="en-US" dirty="0"/>
              <a:t>UX Metrics in Big Tech</a:t>
            </a:r>
          </a:p>
          <a:p>
            <a:r>
              <a:rPr lang="en-US" dirty="0"/>
              <a:t>Applying UX Metrics to Medical Devices</a:t>
            </a:r>
          </a:p>
          <a:p>
            <a:r>
              <a:rPr lang="en-US" dirty="0"/>
              <a:t>Case Studies</a:t>
            </a:r>
          </a:p>
        </p:txBody>
      </p:sp>
      <p:sp>
        <p:nvSpPr>
          <p:cNvPr id="4" name="Slide Number Placeholder 3">
            <a:extLst>
              <a:ext uri="{FF2B5EF4-FFF2-40B4-BE49-F238E27FC236}">
                <a16:creationId xmlns:a16="http://schemas.microsoft.com/office/drawing/2014/main" id="{A5F8AB7F-0AD9-6336-17C4-2872886FC357}"/>
              </a:ext>
            </a:extLst>
          </p:cNvPr>
          <p:cNvSpPr>
            <a:spLocks noGrp="1"/>
          </p:cNvSpPr>
          <p:nvPr>
            <p:ph type="sldNum" sz="quarter" idx="26"/>
          </p:nvPr>
        </p:nvSpPr>
        <p:spPr/>
        <p:txBody>
          <a:bodyPr/>
          <a:lstStyle/>
          <a:p>
            <a:fld id="{294A09A9-5501-47C1-A89A-A340965A2BE2}" type="slidenum">
              <a:rPr lang="en-US" smtClean="0"/>
              <a:pPr/>
              <a:t>2</a:t>
            </a:fld>
            <a:endParaRPr lang="en-US" dirty="0">
              <a:latin typeface="+mn-lt"/>
            </a:endParaRPr>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B9412B-6502-88B3-D1C2-38E649CE1744}"/>
              </a:ext>
            </a:extLst>
          </p:cNvPr>
          <p:cNvSpPr>
            <a:spLocks noGrp="1"/>
          </p:cNvSpPr>
          <p:nvPr>
            <p:ph type="title"/>
          </p:nvPr>
        </p:nvSpPr>
        <p:spPr/>
        <p:txBody>
          <a:bodyPr/>
          <a:lstStyle/>
          <a:p>
            <a:r>
              <a:rPr lang="en-US" dirty="0"/>
              <a:t>HFES 2024 Workshop</a:t>
            </a:r>
            <a:br>
              <a:rPr lang="en-US" dirty="0"/>
            </a:br>
            <a:r>
              <a:rPr lang="en-US" sz="3200" b="0" dirty="0">
                <a:latin typeface="+mn-lt"/>
              </a:rPr>
              <a:t>UX Metric Development</a:t>
            </a:r>
            <a:endParaRPr lang="en-US" b="0" dirty="0">
              <a:latin typeface="+mn-lt"/>
            </a:endParaRPr>
          </a:p>
        </p:txBody>
      </p:sp>
      <p:sp>
        <p:nvSpPr>
          <p:cNvPr id="6" name="Content Placeholder 5">
            <a:extLst>
              <a:ext uri="{FF2B5EF4-FFF2-40B4-BE49-F238E27FC236}">
                <a16:creationId xmlns:a16="http://schemas.microsoft.com/office/drawing/2014/main" id="{335AC5B1-E2EA-0C49-19A1-D57F59726AC4}"/>
              </a:ext>
            </a:extLst>
          </p:cNvPr>
          <p:cNvSpPr>
            <a:spLocks noGrp="1"/>
          </p:cNvSpPr>
          <p:nvPr>
            <p:ph sz="quarter" idx="13"/>
          </p:nvPr>
        </p:nvSpPr>
        <p:spPr>
          <a:xfrm>
            <a:off x="968354" y="2127633"/>
            <a:ext cx="10499746" cy="3699328"/>
          </a:xfrm>
        </p:spPr>
        <p:txBody>
          <a:bodyPr/>
          <a:lstStyle/>
          <a:p>
            <a:pPr marL="0" indent="0">
              <a:buNone/>
            </a:pPr>
            <a:r>
              <a:rPr lang="en-US" dirty="0"/>
              <a:t>Heena Dani (Biofourmis)</a:t>
            </a:r>
          </a:p>
          <a:p>
            <a:pPr marL="0" indent="0">
              <a:buNone/>
            </a:pPr>
            <a:r>
              <a:rPr lang="en-US" dirty="0"/>
              <a:t>Danny Nou (Abbott)</a:t>
            </a:r>
          </a:p>
          <a:p>
            <a:pPr marL="0" indent="0">
              <a:buNone/>
            </a:pPr>
            <a:r>
              <a:rPr lang="en-US" dirty="0"/>
              <a:t>In an era marked by rapid technological advancements and an ever-evolving healthcare landscape, the need to prioritize user experience has never been more critical. This presentation delves into the pivotal role of user experience in healthcare innovation and highlights the transformation of human factors engineering from a safety-focused discipline into a driver of enhanced user experiences.</a:t>
            </a:r>
          </a:p>
        </p:txBody>
      </p:sp>
      <p:sp>
        <p:nvSpPr>
          <p:cNvPr id="4" name="Slide Number Placeholder 3">
            <a:extLst>
              <a:ext uri="{FF2B5EF4-FFF2-40B4-BE49-F238E27FC236}">
                <a16:creationId xmlns:a16="http://schemas.microsoft.com/office/drawing/2014/main" id="{99B8DA8E-7980-1AB3-F0DB-A6587B0F39D3}"/>
              </a:ext>
            </a:extLst>
          </p:cNvPr>
          <p:cNvSpPr>
            <a:spLocks noGrp="1"/>
          </p:cNvSpPr>
          <p:nvPr>
            <p:ph type="sldNum" sz="quarter" idx="22"/>
          </p:nvPr>
        </p:nvSpPr>
        <p:spPr/>
        <p:txBody>
          <a:bodyPr/>
          <a:lstStyle/>
          <a:p>
            <a:fld id="{294A09A9-5501-47C1-A89A-A340965A2BE2}" type="slidenum">
              <a:rPr lang="en-US" smtClean="0"/>
              <a:pPr/>
              <a:t>3</a:t>
            </a:fld>
            <a:endParaRPr lang="en-US" dirty="0">
              <a:latin typeface="+mn-lt"/>
            </a:endParaRPr>
          </a:p>
        </p:txBody>
      </p:sp>
    </p:spTree>
    <p:extLst>
      <p:ext uri="{BB962C8B-B14F-4D97-AF65-F5344CB8AC3E}">
        <p14:creationId xmlns:p14="http://schemas.microsoft.com/office/powerpoint/2010/main" val="489949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p:txBody>
          <a:bodyPr/>
          <a:lstStyle/>
          <a:p>
            <a:r>
              <a:rPr lang="en-US" dirty="0"/>
              <a:t>Big Tech vs. Med Tech</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819150" y="1658253"/>
            <a:ext cx="10648950" cy="4323083"/>
          </a:xfrm>
        </p:spPr>
        <p:txBody>
          <a:bodyPr>
            <a:normAutofit/>
          </a:bodyPr>
          <a:lstStyle/>
          <a:p>
            <a:pPr marL="0" indent="0">
              <a:buNone/>
            </a:pPr>
            <a:r>
              <a:rPr lang="en-US" sz="2400" dirty="0"/>
              <a:t>Historically, Silicon Valley is ahead of the med device industry in terms of UX. </a:t>
            </a:r>
          </a:p>
          <a:p>
            <a:pPr marL="0" indent="0">
              <a:buNone/>
            </a:pPr>
            <a:r>
              <a:rPr lang="en-US" sz="2400" dirty="0"/>
              <a:t>An increasing amount of user expectations (touchscreens, apps, etc.) are driven by trends in Big Tech.</a:t>
            </a:r>
          </a:p>
          <a:p>
            <a:pPr lvl="1"/>
            <a:r>
              <a:rPr lang="en-US" sz="2400" dirty="0"/>
              <a:t>Good UX is critical to the success of consumer electronic devices. It isn’t always the product that has the most advanced tech that dominates the market.</a:t>
            </a:r>
          </a:p>
          <a:p>
            <a:pPr lvl="1"/>
            <a:r>
              <a:rPr lang="en-US" sz="2400" dirty="0"/>
              <a:t>Consumer products can iterate much more quickly than med devices.</a:t>
            </a:r>
            <a:endParaRPr lang="en-US" dirty="0"/>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2" name="Slide Number Placeholder 1">
            <a:extLst>
              <a:ext uri="{FF2B5EF4-FFF2-40B4-BE49-F238E27FC236}">
                <a16:creationId xmlns:a16="http://schemas.microsoft.com/office/drawing/2014/main" id="{CA0DF5F8-AF78-30AD-E5FA-AF183FE5661C}"/>
              </a:ext>
            </a:extLst>
          </p:cNvPr>
          <p:cNvSpPr>
            <a:spLocks noGrp="1"/>
          </p:cNvSpPr>
          <p:nvPr>
            <p:ph type="sldNum" sz="quarter" idx="22"/>
          </p:nvPr>
        </p:nvSpPr>
        <p:spPr/>
        <p:txBody>
          <a:bodyPr/>
          <a:lstStyle/>
          <a:p>
            <a:fld id="{294A09A9-5501-47C1-A89A-A340965A2BE2}" type="slidenum">
              <a:rPr lang="en-US" smtClean="0"/>
              <a:pPr/>
              <a:t>4</a:t>
            </a:fld>
            <a:endParaRPr lang="en-US" dirty="0">
              <a:latin typeface="+mn-lt"/>
            </a:endParaRPr>
          </a:p>
        </p:txBody>
      </p:sp>
    </p:spTree>
    <p:extLst>
      <p:ext uri="{BB962C8B-B14F-4D97-AF65-F5344CB8AC3E}">
        <p14:creationId xmlns:p14="http://schemas.microsoft.com/office/powerpoint/2010/main" val="3200312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Picture 9" descr="A hand holding a wii controller&#10;&#10;Description automatically generated">
            <a:extLst>
              <a:ext uri="{FF2B5EF4-FFF2-40B4-BE49-F238E27FC236}">
                <a16:creationId xmlns:a16="http://schemas.microsoft.com/office/drawing/2014/main" id="{C24BAF3F-F02C-23D5-77DC-A4A377D7D9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2035" y="3341863"/>
            <a:ext cx="3005777" cy="3005777"/>
          </a:xfrm>
          <a:prstGeom prst="rect">
            <a:avLst/>
          </a:prstGeom>
          <a:effectLst>
            <a:outerShdw blurRad="63500" sx="102000" sy="102000" algn="ctr" rotWithShape="0">
              <a:prstClr val="black">
                <a:alpha val="40000"/>
              </a:prstClr>
            </a:outerShdw>
          </a:effectLst>
        </p:spPr>
      </p:pic>
      <p:sp>
        <p:nvSpPr>
          <p:cNvPr id="2" name="Title 1">
            <a:extLst>
              <a:ext uri="{FF2B5EF4-FFF2-40B4-BE49-F238E27FC236}">
                <a16:creationId xmlns:a16="http://schemas.microsoft.com/office/drawing/2014/main" id="{7371CA7E-FDC3-6CE9-5134-D0B8AB10D704}"/>
              </a:ext>
            </a:extLst>
          </p:cNvPr>
          <p:cNvSpPr>
            <a:spLocks noGrp="1"/>
          </p:cNvSpPr>
          <p:nvPr>
            <p:ph type="title"/>
          </p:nvPr>
        </p:nvSpPr>
        <p:spPr/>
        <p:txBody>
          <a:bodyPr/>
          <a:lstStyle/>
          <a:p>
            <a:r>
              <a:rPr lang="en-US" dirty="0"/>
              <a:t>Wii vs. Xbox vs. PS3</a:t>
            </a:r>
          </a:p>
        </p:txBody>
      </p:sp>
      <p:sp>
        <p:nvSpPr>
          <p:cNvPr id="3" name="Content Placeholder 2">
            <a:extLst>
              <a:ext uri="{FF2B5EF4-FFF2-40B4-BE49-F238E27FC236}">
                <a16:creationId xmlns:a16="http://schemas.microsoft.com/office/drawing/2014/main" id="{6A7266A2-0104-F61A-47F2-7DBC75106B14}"/>
              </a:ext>
            </a:extLst>
          </p:cNvPr>
          <p:cNvSpPr>
            <a:spLocks noGrp="1"/>
          </p:cNvSpPr>
          <p:nvPr>
            <p:ph sz="quarter" idx="13"/>
          </p:nvPr>
        </p:nvSpPr>
        <p:spPr>
          <a:xfrm>
            <a:off x="594360" y="1533888"/>
            <a:ext cx="10873740" cy="1560324"/>
          </a:xfrm>
        </p:spPr>
        <p:txBody>
          <a:bodyPr/>
          <a:lstStyle/>
          <a:p>
            <a:pPr marL="0" indent="0">
              <a:buNone/>
            </a:pPr>
            <a:r>
              <a:rPr lang="en-US" dirty="0"/>
              <a:t>Xbox 360 and PS3 had much more powerful hardware and better graphics (1080p) than the Wii (480p).</a:t>
            </a:r>
          </a:p>
          <a:p>
            <a:pPr marL="402336" lvl="1" indent="0" algn="ctr">
              <a:buNone/>
            </a:pPr>
            <a:r>
              <a:rPr lang="en-US" i="1" dirty="0"/>
              <a:t>But the Wii controller and UX were more intuitive for a larger range of people!</a:t>
            </a:r>
          </a:p>
        </p:txBody>
      </p:sp>
      <p:sp>
        <p:nvSpPr>
          <p:cNvPr id="4" name="Slide Number Placeholder 3">
            <a:extLst>
              <a:ext uri="{FF2B5EF4-FFF2-40B4-BE49-F238E27FC236}">
                <a16:creationId xmlns:a16="http://schemas.microsoft.com/office/drawing/2014/main" id="{7A22FEF7-D60A-9593-6640-4B243283BC3E}"/>
              </a:ext>
            </a:extLst>
          </p:cNvPr>
          <p:cNvSpPr>
            <a:spLocks noGrp="1"/>
          </p:cNvSpPr>
          <p:nvPr>
            <p:ph type="sldNum" sz="quarter" idx="22"/>
          </p:nvPr>
        </p:nvSpPr>
        <p:spPr/>
        <p:txBody>
          <a:bodyPr/>
          <a:lstStyle/>
          <a:p>
            <a:fld id="{294A09A9-5501-47C1-A89A-A340965A2BE2}" type="slidenum">
              <a:rPr lang="en-US" smtClean="0"/>
              <a:pPr/>
              <a:t>5</a:t>
            </a:fld>
            <a:endParaRPr lang="en-US" dirty="0">
              <a:latin typeface="+mn-lt"/>
            </a:endParaRPr>
          </a:p>
        </p:txBody>
      </p:sp>
      <p:pic>
        <p:nvPicPr>
          <p:cNvPr id="8" name="Picture 7" descr="A group of video game consoles&#10;&#10;Description automatically generated">
            <a:extLst>
              <a:ext uri="{FF2B5EF4-FFF2-40B4-BE49-F238E27FC236}">
                <a16:creationId xmlns:a16="http://schemas.microsoft.com/office/drawing/2014/main" id="{CC9D7B80-3066-C8D3-474E-10910B4695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43074" y="3341863"/>
            <a:ext cx="3005777" cy="3005777"/>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984154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409D1-97A8-1B0A-ABBF-106B9EFFC01F}"/>
              </a:ext>
            </a:extLst>
          </p:cNvPr>
          <p:cNvSpPr>
            <a:spLocks noGrp="1"/>
          </p:cNvSpPr>
          <p:nvPr>
            <p:ph type="title"/>
          </p:nvPr>
        </p:nvSpPr>
        <p:spPr/>
        <p:txBody>
          <a:bodyPr/>
          <a:lstStyle/>
          <a:p>
            <a:r>
              <a:rPr lang="en-US" dirty="0"/>
              <a:t>Closing the Gap</a:t>
            </a:r>
          </a:p>
        </p:txBody>
      </p:sp>
      <p:sp>
        <p:nvSpPr>
          <p:cNvPr id="3" name="Content Placeholder 2">
            <a:extLst>
              <a:ext uri="{FF2B5EF4-FFF2-40B4-BE49-F238E27FC236}">
                <a16:creationId xmlns:a16="http://schemas.microsoft.com/office/drawing/2014/main" id="{FC06E144-4AAC-D7DA-A99E-096173F7717C}"/>
              </a:ext>
            </a:extLst>
          </p:cNvPr>
          <p:cNvSpPr>
            <a:spLocks noGrp="1"/>
          </p:cNvSpPr>
          <p:nvPr>
            <p:ph sz="quarter" idx="13"/>
          </p:nvPr>
        </p:nvSpPr>
        <p:spPr>
          <a:xfrm>
            <a:off x="594360" y="1567543"/>
            <a:ext cx="8111390" cy="4269957"/>
          </a:xfrm>
        </p:spPr>
        <p:txBody>
          <a:bodyPr/>
          <a:lstStyle/>
          <a:p>
            <a:pPr marL="0" indent="0">
              <a:buNone/>
            </a:pPr>
            <a:r>
              <a:rPr lang="en-US" dirty="0"/>
              <a:t>Tech companies are increasing their reach into the medical device space.</a:t>
            </a:r>
          </a:p>
          <a:p>
            <a:pPr lvl="1"/>
            <a:r>
              <a:rPr lang="en-US" b="1" dirty="0"/>
              <a:t>Apple Healthcare</a:t>
            </a:r>
            <a:r>
              <a:rPr lang="en-US" b="1" dirty="0">
                <a:latin typeface="Abadi" panose="020B0604020104020204" pitchFamily="34" charset="0"/>
              </a:rPr>
              <a:t>:</a:t>
            </a:r>
            <a:r>
              <a:rPr lang="en-US" b="1" dirty="0"/>
              <a:t> </a:t>
            </a:r>
            <a:r>
              <a:rPr lang="en-US" dirty="0"/>
              <a:t>FDA approves Apple Watch AFib History feature as a Medical Device Development Tool (MDDT) in May 2024.</a:t>
            </a:r>
          </a:p>
          <a:p>
            <a:pPr lvl="1"/>
            <a:r>
              <a:rPr lang="en-US" b="1" dirty="0"/>
              <a:t>Dexcom</a:t>
            </a:r>
            <a:r>
              <a:rPr lang="en-US" b="1" dirty="0">
                <a:latin typeface="Abadi" panose="020B0604020104020204" pitchFamily="34" charset="0"/>
              </a:rPr>
              <a:t>:</a:t>
            </a:r>
            <a:r>
              <a:rPr lang="en-US" b="1" dirty="0"/>
              <a:t> </a:t>
            </a:r>
            <a:r>
              <a:rPr lang="en-US" dirty="0"/>
              <a:t>Over-the-counter glucose monitor with smart device connectivity, approved by FDA in March 2024.</a:t>
            </a:r>
          </a:p>
          <a:p>
            <a:pPr lvl="1"/>
            <a:r>
              <a:rPr lang="en-US" b="1" dirty="0"/>
              <a:t>Avive AED</a:t>
            </a:r>
            <a:r>
              <a:rPr lang="en-US" b="1" dirty="0">
                <a:latin typeface="Abadi" panose="020B0604020104020204" pitchFamily="34" charset="0"/>
              </a:rPr>
              <a:t>:</a:t>
            </a:r>
            <a:r>
              <a:rPr lang="en-US" b="1" dirty="0"/>
              <a:t> </a:t>
            </a:r>
            <a:r>
              <a:rPr lang="en-US" dirty="0"/>
              <a:t>Ultra-portable smart AED that links 911 dispatch and AED owners to create a “4 Minute City” for SCA response. Initially an MIT capstone project, FDA approved in 2022.</a:t>
            </a:r>
          </a:p>
        </p:txBody>
      </p:sp>
      <p:sp>
        <p:nvSpPr>
          <p:cNvPr id="4" name="Slide Number Placeholder 3">
            <a:extLst>
              <a:ext uri="{FF2B5EF4-FFF2-40B4-BE49-F238E27FC236}">
                <a16:creationId xmlns:a16="http://schemas.microsoft.com/office/drawing/2014/main" id="{68DC32FB-F0A5-E8CA-ACF5-9145E2091BC5}"/>
              </a:ext>
            </a:extLst>
          </p:cNvPr>
          <p:cNvSpPr>
            <a:spLocks noGrp="1"/>
          </p:cNvSpPr>
          <p:nvPr>
            <p:ph type="sldNum" sz="quarter" idx="22"/>
          </p:nvPr>
        </p:nvSpPr>
        <p:spPr/>
        <p:txBody>
          <a:bodyPr/>
          <a:lstStyle/>
          <a:p>
            <a:fld id="{294A09A9-5501-47C1-A89A-A340965A2BE2}" type="slidenum">
              <a:rPr lang="en-US" smtClean="0"/>
              <a:pPr/>
              <a:t>6</a:t>
            </a:fld>
            <a:endParaRPr lang="en-US" dirty="0">
              <a:latin typeface="+mn-lt"/>
            </a:endParaRPr>
          </a:p>
        </p:txBody>
      </p:sp>
      <p:pic>
        <p:nvPicPr>
          <p:cNvPr id="10" name="Picture 9" descr="A person looking at a computer&#10;&#10;Description automatically generated">
            <a:extLst>
              <a:ext uri="{FF2B5EF4-FFF2-40B4-BE49-F238E27FC236}">
                <a16:creationId xmlns:a16="http://schemas.microsoft.com/office/drawing/2014/main" id="{4C010048-51F1-D455-95D4-ABE602ED54EB}"/>
              </a:ext>
            </a:extLst>
          </p:cNvPr>
          <p:cNvPicPr>
            <a:picLocks noChangeAspect="1"/>
          </p:cNvPicPr>
          <p:nvPr/>
        </p:nvPicPr>
        <p:blipFill rotWithShape="1">
          <a:blip r:embed="rId3">
            <a:extLst>
              <a:ext uri="{28A0092B-C50C-407E-A947-70E740481C1C}">
                <a14:useLocalDpi xmlns:a14="http://schemas.microsoft.com/office/drawing/2010/main" val="0"/>
              </a:ext>
            </a:extLst>
          </a:blip>
          <a:srcRect l="24523"/>
          <a:stretch/>
        </p:blipFill>
        <p:spPr>
          <a:xfrm>
            <a:off x="6875812" y="4628422"/>
            <a:ext cx="5060755" cy="1982684"/>
          </a:xfrm>
          <a:prstGeom prst="rect">
            <a:avLst/>
          </a:prstGeom>
        </p:spPr>
      </p:pic>
      <p:pic>
        <p:nvPicPr>
          <p:cNvPr id="8" name="Picture 7" descr="A smartwatch and a smart watch&#10;&#10;Description automatically generated">
            <a:extLst>
              <a:ext uri="{FF2B5EF4-FFF2-40B4-BE49-F238E27FC236}">
                <a16:creationId xmlns:a16="http://schemas.microsoft.com/office/drawing/2014/main" id="{3A89FF6D-E6CB-65B3-613A-4FB9C45DEE2C}"/>
              </a:ext>
            </a:extLst>
          </p:cNvPr>
          <p:cNvPicPr>
            <a:picLocks noChangeAspect="1"/>
          </p:cNvPicPr>
          <p:nvPr/>
        </p:nvPicPr>
        <p:blipFill rotWithShape="1">
          <a:blip r:embed="rId4">
            <a:extLst>
              <a:ext uri="{28A0092B-C50C-407E-A947-70E740481C1C}">
                <a14:useLocalDpi xmlns:a14="http://schemas.microsoft.com/office/drawing/2010/main" val="0"/>
              </a:ext>
            </a:extLst>
          </a:blip>
          <a:srcRect l="14294" t="7340" r="15743" b="9812"/>
          <a:stretch/>
        </p:blipFill>
        <p:spPr>
          <a:xfrm>
            <a:off x="8832242" y="246894"/>
            <a:ext cx="3211204" cy="3802561"/>
          </a:xfrm>
          <a:prstGeom prst="rect">
            <a:avLst/>
          </a:prstGeom>
        </p:spPr>
      </p:pic>
    </p:spTree>
    <p:extLst>
      <p:ext uri="{BB962C8B-B14F-4D97-AF65-F5344CB8AC3E}">
        <p14:creationId xmlns:p14="http://schemas.microsoft.com/office/powerpoint/2010/main" val="4134027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Close up of ruler">
            <a:extLst>
              <a:ext uri="{FF2B5EF4-FFF2-40B4-BE49-F238E27FC236}">
                <a16:creationId xmlns:a16="http://schemas.microsoft.com/office/drawing/2014/main" id="{60B8ED39-4271-AF51-8DE0-DE809869AE39}"/>
              </a:ext>
            </a:extLst>
          </p:cNvPr>
          <p:cNvPicPr>
            <a:picLocks noGrp="1" noChangeAspect="1"/>
          </p:cNvPicPr>
          <p:nvPr>
            <p:ph type="pic" sz="quarter" idx="13"/>
          </p:nvPr>
        </p:nvPicPr>
        <p:blipFill>
          <a:blip r:embed="rId3">
            <a:extLst>
              <a:ext uri="{BEBA8EAE-BF5A-486C-A8C5-ECC9F3942E4B}">
                <a14:imgProps xmlns:a14="http://schemas.microsoft.com/office/drawing/2010/main">
                  <a14:imgLayer r:embed="rId4">
                    <a14:imgEffect>
                      <a14:artisticLightScreen/>
                    </a14:imgEffect>
                    <a14:imgEffect>
                      <a14:brightnessContrast bright="-60000" contrast="23000"/>
                    </a14:imgEffect>
                  </a14:imgLayer>
                </a14:imgProps>
              </a:ext>
              <a:ext uri="{28A0092B-C50C-407E-A947-70E740481C1C}">
                <a14:useLocalDpi xmlns:a14="http://schemas.microsoft.com/office/drawing/2010/main" val="0"/>
              </a:ext>
            </a:extLst>
          </a:blip>
          <a:srcRect t="7665" b="7665"/>
          <a:stretch/>
        </p:blipFill>
        <p:spPr>
          <a:xfrm>
            <a:off x="0" y="-22543"/>
            <a:ext cx="12192000" cy="6880543"/>
          </a:xfrm>
        </p:spPr>
      </p:pic>
      <p:sp>
        <p:nvSpPr>
          <p:cNvPr id="5" name="Title 4">
            <a:extLst>
              <a:ext uri="{FF2B5EF4-FFF2-40B4-BE49-F238E27FC236}">
                <a16:creationId xmlns:a16="http://schemas.microsoft.com/office/drawing/2014/main" id="{27F545A4-92D5-593D-464F-0068F23FC097}"/>
              </a:ext>
            </a:extLst>
          </p:cNvPr>
          <p:cNvSpPr>
            <a:spLocks noGrp="1"/>
          </p:cNvSpPr>
          <p:nvPr>
            <p:ph type="title"/>
          </p:nvPr>
        </p:nvSpPr>
        <p:spPr/>
        <p:txBody>
          <a:bodyPr/>
          <a:lstStyle/>
          <a:p>
            <a:r>
              <a:rPr lang="en-US" dirty="0">
                <a:effectLst>
                  <a:outerShdw blurRad="63500" sx="102000" sy="102000" algn="ctr" rotWithShape="0">
                    <a:prstClr val="black">
                      <a:alpha val="40000"/>
                    </a:prstClr>
                  </a:outerShdw>
                </a:effectLst>
              </a:rPr>
              <a:t>Common Strategies Utilized in Big Tech</a:t>
            </a:r>
          </a:p>
        </p:txBody>
      </p:sp>
    </p:spTree>
    <p:extLst>
      <p:ext uri="{BB962C8B-B14F-4D97-AF65-F5344CB8AC3E}">
        <p14:creationId xmlns:p14="http://schemas.microsoft.com/office/powerpoint/2010/main" val="1443025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A colorful hexagons with white text&#10;&#10;Description automatically generated">
            <a:extLst>
              <a:ext uri="{FF2B5EF4-FFF2-40B4-BE49-F238E27FC236}">
                <a16:creationId xmlns:a16="http://schemas.microsoft.com/office/drawing/2014/main" id="{3FA35CD8-21E5-1C72-84E0-6C994D158152}"/>
              </a:ext>
            </a:extLst>
          </p:cNvPr>
          <p:cNvPicPr>
            <a:picLocks noGrp="1" noChangeAspect="1"/>
          </p:cNvPicPr>
          <p:nvPr>
            <p:ph type="pic" sz="quarter" idx="15"/>
          </p:nvPr>
        </p:nvPicPr>
        <p:blipFill rotWithShape="1">
          <a:blip r:embed="rId3">
            <a:extLst>
              <a:ext uri="{28A0092B-C50C-407E-A947-70E740481C1C}">
                <a14:useLocalDpi xmlns:a14="http://schemas.microsoft.com/office/drawing/2010/main" val="0"/>
              </a:ext>
            </a:extLst>
          </a:blip>
          <a:srcRect l="26532" r="25335"/>
          <a:stretch/>
        </p:blipFill>
        <p:spPr>
          <a:xfrm>
            <a:off x="6690360" y="0"/>
            <a:ext cx="5501640" cy="6858000"/>
          </a:xfrm>
        </p:spPr>
      </p:pic>
      <p:sp>
        <p:nvSpPr>
          <p:cNvPr id="7" name="Title 6">
            <a:extLst>
              <a:ext uri="{FF2B5EF4-FFF2-40B4-BE49-F238E27FC236}">
                <a16:creationId xmlns:a16="http://schemas.microsoft.com/office/drawing/2014/main" id="{99DCBAEF-9E6A-8C17-61A0-E14DFED38FA1}"/>
              </a:ext>
            </a:extLst>
          </p:cNvPr>
          <p:cNvSpPr>
            <a:spLocks noGrp="1"/>
          </p:cNvSpPr>
          <p:nvPr>
            <p:ph type="title"/>
          </p:nvPr>
        </p:nvSpPr>
        <p:spPr>
          <a:xfrm>
            <a:off x="575309" y="278129"/>
            <a:ext cx="6751765" cy="894987"/>
          </a:xfrm>
        </p:spPr>
        <p:txBody>
          <a:bodyPr/>
          <a:lstStyle/>
          <a:p>
            <a:r>
              <a:rPr lang="en-US" dirty="0"/>
              <a:t>UX Honeycomb (Morville)</a:t>
            </a:r>
          </a:p>
        </p:txBody>
      </p:sp>
      <p:sp>
        <p:nvSpPr>
          <p:cNvPr id="9" name="Content Placeholder 8">
            <a:extLst>
              <a:ext uri="{FF2B5EF4-FFF2-40B4-BE49-F238E27FC236}">
                <a16:creationId xmlns:a16="http://schemas.microsoft.com/office/drawing/2014/main" id="{756FEFDF-95A5-4D3B-105E-850571A4F135}"/>
              </a:ext>
            </a:extLst>
          </p:cNvPr>
          <p:cNvSpPr>
            <a:spLocks noGrp="1"/>
          </p:cNvSpPr>
          <p:nvPr>
            <p:ph sz="quarter" idx="16"/>
          </p:nvPr>
        </p:nvSpPr>
        <p:spPr>
          <a:xfrm>
            <a:off x="676553" y="1626920"/>
            <a:ext cx="5501640" cy="4829126"/>
          </a:xfrm>
        </p:spPr>
        <p:txBody>
          <a:bodyPr>
            <a:normAutofit fontScale="85000" lnSpcReduction="10000"/>
          </a:bodyPr>
          <a:lstStyle/>
          <a:p>
            <a:pPr>
              <a:lnSpc>
                <a:spcPct val="120000"/>
              </a:lnSpc>
              <a:spcBef>
                <a:spcPts val="1200"/>
              </a:spcBef>
            </a:pPr>
            <a:r>
              <a:rPr lang="en-US" b="1" dirty="0"/>
              <a:t>Useful</a:t>
            </a:r>
            <a:r>
              <a:rPr lang="en-US" b="1" dirty="0">
                <a:latin typeface="Abadi" panose="020B0604020104020204" pitchFamily="34" charset="0"/>
              </a:rPr>
              <a:t>:</a:t>
            </a:r>
            <a:r>
              <a:rPr lang="en-US" b="1" dirty="0"/>
              <a:t> </a:t>
            </a:r>
            <a:r>
              <a:rPr lang="en-US" dirty="0"/>
              <a:t>Does a product meet a key need of target users?</a:t>
            </a:r>
          </a:p>
          <a:p>
            <a:pPr>
              <a:lnSpc>
                <a:spcPct val="120000"/>
              </a:lnSpc>
              <a:spcBef>
                <a:spcPts val="1200"/>
              </a:spcBef>
            </a:pPr>
            <a:r>
              <a:rPr lang="en-US" b="1" dirty="0"/>
              <a:t>Usable</a:t>
            </a:r>
            <a:r>
              <a:rPr lang="en-US" b="1" dirty="0">
                <a:latin typeface="Abadi" panose="020B0604020104020204" pitchFamily="34" charset="0"/>
              </a:rPr>
              <a:t>:</a:t>
            </a:r>
            <a:r>
              <a:rPr lang="en-US" b="1" dirty="0"/>
              <a:t> </a:t>
            </a:r>
            <a:r>
              <a:rPr lang="en-US" dirty="0"/>
              <a:t>How well can a user use the product to accomplish a given purpose effectively, efficiently, and satisfactorily?</a:t>
            </a:r>
          </a:p>
          <a:p>
            <a:pPr>
              <a:lnSpc>
                <a:spcPct val="120000"/>
              </a:lnSpc>
              <a:spcBef>
                <a:spcPts val="1200"/>
              </a:spcBef>
            </a:pPr>
            <a:r>
              <a:rPr lang="en-US" b="1" dirty="0"/>
              <a:t>Desirable</a:t>
            </a:r>
            <a:r>
              <a:rPr lang="en-US" b="1" dirty="0">
                <a:latin typeface="Abadi" panose="020B0604020104020204" pitchFamily="34" charset="0"/>
              </a:rPr>
              <a:t>:</a:t>
            </a:r>
            <a:r>
              <a:rPr lang="en-US" b="1" dirty="0"/>
              <a:t> </a:t>
            </a:r>
            <a:r>
              <a:rPr lang="en-US" dirty="0"/>
              <a:t>Are we effectively leveraging emotional design to foster a relationship with the user? </a:t>
            </a:r>
          </a:p>
          <a:p>
            <a:pPr>
              <a:lnSpc>
                <a:spcPct val="120000"/>
              </a:lnSpc>
              <a:spcBef>
                <a:spcPts val="1200"/>
              </a:spcBef>
            </a:pPr>
            <a:r>
              <a:rPr lang="en-US" b="1" dirty="0"/>
              <a:t>Findable</a:t>
            </a:r>
            <a:r>
              <a:rPr lang="en-US" b="1" dirty="0">
                <a:latin typeface="Abadi" panose="020B0604020104020204" pitchFamily="34" charset="0"/>
              </a:rPr>
              <a:t>:</a:t>
            </a:r>
            <a:r>
              <a:rPr lang="en-US" b="1" dirty="0"/>
              <a:t> </a:t>
            </a:r>
            <a:r>
              <a:rPr lang="en-US" dirty="0"/>
              <a:t>Can a user find the function they’re looking for?</a:t>
            </a:r>
          </a:p>
          <a:p>
            <a:pPr>
              <a:lnSpc>
                <a:spcPct val="120000"/>
              </a:lnSpc>
              <a:spcBef>
                <a:spcPts val="1200"/>
              </a:spcBef>
            </a:pPr>
            <a:r>
              <a:rPr lang="en-US" b="1" dirty="0"/>
              <a:t>Accessible</a:t>
            </a:r>
            <a:r>
              <a:rPr lang="en-US" b="1" dirty="0">
                <a:latin typeface="Abadi" panose="020B0604020104020204" pitchFamily="34" charset="0"/>
              </a:rPr>
              <a:t>:</a:t>
            </a:r>
            <a:r>
              <a:rPr lang="en-US" b="1" dirty="0"/>
              <a:t> </a:t>
            </a:r>
            <a:r>
              <a:rPr lang="en-US" dirty="0"/>
              <a:t>Is it usable by people with a range of abilities/experience?</a:t>
            </a:r>
          </a:p>
          <a:p>
            <a:pPr>
              <a:lnSpc>
                <a:spcPct val="120000"/>
              </a:lnSpc>
              <a:spcBef>
                <a:spcPts val="1200"/>
              </a:spcBef>
            </a:pPr>
            <a:r>
              <a:rPr lang="en-US" b="1" dirty="0"/>
              <a:t>Credible</a:t>
            </a:r>
            <a:r>
              <a:rPr lang="en-US" b="1" dirty="0">
                <a:latin typeface="Abadi" panose="020B0604020104020204" pitchFamily="34" charset="0"/>
              </a:rPr>
              <a:t>:</a:t>
            </a:r>
            <a:r>
              <a:rPr lang="en-US" b="1" dirty="0"/>
              <a:t> </a:t>
            </a:r>
            <a:r>
              <a:rPr lang="en-US" dirty="0"/>
              <a:t>Does the user trust the company and the product?</a:t>
            </a:r>
          </a:p>
          <a:p>
            <a:pPr>
              <a:lnSpc>
                <a:spcPct val="120000"/>
              </a:lnSpc>
              <a:spcBef>
                <a:spcPts val="1200"/>
              </a:spcBef>
            </a:pPr>
            <a:r>
              <a:rPr lang="en-US" b="1" dirty="0"/>
              <a:t>Valuable</a:t>
            </a:r>
            <a:r>
              <a:rPr lang="en-US" b="1" dirty="0">
                <a:latin typeface="Abadi" panose="020B0604020104020204" pitchFamily="34" charset="0"/>
              </a:rPr>
              <a:t>:</a:t>
            </a:r>
            <a:r>
              <a:rPr lang="en-US" b="1" dirty="0"/>
              <a:t> </a:t>
            </a:r>
            <a:r>
              <a:rPr lang="en-US" dirty="0"/>
              <a:t>How well are each of the elements balanced for that customer? Can be interpreted as the sum of the other attributes.</a:t>
            </a:r>
          </a:p>
        </p:txBody>
      </p:sp>
      <p:sp>
        <p:nvSpPr>
          <p:cNvPr id="4" name="Slide Number Placeholder 3">
            <a:extLst>
              <a:ext uri="{FF2B5EF4-FFF2-40B4-BE49-F238E27FC236}">
                <a16:creationId xmlns:a16="http://schemas.microsoft.com/office/drawing/2014/main" id="{3976BC46-9013-5E51-4FF3-1632EB2346D5}"/>
              </a:ext>
            </a:extLst>
          </p:cNvPr>
          <p:cNvSpPr>
            <a:spLocks noGrp="1"/>
          </p:cNvSpPr>
          <p:nvPr>
            <p:ph type="sldNum" sz="quarter" idx="12"/>
          </p:nvPr>
        </p:nvSpPr>
        <p:spPr/>
        <p:txBody>
          <a:bodyPr/>
          <a:lstStyle/>
          <a:p>
            <a:fld id="{294A09A9-5501-47C1-A89A-A340965A2BE2}" type="slidenum">
              <a:rPr lang="en-US" smtClean="0"/>
              <a:pPr/>
              <a:t>8</a:t>
            </a:fld>
            <a:endParaRPr lang="en-US" dirty="0">
              <a:latin typeface="+mn-lt"/>
            </a:endParaRPr>
          </a:p>
        </p:txBody>
      </p:sp>
    </p:spTree>
    <p:extLst>
      <p:ext uri="{BB962C8B-B14F-4D97-AF65-F5344CB8AC3E}">
        <p14:creationId xmlns:p14="http://schemas.microsoft.com/office/powerpoint/2010/main" val="3728223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3C6F7DB-2889-E0D6-869B-14A1ABDB766F}"/>
              </a:ext>
            </a:extLst>
          </p:cNvPr>
          <p:cNvSpPr>
            <a:spLocks noGrp="1"/>
          </p:cNvSpPr>
          <p:nvPr>
            <p:ph type="title"/>
          </p:nvPr>
        </p:nvSpPr>
        <p:spPr>
          <a:xfrm>
            <a:off x="575309" y="278129"/>
            <a:ext cx="7469355" cy="954769"/>
          </a:xfrm>
        </p:spPr>
        <p:txBody>
          <a:bodyPr/>
          <a:lstStyle/>
          <a:p>
            <a:r>
              <a:rPr lang="en-US" dirty="0"/>
              <a:t>HEART Framework (Google)</a:t>
            </a:r>
          </a:p>
        </p:txBody>
      </p:sp>
      <p:sp>
        <p:nvSpPr>
          <p:cNvPr id="8" name="Content Placeholder 7">
            <a:extLst>
              <a:ext uri="{FF2B5EF4-FFF2-40B4-BE49-F238E27FC236}">
                <a16:creationId xmlns:a16="http://schemas.microsoft.com/office/drawing/2014/main" id="{DB4C5B04-EB7B-B2D4-B380-E94EA0927E9D}"/>
              </a:ext>
            </a:extLst>
          </p:cNvPr>
          <p:cNvSpPr>
            <a:spLocks noGrp="1"/>
          </p:cNvSpPr>
          <p:nvPr>
            <p:ph sz="quarter" idx="16"/>
          </p:nvPr>
        </p:nvSpPr>
        <p:spPr/>
        <p:txBody>
          <a:bodyPr/>
          <a:lstStyle/>
          <a:p>
            <a:r>
              <a:rPr lang="en-US" dirty="0"/>
              <a:t>Built on five metrics: Happiness, Engagement, Adoption, Retention, Task Success</a:t>
            </a:r>
          </a:p>
          <a:p>
            <a:r>
              <a:rPr lang="en-US" dirty="0"/>
              <a:t>Each of those is associated with:</a:t>
            </a:r>
          </a:p>
          <a:p>
            <a:pPr marL="1143000" lvl="1" indent="-457200">
              <a:buFont typeface="+mj-lt"/>
              <a:buAutoNum type="arabicPeriod"/>
            </a:pPr>
            <a:r>
              <a:rPr lang="en-US" dirty="0"/>
              <a:t>Goals – Broad user objective.</a:t>
            </a:r>
          </a:p>
          <a:p>
            <a:pPr marL="1143000" lvl="1" indent="-457200">
              <a:buFont typeface="+mj-lt"/>
              <a:buAutoNum type="arabicPeriod"/>
            </a:pPr>
            <a:r>
              <a:rPr lang="en-US" dirty="0"/>
              <a:t>Signals – What indicators can we observe to see if we’re progressing to the goal?</a:t>
            </a:r>
          </a:p>
          <a:p>
            <a:pPr marL="1143000" lvl="1" indent="-457200">
              <a:buFont typeface="+mj-lt"/>
              <a:buAutoNum type="arabicPeriod"/>
            </a:pPr>
            <a:r>
              <a:rPr lang="en-US" dirty="0"/>
              <a:t>Metrics – Quantifiable data points indicating success or failure.</a:t>
            </a:r>
          </a:p>
        </p:txBody>
      </p:sp>
      <p:sp>
        <p:nvSpPr>
          <p:cNvPr id="5" name="Slide Number Placeholder 4">
            <a:extLst>
              <a:ext uri="{FF2B5EF4-FFF2-40B4-BE49-F238E27FC236}">
                <a16:creationId xmlns:a16="http://schemas.microsoft.com/office/drawing/2014/main" id="{312644EA-6179-1A3D-6734-DEE75A2C4B0E}"/>
              </a:ext>
            </a:extLst>
          </p:cNvPr>
          <p:cNvSpPr>
            <a:spLocks noGrp="1"/>
          </p:cNvSpPr>
          <p:nvPr>
            <p:ph type="sldNum" sz="quarter" idx="12"/>
          </p:nvPr>
        </p:nvSpPr>
        <p:spPr/>
        <p:txBody>
          <a:bodyPr/>
          <a:lstStyle/>
          <a:p>
            <a:fld id="{294A09A9-5501-47C1-A89A-A340965A2BE2}" type="slidenum">
              <a:rPr lang="en-US" smtClean="0"/>
              <a:pPr/>
              <a:t>9</a:t>
            </a:fld>
            <a:endParaRPr lang="en-US" dirty="0"/>
          </a:p>
        </p:txBody>
      </p:sp>
      <p:pic>
        <p:nvPicPr>
          <p:cNvPr id="16" name="Picture 15" descr="A diagram of a diagram&#10;&#10;Description automatically generated">
            <a:extLst>
              <a:ext uri="{FF2B5EF4-FFF2-40B4-BE49-F238E27FC236}">
                <a16:creationId xmlns:a16="http://schemas.microsoft.com/office/drawing/2014/main" id="{6D440499-2938-ECE2-2D0F-C654760A348A}"/>
              </a:ext>
            </a:extLst>
          </p:cNvPr>
          <p:cNvPicPr>
            <a:picLocks noChangeAspect="1"/>
          </p:cNvPicPr>
          <p:nvPr/>
        </p:nvPicPr>
        <p:blipFill rotWithShape="1">
          <a:blip r:embed="rId3">
            <a:extLst>
              <a:ext uri="{28A0092B-C50C-407E-A947-70E740481C1C}">
                <a14:useLocalDpi xmlns:a14="http://schemas.microsoft.com/office/drawing/2010/main" val="0"/>
              </a:ext>
            </a:extLst>
          </a:blip>
          <a:srcRect l="10449" t="3298" r="9579" b="3298"/>
          <a:stretch/>
        </p:blipFill>
        <p:spPr>
          <a:xfrm>
            <a:off x="6553202" y="2568540"/>
            <a:ext cx="4624209" cy="2698588"/>
          </a:xfrm>
          <a:prstGeom prst="rect">
            <a:avLst/>
          </a:prstGeom>
        </p:spPr>
      </p:pic>
    </p:spTree>
    <p:extLst>
      <p:ext uri="{BB962C8B-B14F-4D97-AF65-F5344CB8AC3E}">
        <p14:creationId xmlns:p14="http://schemas.microsoft.com/office/powerpoint/2010/main" val="150351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3C6F7DB-2889-E0D6-869B-14A1ABDB766F}"/>
              </a:ext>
            </a:extLst>
          </p:cNvPr>
          <p:cNvSpPr>
            <a:spLocks noGrp="1"/>
          </p:cNvSpPr>
          <p:nvPr>
            <p:ph type="title"/>
          </p:nvPr>
        </p:nvSpPr>
        <p:spPr>
          <a:xfrm>
            <a:off x="575309" y="278130"/>
            <a:ext cx="7469355" cy="954770"/>
          </a:xfrm>
        </p:spPr>
        <p:txBody>
          <a:bodyPr/>
          <a:lstStyle/>
          <a:p>
            <a:r>
              <a:rPr lang="en-US" dirty="0"/>
              <a:t>HEART Framework (Google)</a:t>
            </a:r>
          </a:p>
        </p:txBody>
      </p:sp>
      <p:sp>
        <p:nvSpPr>
          <p:cNvPr id="5" name="Slide Number Placeholder 4">
            <a:extLst>
              <a:ext uri="{FF2B5EF4-FFF2-40B4-BE49-F238E27FC236}">
                <a16:creationId xmlns:a16="http://schemas.microsoft.com/office/drawing/2014/main" id="{312644EA-6179-1A3D-6734-DEE75A2C4B0E}"/>
              </a:ext>
            </a:extLst>
          </p:cNvPr>
          <p:cNvSpPr>
            <a:spLocks noGrp="1"/>
          </p:cNvSpPr>
          <p:nvPr>
            <p:ph type="sldNum" sz="quarter" idx="12"/>
          </p:nvPr>
        </p:nvSpPr>
        <p:spPr/>
        <p:txBody>
          <a:bodyPr/>
          <a:lstStyle/>
          <a:p>
            <a:fld id="{294A09A9-5501-47C1-A89A-A340965A2BE2}" type="slidenum">
              <a:rPr lang="en-US" smtClean="0"/>
              <a:pPr/>
              <a:t>10</a:t>
            </a:fld>
            <a:endParaRPr lang="en-US" dirty="0"/>
          </a:p>
        </p:txBody>
      </p:sp>
      <p:pic>
        <p:nvPicPr>
          <p:cNvPr id="3" name="Picture 2" descr="A white rectangular grid with red and blue text&#10;&#10;Description automatically generated">
            <a:extLst>
              <a:ext uri="{FF2B5EF4-FFF2-40B4-BE49-F238E27FC236}">
                <a16:creationId xmlns:a16="http://schemas.microsoft.com/office/drawing/2014/main" id="{04804943-845C-F071-B5E2-70336FE56A09}"/>
              </a:ext>
            </a:extLst>
          </p:cNvPr>
          <p:cNvPicPr>
            <a:picLocks noChangeAspect="1"/>
          </p:cNvPicPr>
          <p:nvPr/>
        </p:nvPicPr>
        <p:blipFill rotWithShape="1">
          <a:blip r:embed="rId3">
            <a:extLst>
              <a:ext uri="{28A0092B-C50C-407E-A947-70E740481C1C}">
                <a14:useLocalDpi xmlns:a14="http://schemas.microsoft.com/office/drawing/2010/main" val="0"/>
              </a:ext>
            </a:extLst>
          </a:blip>
          <a:srcRect t="10824" b="1823"/>
          <a:stretch/>
        </p:blipFill>
        <p:spPr>
          <a:xfrm>
            <a:off x="3019081" y="1590696"/>
            <a:ext cx="6153837" cy="4741524"/>
          </a:xfrm>
          <a:prstGeom prst="rect">
            <a:avLst/>
          </a:prstGeom>
        </p:spPr>
      </p:pic>
    </p:spTree>
    <p:extLst>
      <p:ext uri="{BB962C8B-B14F-4D97-AF65-F5344CB8AC3E}">
        <p14:creationId xmlns:p14="http://schemas.microsoft.com/office/powerpoint/2010/main" val="374952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BC4355F-4EAC-09CB-06D9-3EA513998F8C}"/>
              </a:ext>
            </a:extLst>
          </p:cNvPr>
          <p:cNvSpPr>
            <a:spLocks noGrp="1"/>
          </p:cNvSpPr>
          <p:nvPr>
            <p:ph type="title"/>
          </p:nvPr>
        </p:nvSpPr>
        <p:spPr/>
        <p:txBody>
          <a:bodyPr/>
          <a:lstStyle/>
          <a:p>
            <a:r>
              <a:rPr lang="en-US" dirty="0"/>
              <a:t>Gamification/Obfuscation</a:t>
            </a:r>
          </a:p>
        </p:txBody>
      </p:sp>
      <p:sp>
        <p:nvSpPr>
          <p:cNvPr id="7" name="Content Placeholder 6">
            <a:extLst>
              <a:ext uri="{FF2B5EF4-FFF2-40B4-BE49-F238E27FC236}">
                <a16:creationId xmlns:a16="http://schemas.microsoft.com/office/drawing/2014/main" id="{706D748A-2420-A551-5724-6A87B04C173B}"/>
              </a:ext>
            </a:extLst>
          </p:cNvPr>
          <p:cNvSpPr>
            <a:spLocks noGrp="1"/>
          </p:cNvSpPr>
          <p:nvPr>
            <p:ph sz="quarter" idx="13"/>
          </p:nvPr>
        </p:nvSpPr>
        <p:spPr/>
        <p:txBody>
          <a:bodyPr/>
          <a:lstStyle/>
          <a:p>
            <a:pPr marL="0" indent="0">
              <a:buNone/>
            </a:pPr>
            <a:r>
              <a:rPr lang="en-US" dirty="0"/>
              <a:t>Improving compliance and user experience by altering the user relationship/perception to the product.</a:t>
            </a:r>
          </a:p>
          <a:p>
            <a:pPr marL="0" indent="0">
              <a:buNone/>
            </a:pPr>
            <a:r>
              <a:rPr lang="en-US" dirty="0"/>
              <a:t>Apple Watch exercise rings deliberately use a data visualization model (donut chart) that the eye doesn’t process as accurately.</a:t>
            </a:r>
          </a:p>
          <a:p>
            <a:pPr lvl="2"/>
            <a:r>
              <a:rPr lang="en-US" dirty="0"/>
              <a:t>“You need 5,000 more steps” is a much more daunting figure than a half-filled ring.</a:t>
            </a:r>
          </a:p>
          <a:p>
            <a:pPr marL="0" indent="0">
              <a:buNone/>
            </a:pPr>
            <a:r>
              <a:rPr lang="en-US" dirty="0"/>
              <a:t>The end user’s goal isn’t necessarily data-driven, they just want to see their status quickly. </a:t>
            </a:r>
          </a:p>
        </p:txBody>
      </p:sp>
      <p:sp>
        <p:nvSpPr>
          <p:cNvPr id="5" name="Slide Number Placeholder 4">
            <a:extLst>
              <a:ext uri="{FF2B5EF4-FFF2-40B4-BE49-F238E27FC236}">
                <a16:creationId xmlns:a16="http://schemas.microsoft.com/office/drawing/2014/main" id="{4EAA442C-1BDD-9144-6BBC-6D3A082E8326}"/>
              </a:ext>
            </a:extLst>
          </p:cNvPr>
          <p:cNvSpPr>
            <a:spLocks noGrp="1"/>
          </p:cNvSpPr>
          <p:nvPr>
            <p:ph type="sldNum" sz="quarter" idx="22"/>
          </p:nvPr>
        </p:nvSpPr>
        <p:spPr/>
        <p:txBody>
          <a:bodyPr/>
          <a:lstStyle/>
          <a:p>
            <a:fld id="{294A09A9-5501-47C1-A89A-A340965A2BE2}" type="slidenum">
              <a:rPr lang="en-US" smtClean="0"/>
              <a:pPr/>
              <a:t>11</a:t>
            </a:fld>
            <a:endParaRPr lang="en-US" dirty="0"/>
          </a:p>
        </p:txBody>
      </p:sp>
      <p:pic>
        <p:nvPicPr>
          <p:cNvPr id="9" name="Picture 8" descr="A screenshot of a smart watch&#10;&#10;Description automatically generated">
            <a:extLst>
              <a:ext uri="{FF2B5EF4-FFF2-40B4-BE49-F238E27FC236}">
                <a16:creationId xmlns:a16="http://schemas.microsoft.com/office/drawing/2014/main" id="{4C50CA8D-6C88-8408-30A3-96A638FB28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3329" y="4317848"/>
            <a:ext cx="3048495" cy="2262023"/>
          </a:xfrm>
          <a:prstGeom prst="rect">
            <a:avLst/>
          </a:prstGeom>
          <a:effectLst>
            <a:outerShdw blurRad="63500" sx="102000" sy="102000" algn="ctr" rotWithShape="0">
              <a:prstClr val="black">
                <a:alpha val="40000"/>
              </a:prstClr>
            </a:outerShdw>
          </a:effectLst>
        </p:spPr>
      </p:pic>
      <p:pic>
        <p:nvPicPr>
          <p:cNvPr id="11" name="Picture 10" descr="A person holding a device&#10;&#10;Description automatically generated">
            <a:extLst>
              <a:ext uri="{FF2B5EF4-FFF2-40B4-BE49-F238E27FC236}">
                <a16:creationId xmlns:a16="http://schemas.microsoft.com/office/drawing/2014/main" id="{19A906A5-493C-D93C-65B4-848318CC5C7F}"/>
              </a:ext>
            </a:extLst>
          </p:cNvPr>
          <p:cNvPicPr>
            <a:picLocks noChangeAspect="1"/>
          </p:cNvPicPr>
          <p:nvPr/>
        </p:nvPicPr>
        <p:blipFill rotWithShape="1">
          <a:blip r:embed="rId4">
            <a:alphaModFix amt="85000"/>
            <a:extLst>
              <a:ext uri="{28A0092B-C50C-407E-A947-70E740481C1C}">
                <a14:useLocalDpi xmlns:a14="http://schemas.microsoft.com/office/drawing/2010/main" val="0"/>
              </a:ext>
            </a:extLst>
          </a:blip>
          <a:srcRect l="9772" t="15441" r="9190" b="11038"/>
          <a:stretch/>
        </p:blipFill>
        <p:spPr>
          <a:xfrm>
            <a:off x="3654152" y="4423313"/>
            <a:ext cx="2377078" cy="2156558"/>
          </a:xfrm>
          <a:prstGeom prst="rect">
            <a:avLst/>
          </a:prstGeom>
          <a:effectLst>
            <a:outerShdw blurRad="63500" sx="102000" sy="102000" algn="ctr" rotWithShape="0">
              <a:prstClr val="black">
                <a:alpha val="40000"/>
              </a:prstClr>
            </a:outerShdw>
          </a:effectLst>
        </p:spPr>
      </p:pic>
      <p:cxnSp>
        <p:nvCxnSpPr>
          <p:cNvPr id="13" name="Straight Arrow Connector 12">
            <a:extLst>
              <a:ext uri="{FF2B5EF4-FFF2-40B4-BE49-F238E27FC236}">
                <a16:creationId xmlns:a16="http://schemas.microsoft.com/office/drawing/2014/main" id="{9CD95122-A10E-C951-6D69-4F22F52BD060}"/>
              </a:ext>
            </a:extLst>
          </p:cNvPr>
          <p:cNvCxnSpPr/>
          <p:nvPr/>
        </p:nvCxnSpPr>
        <p:spPr>
          <a:xfrm>
            <a:off x="6210795" y="5569527"/>
            <a:ext cx="1175657"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593128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Stethoscope with cable making heart monitor shape">
            <a:extLst>
              <a:ext uri="{FF2B5EF4-FFF2-40B4-BE49-F238E27FC236}">
                <a16:creationId xmlns:a16="http://schemas.microsoft.com/office/drawing/2014/main" id="{FC5A8162-4905-26B9-01C6-5436A46737DE}"/>
              </a:ext>
            </a:extLst>
          </p:cNvPr>
          <p:cNvPicPr>
            <a:picLocks noGrp="1" noChangeAspect="1"/>
          </p:cNvPicPr>
          <p:nvPr>
            <p:ph type="pic" sz="quarter" idx="13"/>
          </p:nvPr>
        </p:nvPicPr>
        <p:blipFill>
          <a:blip r:embed="rId3">
            <a:extLst>
              <a:ext uri="{BEBA8EAE-BF5A-486C-A8C5-ECC9F3942E4B}">
                <a14:imgProps xmlns:a14="http://schemas.microsoft.com/office/drawing/2010/main">
                  <a14:imgLayer r:embed="rId4">
                    <a14:imgEffect>
                      <a14:artisticLightScreen/>
                    </a14:imgEffect>
                    <a14:imgEffect>
                      <a14:brightnessContrast bright="-62000" contrast="-49000"/>
                    </a14:imgEffect>
                  </a14:imgLayer>
                </a14:imgProps>
              </a:ext>
              <a:ext uri="{28A0092B-C50C-407E-A947-70E740481C1C}">
                <a14:useLocalDpi xmlns:a14="http://schemas.microsoft.com/office/drawing/2010/main" val="0"/>
              </a:ext>
            </a:extLst>
          </a:blip>
          <a:srcRect t="6132" b="6132"/>
          <a:stretch>
            <a:fillRect/>
          </a:stretch>
        </p:blipFill>
        <p:spPr/>
      </p:pic>
      <p:sp>
        <p:nvSpPr>
          <p:cNvPr id="3" name="Title 2">
            <a:extLst>
              <a:ext uri="{FF2B5EF4-FFF2-40B4-BE49-F238E27FC236}">
                <a16:creationId xmlns:a16="http://schemas.microsoft.com/office/drawing/2014/main" id="{CFF5C2B1-2F6E-1465-D1D1-95DB524138E9}"/>
              </a:ext>
            </a:extLst>
          </p:cNvPr>
          <p:cNvSpPr>
            <a:spLocks noGrp="1"/>
          </p:cNvSpPr>
          <p:nvPr>
            <p:ph type="title"/>
          </p:nvPr>
        </p:nvSpPr>
        <p:spPr>
          <a:effectLst>
            <a:outerShdw blurRad="63500" sx="102000" sy="102000" algn="ctr" rotWithShape="0">
              <a:prstClr val="black">
                <a:alpha val="40000"/>
              </a:prstClr>
            </a:outerShdw>
          </a:effectLst>
        </p:spPr>
        <p:txBody>
          <a:bodyPr/>
          <a:lstStyle/>
          <a:p>
            <a:r>
              <a:rPr lang="en-US" dirty="0"/>
              <a:t>UX </a:t>
            </a:r>
            <a:r>
              <a:rPr lang="en-US" dirty="0">
                <a:effectLst>
                  <a:outerShdw blurRad="63500" sx="102000" sy="102000" algn="ctr" rotWithShape="0">
                    <a:prstClr val="black">
                      <a:alpha val="40000"/>
                    </a:prstClr>
                  </a:outerShdw>
                </a:effectLst>
              </a:rPr>
              <a:t>Metrics</a:t>
            </a:r>
            <a:r>
              <a:rPr lang="en-US" dirty="0"/>
              <a:t> for Med Devices</a:t>
            </a:r>
          </a:p>
        </p:txBody>
      </p:sp>
    </p:spTree>
    <p:extLst>
      <p:ext uri="{BB962C8B-B14F-4D97-AF65-F5344CB8AC3E}">
        <p14:creationId xmlns:p14="http://schemas.microsoft.com/office/powerpoint/2010/main" val="1752769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6FD2558-3AA7-42F9-A3AA-E24C8727E0B0}"/>
              </a:ext>
            </a:extLst>
          </p:cNvPr>
          <p:cNvSpPr>
            <a:spLocks noGrp="1"/>
          </p:cNvSpPr>
          <p:nvPr>
            <p:ph type="title"/>
          </p:nvPr>
        </p:nvSpPr>
        <p:spPr/>
        <p:txBody>
          <a:bodyPr/>
          <a:lstStyle/>
          <a:p>
            <a:r>
              <a:rPr lang="en-US" dirty="0"/>
              <a:t>Why create our own metrics for UX?</a:t>
            </a:r>
          </a:p>
        </p:txBody>
      </p:sp>
      <p:sp>
        <p:nvSpPr>
          <p:cNvPr id="6" name="Content Placeholder 5">
            <a:extLst>
              <a:ext uri="{FF2B5EF4-FFF2-40B4-BE49-F238E27FC236}">
                <a16:creationId xmlns:a16="http://schemas.microsoft.com/office/drawing/2014/main" id="{76C13295-EE7D-65D9-C1F9-6A9956DCBFB5}"/>
              </a:ext>
            </a:extLst>
          </p:cNvPr>
          <p:cNvSpPr>
            <a:spLocks noGrp="1"/>
          </p:cNvSpPr>
          <p:nvPr>
            <p:ph sz="quarter" idx="13"/>
          </p:nvPr>
        </p:nvSpPr>
        <p:spPr>
          <a:xfrm>
            <a:off x="1294544" y="2282008"/>
            <a:ext cx="10173556" cy="3699328"/>
          </a:xfrm>
        </p:spPr>
        <p:txBody>
          <a:bodyPr>
            <a:normAutofit fontScale="92500"/>
          </a:bodyPr>
          <a:lstStyle/>
          <a:p>
            <a:pPr marL="0" indent="0">
              <a:buNone/>
            </a:pPr>
            <a:r>
              <a:rPr lang="en-US" sz="2400" b="1" dirty="0"/>
              <a:t>Standardization: </a:t>
            </a:r>
            <a:r>
              <a:rPr lang="en-US" sz="2400" dirty="0"/>
              <a:t>Ensures repeatability and applicability of an A/B assessment for future iterations.</a:t>
            </a:r>
          </a:p>
          <a:p>
            <a:pPr marL="0" indent="0">
              <a:buNone/>
            </a:pPr>
            <a:r>
              <a:rPr lang="en-US" sz="2400" b="1" dirty="0"/>
              <a:t>Communication: </a:t>
            </a:r>
            <a:r>
              <a:rPr lang="en-US" sz="2400" dirty="0"/>
              <a:t>Translating qualitative data into quantitative values (scores, percentages) that may be more easily understood at a cross-functional level.</a:t>
            </a:r>
          </a:p>
          <a:p>
            <a:pPr marL="0" indent="0">
              <a:buNone/>
            </a:pPr>
            <a:r>
              <a:rPr lang="en-US" sz="2400" b="1" dirty="0"/>
              <a:t>Adaptability:</a:t>
            </a:r>
            <a:r>
              <a:rPr lang="en-US" sz="2400" dirty="0"/>
              <a:t> Many UX measures/assessments are broad and generalized. These scoring systems may not account for needs specific to ZOLL and our users.</a:t>
            </a:r>
          </a:p>
          <a:p>
            <a:pPr marL="0" indent="0">
              <a:buNone/>
            </a:pPr>
            <a:endParaRPr lang="en-US" sz="2400" dirty="0"/>
          </a:p>
          <a:p>
            <a:pPr marL="0" indent="0" algn="ctr">
              <a:buNone/>
            </a:pPr>
            <a:r>
              <a:rPr lang="en-US" sz="2400" dirty="0"/>
              <a:t>Any other reasons?</a:t>
            </a:r>
          </a:p>
        </p:txBody>
      </p:sp>
      <p:sp>
        <p:nvSpPr>
          <p:cNvPr id="4" name="Slide Number Placeholder 3">
            <a:extLst>
              <a:ext uri="{FF2B5EF4-FFF2-40B4-BE49-F238E27FC236}">
                <a16:creationId xmlns:a16="http://schemas.microsoft.com/office/drawing/2014/main" id="{29571527-EECF-7410-49C8-0FBB32125E11}"/>
              </a:ext>
            </a:extLst>
          </p:cNvPr>
          <p:cNvSpPr>
            <a:spLocks noGrp="1"/>
          </p:cNvSpPr>
          <p:nvPr>
            <p:ph type="sldNum" sz="quarter" idx="22"/>
          </p:nvPr>
        </p:nvSpPr>
        <p:spPr/>
        <p:txBody>
          <a:bodyPr/>
          <a:lstStyle/>
          <a:p>
            <a:fld id="{294A09A9-5501-47C1-A89A-A340965A2BE2}" type="slidenum">
              <a:rPr lang="en-US" smtClean="0"/>
              <a:pPr/>
              <a:t>13</a:t>
            </a:fld>
            <a:endParaRPr lang="en-US" dirty="0">
              <a:latin typeface="+mn-lt"/>
            </a:endParaRPr>
          </a:p>
        </p:txBody>
      </p:sp>
    </p:spTree>
    <p:extLst>
      <p:ext uri="{BB962C8B-B14F-4D97-AF65-F5344CB8AC3E}">
        <p14:creationId xmlns:p14="http://schemas.microsoft.com/office/powerpoint/2010/main" val="3398779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6C2DB-09FE-93FB-356E-A3FD3578A770}"/>
              </a:ext>
            </a:extLst>
          </p:cNvPr>
          <p:cNvSpPr>
            <a:spLocks noGrp="1"/>
          </p:cNvSpPr>
          <p:nvPr>
            <p:ph type="title"/>
          </p:nvPr>
        </p:nvSpPr>
        <p:spPr/>
        <p:txBody>
          <a:bodyPr/>
          <a:lstStyle/>
          <a:p>
            <a:r>
              <a:rPr lang="en-US" dirty="0"/>
              <a:t>Metric Development Process (Dani &amp; Nou)</a:t>
            </a:r>
          </a:p>
        </p:txBody>
      </p:sp>
      <p:graphicFrame>
        <p:nvGraphicFramePr>
          <p:cNvPr id="4" name="Diagram 3">
            <a:extLst>
              <a:ext uri="{FF2B5EF4-FFF2-40B4-BE49-F238E27FC236}">
                <a16:creationId xmlns:a16="http://schemas.microsoft.com/office/drawing/2014/main" id="{BB3AF84C-A8BF-140A-73A5-ECE20E3338F5}"/>
              </a:ext>
            </a:extLst>
          </p:cNvPr>
          <p:cNvGraphicFramePr/>
          <p:nvPr>
            <p:extLst>
              <p:ext uri="{D42A27DB-BD31-4B8C-83A1-F6EECF244321}">
                <p14:modId xmlns:p14="http://schemas.microsoft.com/office/powerpoint/2010/main" val="4267943316"/>
              </p:ext>
            </p:extLst>
          </p:nvPr>
        </p:nvGraphicFramePr>
        <p:xfrm>
          <a:off x="594360" y="2198353"/>
          <a:ext cx="11003280" cy="41338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a:extLst>
              <a:ext uri="{FF2B5EF4-FFF2-40B4-BE49-F238E27FC236}">
                <a16:creationId xmlns:a16="http://schemas.microsoft.com/office/drawing/2014/main" id="{4A552125-F299-372F-C7D4-C95573F0010E}"/>
              </a:ext>
            </a:extLst>
          </p:cNvPr>
          <p:cNvSpPr>
            <a:spLocks noGrp="1"/>
          </p:cNvSpPr>
          <p:nvPr>
            <p:ph type="sldNum" sz="quarter" idx="12"/>
          </p:nvPr>
        </p:nvSpPr>
        <p:spPr/>
        <p:txBody>
          <a:bodyPr/>
          <a:lstStyle/>
          <a:p>
            <a:fld id="{294A09A9-5501-47C1-A89A-A340965A2BE2}" type="slidenum">
              <a:rPr lang="en-US" smtClean="0"/>
              <a:pPr/>
              <a:t>14</a:t>
            </a:fld>
            <a:endParaRPr lang="en-US" dirty="0">
              <a:latin typeface="+mn-lt"/>
            </a:endParaRPr>
          </a:p>
        </p:txBody>
      </p:sp>
      <p:grpSp>
        <p:nvGrpSpPr>
          <p:cNvPr id="11" name="Group 10">
            <a:extLst>
              <a:ext uri="{FF2B5EF4-FFF2-40B4-BE49-F238E27FC236}">
                <a16:creationId xmlns:a16="http://schemas.microsoft.com/office/drawing/2014/main" id="{E3B4D82E-40A4-E52E-3EF8-4AF365659DCD}"/>
              </a:ext>
            </a:extLst>
          </p:cNvPr>
          <p:cNvGrpSpPr/>
          <p:nvPr/>
        </p:nvGrpSpPr>
        <p:grpSpPr>
          <a:xfrm>
            <a:off x="2565071" y="2291938"/>
            <a:ext cx="2885273" cy="1287596"/>
            <a:chOff x="2565071" y="2291938"/>
            <a:chExt cx="2885273" cy="1287596"/>
          </a:xfrm>
        </p:grpSpPr>
        <p:sp>
          <p:nvSpPr>
            <p:cNvPr id="7" name="Freeform: Shape 6">
              <a:extLst>
                <a:ext uri="{FF2B5EF4-FFF2-40B4-BE49-F238E27FC236}">
                  <a16:creationId xmlns:a16="http://schemas.microsoft.com/office/drawing/2014/main" id="{2462C233-C4DE-18B0-A569-9136814CC3BD}"/>
                </a:ext>
              </a:extLst>
            </p:cNvPr>
            <p:cNvSpPr/>
            <p:nvPr/>
          </p:nvSpPr>
          <p:spPr>
            <a:xfrm rot="21211899">
              <a:off x="2565071" y="3016746"/>
              <a:ext cx="1425039" cy="562788"/>
            </a:xfrm>
            <a:custGeom>
              <a:avLst/>
              <a:gdLst>
                <a:gd name="connsiteX0" fmla="*/ 1531917 w 1531917"/>
                <a:gd name="connsiteY0" fmla="*/ 0 h 562788"/>
                <a:gd name="connsiteX1" fmla="*/ 866899 w 1531917"/>
                <a:gd name="connsiteY1" fmla="*/ 498764 h 562788"/>
                <a:gd name="connsiteX2" fmla="*/ 0 w 1531917"/>
                <a:gd name="connsiteY2" fmla="*/ 534390 h 562788"/>
              </a:gdLst>
              <a:ahLst/>
              <a:cxnLst>
                <a:cxn ang="0">
                  <a:pos x="connsiteX0" y="connsiteY0"/>
                </a:cxn>
                <a:cxn ang="0">
                  <a:pos x="connsiteX1" y="connsiteY1"/>
                </a:cxn>
                <a:cxn ang="0">
                  <a:pos x="connsiteX2" y="connsiteY2"/>
                </a:cxn>
              </a:cxnLst>
              <a:rect l="l" t="t" r="r" b="b"/>
              <a:pathLst>
                <a:path w="1531917" h="562788">
                  <a:moveTo>
                    <a:pt x="1531917" y="0"/>
                  </a:moveTo>
                  <a:cubicBezTo>
                    <a:pt x="1327067" y="204849"/>
                    <a:pt x="1122218" y="409699"/>
                    <a:pt x="866899" y="498764"/>
                  </a:cubicBezTo>
                  <a:cubicBezTo>
                    <a:pt x="611579" y="587829"/>
                    <a:pt x="140525" y="568037"/>
                    <a:pt x="0" y="534390"/>
                  </a:cubicBezTo>
                </a:path>
              </a:pathLst>
            </a:custGeom>
            <a:noFill/>
            <a:ln w="38100">
              <a:solidFill>
                <a:srgbClr val="C00000"/>
              </a:solidFill>
              <a:headEnd type="none" w="med" len="med"/>
              <a:tailEnd type="triangle" w="med" len="med"/>
              <a:extLst>
                <a:ext uri="{C807C97D-BFC1-408E-A445-0C87EB9F89A2}">
                  <ask:lineSketchStyleProps xmlns:ask="http://schemas.microsoft.com/office/drawing/2018/sketchyshapes" sd="697022472">
                    <a:custGeom>
                      <a:avLst/>
                      <a:gdLst>
                        <a:gd name="connsiteX0" fmla="*/ 1425039 w 1425039"/>
                        <a:gd name="connsiteY0" fmla="*/ 0 h 562788"/>
                        <a:gd name="connsiteX1" fmla="*/ 806417 w 1425039"/>
                        <a:gd name="connsiteY1" fmla="*/ 498764 h 562788"/>
                        <a:gd name="connsiteX2" fmla="*/ 0 w 1425039"/>
                        <a:gd name="connsiteY2" fmla="*/ 534390 h 562788"/>
                      </a:gdLst>
                      <a:ahLst/>
                      <a:cxnLst>
                        <a:cxn ang="0">
                          <a:pos x="connsiteX0" y="connsiteY0"/>
                        </a:cxn>
                        <a:cxn ang="0">
                          <a:pos x="connsiteX1" y="connsiteY1"/>
                        </a:cxn>
                        <a:cxn ang="0">
                          <a:pos x="connsiteX2" y="connsiteY2"/>
                        </a:cxn>
                      </a:cxnLst>
                      <a:rect l="l" t="t" r="r" b="b"/>
                      <a:pathLst>
                        <a:path w="1425039" h="562788" extrusionOk="0">
                          <a:moveTo>
                            <a:pt x="1425039" y="0"/>
                          </a:moveTo>
                          <a:cubicBezTo>
                            <a:pt x="1246229" y="219765"/>
                            <a:pt x="1057734" y="451300"/>
                            <a:pt x="806417" y="498764"/>
                          </a:cubicBezTo>
                          <a:cubicBezTo>
                            <a:pt x="549948" y="570339"/>
                            <a:pt x="148125" y="567738"/>
                            <a:pt x="0" y="534390"/>
                          </a:cubicBezTo>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ED621BA-B1E6-244D-1929-57D452436DD8}"/>
                </a:ext>
              </a:extLst>
            </p:cNvPr>
            <p:cNvSpPr txBox="1"/>
            <p:nvPr/>
          </p:nvSpPr>
          <p:spPr>
            <a:xfrm>
              <a:off x="3099460" y="2291938"/>
              <a:ext cx="2350884" cy="715089"/>
            </a:xfrm>
            <a:prstGeom prst="flowChartAlternateProcess">
              <a:avLst/>
            </a:prstGeom>
            <a:solidFill>
              <a:schemeClr val="tx1"/>
            </a:solidFill>
            <a:ln w="38100">
              <a:solidFill>
                <a:srgbClr val="C00000"/>
              </a:solidFill>
            </a:ln>
          </p:spPr>
          <p:txBody>
            <a:bodyPr wrap="none" rtlCol="0">
              <a:spAutoFit/>
            </a:bodyPr>
            <a:lstStyle/>
            <a:p>
              <a:r>
                <a:rPr lang="en-US" b="1" dirty="0">
                  <a:solidFill>
                    <a:srgbClr val="C00000"/>
                  </a:solidFill>
                  <a:latin typeface="Ink Free" panose="03080402000500000000" pitchFamily="66" charset="0"/>
                  <a:cs typeface="Dreaming Outloud Pro" panose="020F0502020204030204" pitchFamily="66" charset="0"/>
                </a:rPr>
                <a:t>Might include stages </a:t>
              </a:r>
              <a:br>
                <a:rPr lang="en-US" b="1" dirty="0">
                  <a:solidFill>
                    <a:srgbClr val="C00000"/>
                  </a:solidFill>
                  <a:latin typeface="Ink Free" panose="03080402000500000000" pitchFamily="66" charset="0"/>
                  <a:cs typeface="Dreaming Outloud Pro" panose="020F0502020204030204" pitchFamily="66" charset="0"/>
                </a:rPr>
              </a:br>
              <a:r>
                <a:rPr lang="en-US" b="1" dirty="0">
                  <a:solidFill>
                    <a:srgbClr val="C00000"/>
                  </a:solidFill>
                  <a:latin typeface="Ink Free" panose="03080402000500000000" pitchFamily="66" charset="0"/>
                  <a:cs typeface="Dreaming Outloud Pro" panose="020F0502020204030204" pitchFamily="66" charset="0"/>
                </a:rPr>
                <a:t>with different users.</a:t>
              </a:r>
            </a:p>
          </p:txBody>
        </p:sp>
      </p:grpSp>
      <p:grpSp>
        <p:nvGrpSpPr>
          <p:cNvPr id="10" name="Group 9">
            <a:extLst>
              <a:ext uri="{FF2B5EF4-FFF2-40B4-BE49-F238E27FC236}">
                <a16:creationId xmlns:a16="http://schemas.microsoft.com/office/drawing/2014/main" id="{8903B855-EFBC-937D-F4E8-04A41B7B7533}"/>
              </a:ext>
            </a:extLst>
          </p:cNvPr>
          <p:cNvGrpSpPr/>
          <p:nvPr/>
        </p:nvGrpSpPr>
        <p:grpSpPr>
          <a:xfrm>
            <a:off x="3099460" y="2434442"/>
            <a:ext cx="7077694" cy="3336966"/>
            <a:chOff x="3099460" y="2434442"/>
            <a:chExt cx="7077694" cy="3336966"/>
          </a:xfrm>
        </p:grpSpPr>
        <p:sp>
          <p:nvSpPr>
            <p:cNvPr id="8" name="Rectangle 7">
              <a:extLst>
                <a:ext uri="{FF2B5EF4-FFF2-40B4-BE49-F238E27FC236}">
                  <a16:creationId xmlns:a16="http://schemas.microsoft.com/office/drawing/2014/main" id="{B0004A75-AF62-7C04-60DB-43B0C0F2D43E}"/>
                </a:ext>
              </a:extLst>
            </p:cNvPr>
            <p:cNvSpPr/>
            <p:nvPr/>
          </p:nvSpPr>
          <p:spPr>
            <a:xfrm>
              <a:off x="3099460" y="4773881"/>
              <a:ext cx="7077694" cy="997527"/>
            </a:xfrm>
            <a:prstGeom prst="rect">
              <a:avLst/>
            </a:prstGeom>
            <a:solidFill>
              <a:schemeClr val="tx1">
                <a:alpha val="7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9663CCB-9863-01FD-01DF-06FFAE893B5E}"/>
                </a:ext>
              </a:extLst>
            </p:cNvPr>
            <p:cNvSpPr/>
            <p:nvPr/>
          </p:nvSpPr>
          <p:spPr>
            <a:xfrm>
              <a:off x="5700156" y="2434442"/>
              <a:ext cx="2474572" cy="1253703"/>
            </a:xfrm>
            <a:prstGeom prst="rect">
              <a:avLst/>
            </a:prstGeom>
            <a:solidFill>
              <a:schemeClr val="tx1">
                <a:alpha val="7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36816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6C2DB-09FE-93FB-356E-A3FD3578A770}"/>
              </a:ext>
            </a:extLst>
          </p:cNvPr>
          <p:cNvSpPr>
            <a:spLocks noGrp="1"/>
          </p:cNvSpPr>
          <p:nvPr>
            <p:ph type="title"/>
          </p:nvPr>
        </p:nvSpPr>
        <p:spPr/>
        <p:txBody>
          <a:bodyPr/>
          <a:lstStyle/>
          <a:p>
            <a:r>
              <a:rPr lang="en-US" dirty="0"/>
              <a:t>Metric Development Process (Dani &amp; Nou)</a:t>
            </a:r>
          </a:p>
        </p:txBody>
      </p:sp>
      <p:graphicFrame>
        <p:nvGraphicFramePr>
          <p:cNvPr id="4" name="Diagram 3">
            <a:extLst>
              <a:ext uri="{FF2B5EF4-FFF2-40B4-BE49-F238E27FC236}">
                <a16:creationId xmlns:a16="http://schemas.microsoft.com/office/drawing/2014/main" id="{BB3AF84C-A8BF-140A-73A5-ECE20E3338F5}"/>
              </a:ext>
            </a:extLst>
          </p:cNvPr>
          <p:cNvGraphicFramePr/>
          <p:nvPr/>
        </p:nvGraphicFramePr>
        <p:xfrm>
          <a:off x="594360" y="2198353"/>
          <a:ext cx="11003280" cy="41338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a:extLst>
              <a:ext uri="{FF2B5EF4-FFF2-40B4-BE49-F238E27FC236}">
                <a16:creationId xmlns:a16="http://schemas.microsoft.com/office/drawing/2014/main" id="{4A552125-F299-372F-C7D4-C95573F0010E}"/>
              </a:ext>
            </a:extLst>
          </p:cNvPr>
          <p:cNvSpPr>
            <a:spLocks noGrp="1"/>
          </p:cNvSpPr>
          <p:nvPr>
            <p:ph type="sldNum" sz="quarter" idx="12"/>
          </p:nvPr>
        </p:nvSpPr>
        <p:spPr/>
        <p:txBody>
          <a:bodyPr/>
          <a:lstStyle/>
          <a:p>
            <a:fld id="{294A09A9-5501-47C1-A89A-A340965A2BE2}" type="slidenum">
              <a:rPr lang="en-US" smtClean="0"/>
              <a:pPr/>
              <a:t>15</a:t>
            </a:fld>
            <a:endParaRPr lang="en-US" dirty="0">
              <a:latin typeface="+mn-lt"/>
            </a:endParaRPr>
          </a:p>
        </p:txBody>
      </p:sp>
      <p:grpSp>
        <p:nvGrpSpPr>
          <p:cNvPr id="11" name="Group 10">
            <a:extLst>
              <a:ext uri="{FF2B5EF4-FFF2-40B4-BE49-F238E27FC236}">
                <a16:creationId xmlns:a16="http://schemas.microsoft.com/office/drawing/2014/main" id="{E3B4D82E-40A4-E52E-3EF8-4AF365659DCD}"/>
              </a:ext>
            </a:extLst>
          </p:cNvPr>
          <p:cNvGrpSpPr/>
          <p:nvPr/>
        </p:nvGrpSpPr>
        <p:grpSpPr>
          <a:xfrm>
            <a:off x="5949631" y="3045381"/>
            <a:ext cx="4622777" cy="3146143"/>
            <a:chOff x="5949631" y="3045381"/>
            <a:chExt cx="4622777" cy="3146143"/>
          </a:xfrm>
        </p:grpSpPr>
        <p:sp>
          <p:nvSpPr>
            <p:cNvPr id="7" name="Freeform: Shape 6">
              <a:extLst>
                <a:ext uri="{FF2B5EF4-FFF2-40B4-BE49-F238E27FC236}">
                  <a16:creationId xmlns:a16="http://schemas.microsoft.com/office/drawing/2014/main" id="{2462C233-C4DE-18B0-A569-9136814CC3BD}"/>
                </a:ext>
              </a:extLst>
            </p:cNvPr>
            <p:cNvSpPr/>
            <p:nvPr/>
          </p:nvSpPr>
          <p:spPr>
            <a:xfrm rot="13148896">
              <a:off x="7875417" y="3045381"/>
              <a:ext cx="1425039" cy="562788"/>
            </a:xfrm>
            <a:custGeom>
              <a:avLst/>
              <a:gdLst>
                <a:gd name="connsiteX0" fmla="*/ 1531917 w 1531917"/>
                <a:gd name="connsiteY0" fmla="*/ 0 h 562788"/>
                <a:gd name="connsiteX1" fmla="*/ 866899 w 1531917"/>
                <a:gd name="connsiteY1" fmla="*/ 498764 h 562788"/>
                <a:gd name="connsiteX2" fmla="*/ 0 w 1531917"/>
                <a:gd name="connsiteY2" fmla="*/ 534390 h 562788"/>
              </a:gdLst>
              <a:ahLst/>
              <a:cxnLst>
                <a:cxn ang="0">
                  <a:pos x="connsiteX0" y="connsiteY0"/>
                </a:cxn>
                <a:cxn ang="0">
                  <a:pos x="connsiteX1" y="connsiteY1"/>
                </a:cxn>
                <a:cxn ang="0">
                  <a:pos x="connsiteX2" y="connsiteY2"/>
                </a:cxn>
              </a:cxnLst>
              <a:rect l="l" t="t" r="r" b="b"/>
              <a:pathLst>
                <a:path w="1531917" h="562788">
                  <a:moveTo>
                    <a:pt x="1531917" y="0"/>
                  </a:moveTo>
                  <a:cubicBezTo>
                    <a:pt x="1327067" y="204849"/>
                    <a:pt x="1122218" y="409699"/>
                    <a:pt x="866899" y="498764"/>
                  </a:cubicBezTo>
                  <a:cubicBezTo>
                    <a:pt x="611579" y="587829"/>
                    <a:pt x="140525" y="568037"/>
                    <a:pt x="0" y="534390"/>
                  </a:cubicBezTo>
                </a:path>
              </a:pathLst>
            </a:custGeom>
            <a:noFill/>
            <a:ln w="38100">
              <a:solidFill>
                <a:srgbClr val="C00000"/>
              </a:solidFill>
              <a:headEnd type="none" w="med" len="med"/>
              <a:tailEnd type="triangle" w="med" len="med"/>
              <a:extLst>
                <a:ext uri="{C807C97D-BFC1-408E-A445-0C87EB9F89A2}">
                  <ask:lineSketchStyleProps xmlns:ask="http://schemas.microsoft.com/office/drawing/2018/sketchyshapes" sd="697022472">
                    <a:custGeom>
                      <a:avLst/>
                      <a:gdLst>
                        <a:gd name="connsiteX0" fmla="*/ 1425039 w 1425039"/>
                        <a:gd name="connsiteY0" fmla="*/ 0 h 562788"/>
                        <a:gd name="connsiteX1" fmla="*/ 806417 w 1425039"/>
                        <a:gd name="connsiteY1" fmla="*/ 498764 h 562788"/>
                        <a:gd name="connsiteX2" fmla="*/ 0 w 1425039"/>
                        <a:gd name="connsiteY2" fmla="*/ 534390 h 562788"/>
                      </a:gdLst>
                      <a:ahLst/>
                      <a:cxnLst>
                        <a:cxn ang="0">
                          <a:pos x="connsiteX0" y="connsiteY0"/>
                        </a:cxn>
                        <a:cxn ang="0">
                          <a:pos x="connsiteX1" y="connsiteY1"/>
                        </a:cxn>
                        <a:cxn ang="0">
                          <a:pos x="connsiteX2" y="connsiteY2"/>
                        </a:cxn>
                      </a:cxnLst>
                      <a:rect l="l" t="t" r="r" b="b"/>
                      <a:pathLst>
                        <a:path w="1425039" h="562788" extrusionOk="0">
                          <a:moveTo>
                            <a:pt x="1425039" y="0"/>
                          </a:moveTo>
                          <a:cubicBezTo>
                            <a:pt x="1246229" y="219765"/>
                            <a:pt x="1057734" y="451300"/>
                            <a:pt x="806417" y="498764"/>
                          </a:cubicBezTo>
                          <a:cubicBezTo>
                            <a:pt x="549948" y="570339"/>
                            <a:pt x="148125" y="567738"/>
                            <a:pt x="0" y="534390"/>
                          </a:cubicBezTo>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8ED621BA-B1E6-244D-1929-57D452436DD8}"/>
                </a:ext>
              </a:extLst>
            </p:cNvPr>
            <p:cNvSpPr txBox="1"/>
            <p:nvPr/>
          </p:nvSpPr>
          <p:spPr>
            <a:xfrm>
              <a:off x="5949631" y="5476435"/>
              <a:ext cx="4622777" cy="715089"/>
            </a:xfrm>
            <a:prstGeom prst="flowChartAlternateProcess">
              <a:avLst/>
            </a:prstGeom>
            <a:solidFill>
              <a:schemeClr val="tx1"/>
            </a:solidFill>
            <a:ln w="38100">
              <a:solidFill>
                <a:srgbClr val="C00000"/>
              </a:solidFill>
            </a:ln>
          </p:spPr>
          <p:txBody>
            <a:bodyPr wrap="none" rtlCol="0">
              <a:spAutoFit/>
            </a:bodyPr>
            <a:lstStyle/>
            <a:p>
              <a:r>
                <a:rPr lang="en-US" b="1" dirty="0">
                  <a:solidFill>
                    <a:srgbClr val="C00000"/>
                  </a:solidFill>
                  <a:latin typeface="Ink Free" panose="03080402000500000000" pitchFamily="66" charset="0"/>
                  <a:cs typeface="Dreaming Outloud Pro" panose="020F0502020204030204" pitchFamily="66" charset="0"/>
                </a:rPr>
                <a:t>Feedback Loop: Use dry runs/guerilla testing </a:t>
              </a:r>
              <a:br>
                <a:rPr lang="en-US" b="1" dirty="0">
                  <a:solidFill>
                    <a:srgbClr val="C00000"/>
                  </a:solidFill>
                  <a:latin typeface="Ink Free" panose="03080402000500000000" pitchFamily="66" charset="0"/>
                  <a:cs typeface="Dreaming Outloud Pro" panose="020F0502020204030204" pitchFamily="66" charset="0"/>
                </a:rPr>
              </a:br>
              <a:r>
                <a:rPr lang="en-US" b="1" dirty="0">
                  <a:solidFill>
                    <a:srgbClr val="C00000"/>
                  </a:solidFill>
                  <a:latin typeface="Ink Free" panose="03080402000500000000" pitchFamily="66" charset="0"/>
                  <a:cs typeface="Dreaming Outloud Pro" panose="020F0502020204030204" pitchFamily="66" charset="0"/>
                </a:rPr>
                <a:t>to tweak the metric scoring system.</a:t>
              </a:r>
            </a:p>
          </p:txBody>
        </p:sp>
      </p:grpSp>
      <p:grpSp>
        <p:nvGrpSpPr>
          <p:cNvPr id="10" name="Group 9">
            <a:extLst>
              <a:ext uri="{FF2B5EF4-FFF2-40B4-BE49-F238E27FC236}">
                <a16:creationId xmlns:a16="http://schemas.microsoft.com/office/drawing/2014/main" id="{8903B855-EFBC-937D-F4E8-04A41B7B7533}"/>
              </a:ext>
            </a:extLst>
          </p:cNvPr>
          <p:cNvGrpSpPr/>
          <p:nvPr/>
        </p:nvGrpSpPr>
        <p:grpSpPr>
          <a:xfrm>
            <a:off x="624888" y="2481147"/>
            <a:ext cx="5075268" cy="3290261"/>
            <a:chOff x="624888" y="2481147"/>
            <a:chExt cx="5075268" cy="3290261"/>
          </a:xfrm>
        </p:grpSpPr>
        <p:sp>
          <p:nvSpPr>
            <p:cNvPr id="8" name="Rectangle 7">
              <a:extLst>
                <a:ext uri="{FF2B5EF4-FFF2-40B4-BE49-F238E27FC236}">
                  <a16:creationId xmlns:a16="http://schemas.microsoft.com/office/drawing/2014/main" id="{B0004A75-AF62-7C04-60DB-43B0C0F2D43E}"/>
                </a:ext>
              </a:extLst>
            </p:cNvPr>
            <p:cNvSpPr/>
            <p:nvPr/>
          </p:nvSpPr>
          <p:spPr>
            <a:xfrm>
              <a:off x="3099460" y="4773881"/>
              <a:ext cx="2600696" cy="997527"/>
            </a:xfrm>
            <a:prstGeom prst="rect">
              <a:avLst/>
            </a:prstGeom>
            <a:solidFill>
              <a:schemeClr val="tx1">
                <a:alpha val="7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9663CCB-9863-01FD-01DF-06FFAE893B5E}"/>
                </a:ext>
              </a:extLst>
            </p:cNvPr>
            <p:cNvSpPr/>
            <p:nvPr/>
          </p:nvSpPr>
          <p:spPr>
            <a:xfrm>
              <a:off x="624888" y="2481147"/>
              <a:ext cx="2474572" cy="1253703"/>
            </a:xfrm>
            <a:prstGeom prst="rect">
              <a:avLst/>
            </a:prstGeom>
            <a:solidFill>
              <a:schemeClr val="tx1">
                <a:alpha val="7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Freeform: Shape 5">
            <a:extLst>
              <a:ext uri="{FF2B5EF4-FFF2-40B4-BE49-F238E27FC236}">
                <a16:creationId xmlns:a16="http://schemas.microsoft.com/office/drawing/2014/main" id="{4E2C1904-2246-55EE-98F1-AA2384EE2319}"/>
              </a:ext>
            </a:extLst>
          </p:cNvPr>
          <p:cNvSpPr/>
          <p:nvPr/>
        </p:nvSpPr>
        <p:spPr>
          <a:xfrm rot="3220616">
            <a:off x="7018072" y="4313595"/>
            <a:ext cx="1425039" cy="562788"/>
          </a:xfrm>
          <a:custGeom>
            <a:avLst/>
            <a:gdLst>
              <a:gd name="connsiteX0" fmla="*/ 1531917 w 1531917"/>
              <a:gd name="connsiteY0" fmla="*/ 0 h 562788"/>
              <a:gd name="connsiteX1" fmla="*/ 866899 w 1531917"/>
              <a:gd name="connsiteY1" fmla="*/ 498764 h 562788"/>
              <a:gd name="connsiteX2" fmla="*/ 0 w 1531917"/>
              <a:gd name="connsiteY2" fmla="*/ 534390 h 562788"/>
            </a:gdLst>
            <a:ahLst/>
            <a:cxnLst>
              <a:cxn ang="0">
                <a:pos x="connsiteX0" y="connsiteY0"/>
              </a:cxn>
              <a:cxn ang="0">
                <a:pos x="connsiteX1" y="connsiteY1"/>
              </a:cxn>
              <a:cxn ang="0">
                <a:pos x="connsiteX2" y="connsiteY2"/>
              </a:cxn>
            </a:cxnLst>
            <a:rect l="l" t="t" r="r" b="b"/>
            <a:pathLst>
              <a:path w="1531917" h="562788">
                <a:moveTo>
                  <a:pt x="1531917" y="0"/>
                </a:moveTo>
                <a:cubicBezTo>
                  <a:pt x="1327067" y="204849"/>
                  <a:pt x="1122218" y="409699"/>
                  <a:pt x="866899" y="498764"/>
                </a:cubicBezTo>
                <a:cubicBezTo>
                  <a:pt x="611579" y="587829"/>
                  <a:pt x="140525" y="568037"/>
                  <a:pt x="0" y="534390"/>
                </a:cubicBezTo>
              </a:path>
            </a:pathLst>
          </a:custGeom>
          <a:noFill/>
          <a:ln w="38100">
            <a:solidFill>
              <a:srgbClr val="C00000"/>
            </a:solidFill>
            <a:headEnd type="none" w="med" len="med"/>
            <a:tailEnd type="triangle" w="med" len="med"/>
            <a:extLst>
              <a:ext uri="{C807C97D-BFC1-408E-A445-0C87EB9F89A2}">
                <ask:lineSketchStyleProps xmlns:ask="http://schemas.microsoft.com/office/drawing/2018/sketchyshapes" sd="697022472">
                  <a:custGeom>
                    <a:avLst/>
                    <a:gdLst>
                      <a:gd name="connsiteX0" fmla="*/ 1425039 w 1425039"/>
                      <a:gd name="connsiteY0" fmla="*/ 0 h 562788"/>
                      <a:gd name="connsiteX1" fmla="*/ 806417 w 1425039"/>
                      <a:gd name="connsiteY1" fmla="*/ 498764 h 562788"/>
                      <a:gd name="connsiteX2" fmla="*/ 0 w 1425039"/>
                      <a:gd name="connsiteY2" fmla="*/ 534390 h 562788"/>
                    </a:gdLst>
                    <a:ahLst/>
                    <a:cxnLst>
                      <a:cxn ang="0">
                        <a:pos x="connsiteX0" y="connsiteY0"/>
                      </a:cxn>
                      <a:cxn ang="0">
                        <a:pos x="connsiteX1" y="connsiteY1"/>
                      </a:cxn>
                      <a:cxn ang="0">
                        <a:pos x="connsiteX2" y="connsiteY2"/>
                      </a:cxn>
                    </a:cxnLst>
                    <a:rect l="l" t="t" r="r" b="b"/>
                    <a:pathLst>
                      <a:path w="1425039" h="562788" extrusionOk="0">
                        <a:moveTo>
                          <a:pt x="1425039" y="0"/>
                        </a:moveTo>
                        <a:cubicBezTo>
                          <a:pt x="1246229" y="219765"/>
                          <a:pt x="1057734" y="451300"/>
                          <a:pt x="806417" y="498764"/>
                        </a:cubicBezTo>
                        <a:cubicBezTo>
                          <a:pt x="549948" y="570339"/>
                          <a:pt x="148125" y="567738"/>
                          <a:pt x="0" y="534390"/>
                        </a:cubicBezTo>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95679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3AA46EB-B8F1-7BAD-4847-4D414A534F93}"/>
              </a:ext>
            </a:extLst>
          </p:cNvPr>
          <p:cNvSpPr>
            <a:spLocks noGrp="1"/>
          </p:cNvSpPr>
          <p:nvPr>
            <p:ph type="ctrTitle"/>
          </p:nvPr>
        </p:nvSpPr>
        <p:spPr/>
        <p:txBody>
          <a:bodyPr/>
          <a:lstStyle/>
          <a:p>
            <a:r>
              <a:rPr lang="en-US" dirty="0"/>
              <a:t>Case Study: PCR Test</a:t>
            </a:r>
          </a:p>
        </p:txBody>
      </p:sp>
      <p:sp>
        <p:nvSpPr>
          <p:cNvPr id="6" name="Text Placeholder 5">
            <a:extLst>
              <a:ext uri="{FF2B5EF4-FFF2-40B4-BE49-F238E27FC236}">
                <a16:creationId xmlns:a16="http://schemas.microsoft.com/office/drawing/2014/main" id="{0D24AADB-517C-7575-3D00-2873132CED4C}"/>
              </a:ext>
            </a:extLst>
          </p:cNvPr>
          <p:cNvSpPr>
            <a:spLocks noGrp="1"/>
          </p:cNvSpPr>
          <p:nvPr>
            <p:ph type="body" sz="quarter" idx="11"/>
          </p:nvPr>
        </p:nvSpPr>
        <p:spPr/>
        <p:txBody>
          <a:bodyPr/>
          <a:lstStyle/>
          <a:p>
            <a:r>
              <a:rPr lang="en-US" dirty="0"/>
              <a:t>A rapid diagnostic device in a professional setting.</a:t>
            </a:r>
          </a:p>
        </p:txBody>
      </p:sp>
      <p:sp>
        <p:nvSpPr>
          <p:cNvPr id="4" name="Slide Number Placeholder 3">
            <a:extLst>
              <a:ext uri="{FF2B5EF4-FFF2-40B4-BE49-F238E27FC236}">
                <a16:creationId xmlns:a16="http://schemas.microsoft.com/office/drawing/2014/main" id="{0E75100B-CA71-E55F-2178-A1BF0AE0D7CC}"/>
              </a:ext>
            </a:extLst>
          </p:cNvPr>
          <p:cNvSpPr>
            <a:spLocks noGrp="1"/>
          </p:cNvSpPr>
          <p:nvPr>
            <p:ph type="sldNum" sz="quarter" idx="4294967295"/>
          </p:nvPr>
        </p:nvSpPr>
        <p:spPr>
          <a:xfrm>
            <a:off x="0" y="6332538"/>
            <a:ext cx="523875" cy="247650"/>
          </a:xfrm>
        </p:spPr>
        <p:txBody>
          <a:bodyPr/>
          <a:lstStyle/>
          <a:p>
            <a:fld id="{294A09A9-5501-47C1-A89A-A340965A2BE2}" type="slidenum">
              <a:rPr lang="en-US" smtClean="0"/>
              <a:pPr/>
              <a:t>16</a:t>
            </a:fld>
            <a:endParaRPr lang="en-US" dirty="0"/>
          </a:p>
        </p:txBody>
      </p:sp>
      <p:pic>
        <p:nvPicPr>
          <p:cNvPr id="8" name="Picture 7" descr="A box with a group of vials&#10;&#10;Description automatically generated">
            <a:extLst>
              <a:ext uri="{FF2B5EF4-FFF2-40B4-BE49-F238E27FC236}">
                <a16:creationId xmlns:a16="http://schemas.microsoft.com/office/drawing/2014/main" id="{7341CEB2-78CD-61C5-3C69-F2DBE1A53BFC}"/>
              </a:ext>
            </a:extLst>
          </p:cNvPr>
          <p:cNvPicPr>
            <a:picLocks noChangeAspect="1"/>
          </p:cNvPicPr>
          <p:nvPr/>
        </p:nvPicPr>
        <p:blipFill rotWithShape="1">
          <a:blip r:embed="rId3">
            <a:extLst>
              <a:ext uri="{28A0092B-C50C-407E-A947-70E740481C1C}">
                <a14:useLocalDpi xmlns:a14="http://schemas.microsoft.com/office/drawing/2010/main" val="0"/>
              </a:ext>
            </a:extLst>
          </a:blip>
          <a:srcRect l="9070" t="2380" r="6273" b="2380"/>
          <a:stretch/>
        </p:blipFill>
        <p:spPr>
          <a:xfrm>
            <a:off x="0" y="0"/>
            <a:ext cx="6096000" cy="6858000"/>
          </a:xfrm>
          <a:prstGeom prst="rect">
            <a:avLst/>
          </a:prstGeom>
        </p:spPr>
      </p:pic>
    </p:spTree>
    <p:extLst>
      <p:ext uri="{BB962C8B-B14F-4D97-AF65-F5344CB8AC3E}">
        <p14:creationId xmlns:p14="http://schemas.microsoft.com/office/powerpoint/2010/main" val="4061413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F233906-868B-2395-FE04-340E8ADDC622}"/>
              </a:ext>
            </a:extLst>
          </p:cNvPr>
          <p:cNvSpPr>
            <a:spLocks noGrp="1"/>
          </p:cNvSpPr>
          <p:nvPr>
            <p:ph type="sldNum" sz="quarter" idx="4294967295"/>
          </p:nvPr>
        </p:nvSpPr>
        <p:spPr>
          <a:xfrm>
            <a:off x="0" y="6332538"/>
            <a:ext cx="523875" cy="247650"/>
          </a:xfrm>
        </p:spPr>
        <p:txBody>
          <a:bodyPr/>
          <a:lstStyle/>
          <a:p>
            <a:pPr algn="ctr"/>
            <a:fld id="{294A09A9-5501-47C1-A89A-A340965A2BE2}" type="slidenum">
              <a:rPr lang="en-US" smtClean="0">
                <a:solidFill>
                  <a:schemeClr val="tx1"/>
                </a:solidFill>
              </a:rPr>
              <a:pPr algn="ctr"/>
              <a:t>17</a:t>
            </a:fld>
            <a:endParaRPr lang="en-US" dirty="0">
              <a:solidFill>
                <a:schemeClr val="tx1"/>
              </a:solidFill>
            </a:endParaRPr>
          </a:p>
        </p:txBody>
      </p:sp>
      <p:graphicFrame>
        <p:nvGraphicFramePr>
          <p:cNvPr id="9" name="Diagram 8">
            <a:extLst>
              <a:ext uri="{FF2B5EF4-FFF2-40B4-BE49-F238E27FC236}">
                <a16:creationId xmlns:a16="http://schemas.microsoft.com/office/drawing/2014/main" id="{7618CC34-4C96-4078-9C45-F361E7280C8A}"/>
              </a:ext>
            </a:extLst>
          </p:cNvPr>
          <p:cNvGraphicFramePr/>
          <p:nvPr>
            <p:extLst>
              <p:ext uri="{D42A27DB-BD31-4B8C-83A1-F6EECF244321}">
                <p14:modId xmlns:p14="http://schemas.microsoft.com/office/powerpoint/2010/main" val="3236644566"/>
              </p:ext>
            </p:extLst>
          </p:nvPr>
        </p:nvGraphicFramePr>
        <p:xfrm>
          <a:off x="3047178" y="362197"/>
          <a:ext cx="9326910" cy="62179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itle 1">
            <a:extLst>
              <a:ext uri="{FF2B5EF4-FFF2-40B4-BE49-F238E27FC236}">
                <a16:creationId xmlns:a16="http://schemas.microsoft.com/office/drawing/2014/main" id="{EA30B54C-3DC8-4A68-7CB6-5897B18CA8B3}"/>
              </a:ext>
            </a:extLst>
          </p:cNvPr>
          <p:cNvSpPr>
            <a:spLocks noGrp="1"/>
          </p:cNvSpPr>
          <p:nvPr>
            <p:ph type="title"/>
          </p:nvPr>
        </p:nvSpPr>
        <p:spPr>
          <a:xfrm>
            <a:off x="166255" y="2738620"/>
            <a:ext cx="3047178" cy="1380760"/>
          </a:xfrm>
        </p:spPr>
        <p:txBody>
          <a:bodyPr anchor="ctr"/>
          <a:lstStyle/>
          <a:p>
            <a:r>
              <a:rPr lang="en-US" dirty="0">
                <a:effectLst>
                  <a:outerShdw blurRad="38100" dist="38100" dir="2700000" algn="tl">
                    <a:srgbClr val="000000">
                      <a:alpha val="43137"/>
                    </a:srgbClr>
                  </a:outerShdw>
                </a:effectLst>
              </a:rPr>
              <a:t>1.</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User Journey</a:t>
            </a:r>
          </a:p>
        </p:txBody>
      </p:sp>
    </p:spTree>
    <p:extLst>
      <p:ext uri="{BB962C8B-B14F-4D97-AF65-F5344CB8AC3E}">
        <p14:creationId xmlns:p14="http://schemas.microsoft.com/office/powerpoint/2010/main" val="357573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graphicEl>
                                              <a:dgm id="{AF411514-A8E4-4CF7-BE26-7CAF5B77871F}"/>
                                            </p:graphicEl>
                                          </p:spTgt>
                                        </p:tgtEl>
                                        <p:attrNameLst>
                                          <p:attrName>style.visibility</p:attrName>
                                        </p:attrNameLst>
                                      </p:cBhvr>
                                      <p:to>
                                        <p:strVal val="visible"/>
                                      </p:to>
                                    </p:set>
                                    <p:animEffect transition="in" filter="fade">
                                      <p:cBhvr>
                                        <p:cTn id="7" dur="500"/>
                                        <p:tgtEl>
                                          <p:spTgt spid="9">
                                            <p:graphicEl>
                                              <a:dgm id="{AF411514-A8E4-4CF7-BE26-7CAF5B77871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graphicEl>
                                              <a:dgm id="{092EC8A5-5905-4084-B1C9-B4E5EB2EB60A}"/>
                                            </p:graphicEl>
                                          </p:spTgt>
                                        </p:tgtEl>
                                        <p:attrNameLst>
                                          <p:attrName>style.visibility</p:attrName>
                                        </p:attrNameLst>
                                      </p:cBhvr>
                                      <p:to>
                                        <p:strVal val="visible"/>
                                      </p:to>
                                    </p:set>
                                    <p:animEffect transition="in" filter="fade">
                                      <p:cBhvr>
                                        <p:cTn id="12" dur="500"/>
                                        <p:tgtEl>
                                          <p:spTgt spid="9">
                                            <p:graphicEl>
                                              <a:dgm id="{092EC8A5-5905-4084-B1C9-B4E5EB2EB60A}"/>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graphicEl>
                                              <a:dgm id="{B9211F30-D0A0-4B31-A18D-20E47B535B1C}"/>
                                            </p:graphicEl>
                                          </p:spTgt>
                                        </p:tgtEl>
                                        <p:attrNameLst>
                                          <p:attrName>style.visibility</p:attrName>
                                        </p:attrNameLst>
                                      </p:cBhvr>
                                      <p:to>
                                        <p:strVal val="visible"/>
                                      </p:to>
                                    </p:set>
                                    <p:animEffect transition="in" filter="fade">
                                      <p:cBhvr>
                                        <p:cTn id="17" dur="500"/>
                                        <p:tgtEl>
                                          <p:spTgt spid="9">
                                            <p:graphicEl>
                                              <a:dgm id="{B9211F30-D0A0-4B31-A18D-20E47B535B1C}"/>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graphicEl>
                                              <a:dgm id="{C7BBAF8B-92CD-48CF-AB69-091CC8492986}"/>
                                            </p:graphicEl>
                                          </p:spTgt>
                                        </p:tgtEl>
                                        <p:attrNameLst>
                                          <p:attrName>style.visibility</p:attrName>
                                        </p:attrNameLst>
                                      </p:cBhvr>
                                      <p:to>
                                        <p:strVal val="visible"/>
                                      </p:to>
                                    </p:set>
                                    <p:animEffect transition="in" filter="fade">
                                      <p:cBhvr>
                                        <p:cTn id="22" dur="500"/>
                                        <p:tgtEl>
                                          <p:spTgt spid="9">
                                            <p:graphicEl>
                                              <a:dgm id="{C7BBAF8B-92CD-48CF-AB69-091CC8492986}"/>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graphicEl>
                                              <a:dgm id="{5B43EC62-B0EE-4198-BF01-19F4C5E46EA9}"/>
                                            </p:graphicEl>
                                          </p:spTgt>
                                        </p:tgtEl>
                                        <p:attrNameLst>
                                          <p:attrName>style.visibility</p:attrName>
                                        </p:attrNameLst>
                                      </p:cBhvr>
                                      <p:to>
                                        <p:strVal val="visible"/>
                                      </p:to>
                                    </p:set>
                                    <p:animEffect transition="in" filter="fade">
                                      <p:cBhvr>
                                        <p:cTn id="27" dur="500"/>
                                        <p:tgtEl>
                                          <p:spTgt spid="9">
                                            <p:graphicEl>
                                              <a:dgm id="{5B43EC62-B0EE-4198-BF01-19F4C5E46EA9}"/>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graphicEl>
                                              <a:dgm id="{AAEC3E56-FE4D-412B-8EBF-BF2E601CDF0C}"/>
                                            </p:graphicEl>
                                          </p:spTgt>
                                        </p:tgtEl>
                                        <p:attrNameLst>
                                          <p:attrName>style.visibility</p:attrName>
                                        </p:attrNameLst>
                                      </p:cBhvr>
                                      <p:to>
                                        <p:strVal val="visible"/>
                                      </p:to>
                                    </p:set>
                                    <p:animEffect transition="in" filter="fade">
                                      <p:cBhvr>
                                        <p:cTn id="32" dur="500"/>
                                        <p:tgtEl>
                                          <p:spTgt spid="9">
                                            <p:graphicEl>
                                              <a:dgm id="{AAEC3E56-FE4D-412B-8EBF-BF2E601CDF0C}"/>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graphicEl>
                                              <a:dgm id="{BF5B47F1-60BA-4454-BDE3-9EDB60C14B28}"/>
                                            </p:graphicEl>
                                          </p:spTgt>
                                        </p:tgtEl>
                                        <p:attrNameLst>
                                          <p:attrName>style.visibility</p:attrName>
                                        </p:attrNameLst>
                                      </p:cBhvr>
                                      <p:to>
                                        <p:strVal val="visible"/>
                                      </p:to>
                                    </p:set>
                                    <p:animEffect transition="in" filter="fade">
                                      <p:cBhvr>
                                        <p:cTn id="37" dur="500"/>
                                        <p:tgtEl>
                                          <p:spTgt spid="9">
                                            <p:graphicEl>
                                              <a:dgm id="{BF5B47F1-60BA-4454-BDE3-9EDB60C14B28}"/>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graphicEl>
                                              <a:dgm id="{96AF1E76-03A8-4231-8ACE-B485A4AE7BE9}"/>
                                            </p:graphicEl>
                                          </p:spTgt>
                                        </p:tgtEl>
                                        <p:attrNameLst>
                                          <p:attrName>style.visibility</p:attrName>
                                        </p:attrNameLst>
                                      </p:cBhvr>
                                      <p:to>
                                        <p:strVal val="visible"/>
                                      </p:to>
                                    </p:set>
                                    <p:animEffect transition="in" filter="fade">
                                      <p:cBhvr>
                                        <p:cTn id="42" dur="500"/>
                                        <p:tgtEl>
                                          <p:spTgt spid="9">
                                            <p:graphicEl>
                                              <a:dgm id="{96AF1E76-03A8-4231-8ACE-B485A4AE7BE9}"/>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9">
                                            <p:graphicEl>
                                              <a:dgm id="{B6077405-50F8-4FAC-8B6C-20DF71DE6710}"/>
                                            </p:graphicEl>
                                          </p:spTgt>
                                        </p:tgtEl>
                                        <p:attrNameLst>
                                          <p:attrName>style.visibility</p:attrName>
                                        </p:attrNameLst>
                                      </p:cBhvr>
                                      <p:to>
                                        <p:strVal val="visible"/>
                                      </p:to>
                                    </p:set>
                                    <p:animEffect transition="in" filter="fade">
                                      <p:cBhvr>
                                        <p:cTn id="47" dur="500"/>
                                        <p:tgtEl>
                                          <p:spTgt spid="9">
                                            <p:graphicEl>
                                              <a:dgm id="{B6077405-50F8-4FAC-8B6C-20DF71DE6710}"/>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9">
                                            <p:graphicEl>
                                              <a:dgm id="{55884B40-32C6-4C9D-BDD1-9D6C9658FD11}"/>
                                            </p:graphicEl>
                                          </p:spTgt>
                                        </p:tgtEl>
                                        <p:attrNameLst>
                                          <p:attrName>style.visibility</p:attrName>
                                        </p:attrNameLst>
                                      </p:cBhvr>
                                      <p:to>
                                        <p:strVal val="visible"/>
                                      </p:to>
                                    </p:set>
                                    <p:animEffect transition="in" filter="fade">
                                      <p:cBhvr>
                                        <p:cTn id="52" dur="500"/>
                                        <p:tgtEl>
                                          <p:spTgt spid="9">
                                            <p:graphicEl>
                                              <a:dgm id="{55884B40-32C6-4C9D-BDD1-9D6C9658FD11}"/>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Sub>
          <a:bldDgm bld="one"/>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0CF0B-9F94-FEFC-7974-832131E7A6A7}"/>
              </a:ext>
            </a:extLst>
          </p:cNvPr>
          <p:cNvSpPr>
            <a:spLocks noGrp="1"/>
          </p:cNvSpPr>
          <p:nvPr>
            <p:ph type="title"/>
          </p:nvPr>
        </p:nvSpPr>
        <p:spPr/>
        <p:txBody>
          <a:bodyPr/>
          <a:lstStyle/>
          <a:p>
            <a:r>
              <a:rPr lang="en-US" dirty="0"/>
              <a:t>Critical Factors </a:t>
            </a:r>
            <a:r>
              <a:rPr lang="en-US" dirty="0">
                <a:cs typeface="Calibri" panose="020F0502020204030204" pitchFamily="34" charset="0"/>
              </a:rPr>
              <a:t>≠ Critical Tasks</a:t>
            </a:r>
            <a:endParaRPr lang="en-US" dirty="0"/>
          </a:p>
        </p:txBody>
      </p:sp>
      <p:sp>
        <p:nvSpPr>
          <p:cNvPr id="3" name="Content Placeholder 2">
            <a:extLst>
              <a:ext uri="{FF2B5EF4-FFF2-40B4-BE49-F238E27FC236}">
                <a16:creationId xmlns:a16="http://schemas.microsoft.com/office/drawing/2014/main" id="{B14D3200-702C-3B42-F1EB-B105F95BDAEA}"/>
              </a:ext>
            </a:extLst>
          </p:cNvPr>
          <p:cNvSpPr>
            <a:spLocks noGrp="1"/>
          </p:cNvSpPr>
          <p:nvPr>
            <p:ph sz="quarter" idx="13"/>
          </p:nvPr>
        </p:nvSpPr>
        <p:spPr/>
        <p:txBody>
          <a:bodyPr/>
          <a:lstStyle/>
          <a:p>
            <a:pPr marL="0" indent="0">
              <a:buNone/>
            </a:pPr>
            <a:r>
              <a:rPr lang="en-US" sz="2400" dirty="0"/>
              <a:t>Critical (success) factors can be different at each stage, because each type of user has distinct priorities.</a:t>
            </a:r>
          </a:p>
          <a:p>
            <a:pPr lvl="1"/>
            <a:r>
              <a:rPr lang="en-US" sz="2400" dirty="0"/>
              <a:t>Ex: One lay user-identified critical factor may be “time to result”…whereas an HCP might prioritize “accuracy”.</a:t>
            </a:r>
          </a:p>
          <a:p>
            <a:pPr lvl="1"/>
            <a:endParaRPr lang="en-US" sz="2400" dirty="0"/>
          </a:p>
          <a:p>
            <a:pPr marL="0" indent="0">
              <a:buNone/>
            </a:pPr>
            <a:r>
              <a:rPr lang="en-US" sz="2400" b="1" dirty="0"/>
              <a:t>Cost Benefit Analysis</a:t>
            </a:r>
            <a:r>
              <a:rPr lang="en-US" sz="2400" b="1" dirty="0">
                <a:latin typeface="Abadi" panose="020B0604020104020204" pitchFamily="34" charset="0"/>
              </a:rPr>
              <a:t>:</a:t>
            </a:r>
            <a:r>
              <a:rPr lang="en-US" sz="2400" b="1" dirty="0"/>
              <a:t> </a:t>
            </a:r>
            <a:r>
              <a:rPr lang="en-US" sz="2400" dirty="0"/>
              <a:t>Which area of focus/factor has the greatest impact? </a:t>
            </a:r>
          </a:p>
          <a:p>
            <a:pPr lvl="1"/>
            <a:r>
              <a:rPr lang="en-US" sz="2400" dirty="0"/>
              <a:t>Determine level of influence needed to change a feature, how much that feature matters to a  user </a:t>
            </a:r>
          </a:p>
          <a:p>
            <a:pPr lvl="1"/>
            <a:r>
              <a:rPr lang="en-US" sz="2400" dirty="0"/>
              <a:t>Some critical factors aren't worth testing if there's no way to change it.</a:t>
            </a:r>
          </a:p>
          <a:p>
            <a:endParaRPr lang="en-US" dirty="0"/>
          </a:p>
        </p:txBody>
      </p:sp>
      <p:sp>
        <p:nvSpPr>
          <p:cNvPr id="4" name="Slide Number Placeholder 3">
            <a:extLst>
              <a:ext uri="{FF2B5EF4-FFF2-40B4-BE49-F238E27FC236}">
                <a16:creationId xmlns:a16="http://schemas.microsoft.com/office/drawing/2014/main" id="{87BA0FF9-8FA4-5617-8C84-91DBCC0B30C9}"/>
              </a:ext>
            </a:extLst>
          </p:cNvPr>
          <p:cNvSpPr>
            <a:spLocks noGrp="1"/>
          </p:cNvSpPr>
          <p:nvPr>
            <p:ph type="sldNum" sz="quarter" idx="22"/>
          </p:nvPr>
        </p:nvSpPr>
        <p:spPr/>
        <p:txBody>
          <a:bodyPr/>
          <a:lstStyle/>
          <a:p>
            <a:fld id="{294A09A9-5501-47C1-A89A-A340965A2BE2}" type="slidenum">
              <a:rPr lang="en-US" smtClean="0"/>
              <a:pPr/>
              <a:t>18</a:t>
            </a:fld>
            <a:endParaRPr lang="en-US" dirty="0">
              <a:latin typeface="+mn-lt"/>
            </a:endParaRPr>
          </a:p>
        </p:txBody>
      </p:sp>
    </p:spTree>
    <p:extLst>
      <p:ext uri="{BB962C8B-B14F-4D97-AF65-F5344CB8AC3E}">
        <p14:creationId xmlns:p14="http://schemas.microsoft.com/office/powerpoint/2010/main" val="3205218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F233906-868B-2395-FE04-340E8ADDC622}"/>
              </a:ext>
            </a:extLst>
          </p:cNvPr>
          <p:cNvSpPr>
            <a:spLocks noGrp="1"/>
          </p:cNvSpPr>
          <p:nvPr>
            <p:ph type="sldNum" sz="quarter" idx="4294967295"/>
          </p:nvPr>
        </p:nvSpPr>
        <p:spPr>
          <a:xfrm>
            <a:off x="0" y="6332538"/>
            <a:ext cx="523875" cy="247650"/>
          </a:xfrm>
        </p:spPr>
        <p:txBody>
          <a:bodyPr/>
          <a:lstStyle/>
          <a:p>
            <a:pPr algn="ctr"/>
            <a:fld id="{294A09A9-5501-47C1-A89A-A340965A2BE2}" type="slidenum">
              <a:rPr lang="en-US" smtClean="0">
                <a:solidFill>
                  <a:schemeClr val="tx1"/>
                </a:solidFill>
              </a:rPr>
              <a:pPr algn="ctr"/>
              <a:t>19</a:t>
            </a:fld>
            <a:endParaRPr lang="en-US" dirty="0">
              <a:solidFill>
                <a:schemeClr val="tx1"/>
              </a:solidFill>
            </a:endParaRPr>
          </a:p>
        </p:txBody>
      </p:sp>
      <p:graphicFrame>
        <p:nvGraphicFramePr>
          <p:cNvPr id="9" name="Diagram 8">
            <a:extLst>
              <a:ext uri="{FF2B5EF4-FFF2-40B4-BE49-F238E27FC236}">
                <a16:creationId xmlns:a16="http://schemas.microsoft.com/office/drawing/2014/main" id="{7618CC34-4C96-4078-9C45-F361E7280C8A}"/>
              </a:ext>
            </a:extLst>
          </p:cNvPr>
          <p:cNvGraphicFramePr/>
          <p:nvPr>
            <p:extLst>
              <p:ext uri="{D42A27DB-BD31-4B8C-83A1-F6EECF244321}">
                <p14:modId xmlns:p14="http://schemas.microsoft.com/office/powerpoint/2010/main" val="1964713153"/>
              </p:ext>
            </p:extLst>
          </p:nvPr>
        </p:nvGraphicFramePr>
        <p:xfrm>
          <a:off x="3043221" y="385948"/>
          <a:ext cx="9326910" cy="62179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C95E35D6-EDF6-A876-2D39-0AF9768CCD75}"/>
              </a:ext>
            </a:extLst>
          </p:cNvPr>
          <p:cNvSpPr>
            <a:spLocks noGrp="1"/>
          </p:cNvSpPr>
          <p:nvPr>
            <p:ph type="title"/>
          </p:nvPr>
        </p:nvSpPr>
        <p:spPr>
          <a:xfrm>
            <a:off x="166253" y="2738620"/>
            <a:ext cx="3693227" cy="1380760"/>
          </a:xfrm>
        </p:spPr>
        <p:txBody>
          <a:bodyPr anchor="ctr"/>
          <a:lstStyle/>
          <a:p>
            <a:r>
              <a:rPr lang="en-US" dirty="0">
                <a:effectLst>
                  <a:outerShdw blurRad="38100" dist="38100" dir="2700000" algn="tl">
                    <a:srgbClr val="000000">
                      <a:alpha val="43137"/>
                    </a:srgbClr>
                  </a:outerShdw>
                </a:effectLst>
              </a:rPr>
              <a:t>2a. </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Critical Factors</a:t>
            </a:r>
          </a:p>
        </p:txBody>
      </p:sp>
    </p:spTree>
    <p:extLst>
      <p:ext uri="{BB962C8B-B14F-4D97-AF65-F5344CB8AC3E}">
        <p14:creationId xmlns:p14="http://schemas.microsoft.com/office/powerpoint/2010/main" val="9675127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1DF29-7808-5971-ADCC-0EDD312621CF}"/>
              </a:ext>
            </a:extLst>
          </p:cNvPr>
          <p:cNvSpPr>
            <a:spLocks noGrp="1"/>
          </p:cNvSpPr>
          <p:nvPr>
            <p:ph type="title"/>
          </p:nvPr>
        </p:nvSpPr>
        <p:spPr/>
        <p:txBody>
          <a:bodyPr/>
          <a:lstStyle/>
          <a:p>
            <a:r>
              <a:rPr lang="en-US" dirty="0"/>
              <a:t>2b. Prioritizing Critical Factors</a:t>
            </a:r>
          </a:p>
        </p:txBody>
      </p:sp>
      <p:sp>
        <p:nvSpPr>
          <p:cNvPr id="5" name="Content Placeholder 4">
            <a:extLst>
              <a:ext uri="{FF2B5EF4-FFF2-40B4-BE49-F238E27FC236}">
                <a16:creationId xmlns:a16="http://schemas.microsoft.com/office/drawing/2014/main" id="{58C92B7B-C494-DD3B-099C-DABB834F8E40}"/>
              </a:ext>
            </a:extLst>
          </p:cNvPr>
          <p:cNvSpPr>
            <a:spLocks noGrp="1"/>
          </p:cNvSpPr>
          <p:nvPr>
            <p:ph sz="quarter" idx="14"/>
          </p:nvPr>
        </p:nvSpPr>
        <p:spPr/>
        <p:txBody>
          <a:bodyPr/>
          <a:lstStyle/>
          <a:p>
            <a:r>
              <a:rPr lang="en-US" dirty="0"/>
              <a:t>Results from interviews and rank order surveys.</a:t>
            </a:r>
          </a:p>
        </p:txBody>
      </p:sp>
      <p:graphicFrame>
        <p:nvGraphicFramePr>
          <p:cNvPr id="6" name="Content Placeholder 5">
            <a:extLst>
              <a:ext uri="{FF2B5EF4-FFF2-40B4-BE49-F238E27FC236}">
                <a16:creationId xmlns:a16="http://schemas.microsoft.com/office/drawing/2014/main" id="{F9E4B6B7-FEB7-1E0C-6758-E2046CB89E26}"/>
              </a:ext>
            </a:extLst>
          </p:cNvPr>
          <p:cNvGraphicFramePr>
            <a:graphicFrameLocks noGrp="1"/>
          </p:cNvGraphicFramePr>
          <p:nvPr>
            <p:ph sz="quarter" idx="13"/>
            <p:extLst>
              <p:ext uri="{D42A27DB-BD31-4B8C-83A1-F6EECF244321}">
                <p14:modId xmlns:p14="http://schemas.microsoft.com/office/powerpoint/2010/main" val="1421622000"/>
              </p:ext>
            </p:extLst>
          </p:nvPr>
        </p:nvGraphicFramePr>
        <p:xfrm>
          <a:off x="3670300" y="584200"/>
          <a:ext cx="7927974" cy="4312920"/>
        </p:xfrm>
        <a:graphic>
          <a:graphicData uri="http://schemas.openxmlformats.org/drawingml/2006/table">
            <a:tbl>
              <a:tblPr firstRow="1" bandRow="1">
                <a:tableStyleId>{8A107856-5554-42FB-B03E-39F5DBC370BA}</a:tableStyleId>
              </a:tblPr>
              <a:tblGrid>
                <a:gridCol w="1234209">
                  <a:extLst>
                    <a:ext uri="{9D8B030D-6E8A-4147-A177-3AD203B41FA5}">
                      <a16:colId xmlns:a16="http://schemas.microsoft.com/office/drawing/2014/main" val="2863094511"/>
                    </a:ext>
                  </a:extLst>
                </a:gridCol>
                <a:gridCol w="2398816">
                  <a:extLst>
                    <a:ext uri="{9D8B030D-6E8A-4147-A177-3AD203B41FA5}">
                      <a16:colId xmlns:a16="http://schemas.microsoft.com/office/drawing/2014/main" val="1948825869"/>
                    </a:ext>
                  </a:extLst>
                </a:gridCol>
                <a:gridCol w="4294949">
                  <a:extLst>
                    <a:ext uri="{9D8B030D-6E8A-4147-A177-3AD203B41FA5}">
                      <a16:colId xmlns:a16="http://schemas.microsoft.com/office/drawing/2014/main" val="3620690179"/>
                    </a:ext>
                  </a:extLst>
                </a:gridCol>
              </a:tblGrid>
              <a:tr h="370840">
                <a:tc>
                  <a:txBody>
                    <a:bodyPr/>
                    <a:lstStyle/>
                    <a:p>
                      <a:r>
                        <a:rPr lang="en-US" dirty="0"/>
                        <a:t>Final Rank</a:t>
                      </a:r>
                    </a:p>
                  </a:txBody>
                  <a:tcPr/>
                </a:tc>
                <a:tc>
                  <a:txBody>
                    <a:bodyPr/>
                    <a:lstStyle/>
                    <a:p>
                      <a:r>
                        <a:rPr lang="en-US" dirty="0"/>
                        <a:t>Critical Factor</a:t>
                      </a:r>
                    </a:p>
                  </a:txBody>
                  <a:tcPr/>
                </a:tc>
                <a:tc>
                  <a:txBody>
                    <a:bodyPr/>
                    <a:lstStyle/>
                    <a:p>
                      <a:r>
                        <a:rPr lang="en-US" dirty="0"/>
                        <a:t>Insights</a:t>
                      </a:r>
                    </a:p>
                  </a:txBody>
                  <a:tcPr/>
                </a:tc>
                <a:extLst>
                  <a:ext uri="{0D108BD9-81ED-4DB2-BD59-A6C34878D82A}">
                    <a16:rowId xmlns:a16="http://schemas.microsoft.com/office/drawing/2014/main" val="1990821838"/>
                  </a:ext>
                </a:extLst>
              </a:tr>
              <a:tr h="370840">
                <a:tc>
                  <a:txBody>
                    <a:bodyPr/>
                    <a:lstStyle/>
                    <a:p>
                      <a:pPr algn="ctr"/>
                      <a:r>
                        <a:rPr lang="en-US" dirty="0"/>
                        <a:t>1</a:t>
                      </a:r>
                    </a:p>
                  </a:txBody>
                  <a:tcPr/>
                </a:tc>
                <a:tc>
                  <a:txBody>
                    <a:bodyPr/>
                    <a:lstStyle/>
                    <a:p>
                      <a:r>
                        <a:rPr lang="en-US" dirty="0"/>
                        <a:t>Accuracy</a:t>
                      </a:r>
                    </a:p>
                  </a:txBody>
                  <a:tcPr/>
                </a:tc>
                <a:tc>
                  <a:txBody>
                    <a:bodyPr/>
                    <a:lstStyle/>
                    <a:p>
                      <a:r>
                        <a:rPr lang="en-US" dirty="0"/>
                        <a:t>Provides confidence and trust in the result.</a:t>
                      </a:r>
                    </a:p>
                  </a:txBody>
                  <a:tcPr/>
                </a:tc>
                <a:extLst>
                  <a:ext uri="{0D108BD9-81ED-4DB2-BD59-A6C34878D82A}">
                    <a16:rowId xmlns:a16="http://schemas.microsoft.com/office/drawing/2014/main" val="3307295189"/>
                  </a:ext>
                </a:extLst>
              </a:tr>
              <a:tr h="370840">
                <a:tc>
                  <a:txBody>
                    <a:bodyPr/>
                    <a:lstStyle/>
                    <a:p>
                      <a:pPr algn="ctr"/>
                      <a:r>
                        <a:rPr lang="en-US" dirty="0"/>
                        <a:t>2</a:t>
                      </a:r>
                    </a:p>
                  </a:txBody>
                  <a:tcPr/>
                </a:tc>
                <a:tc>
                  <a:txBody>
                    <a:bodyPr/>
                    <a:lstStyle/>
                    <a:p>
                      <a:r>
                        <a:rPr lang="en-US" dirty="0"/>
                        <a:t>Ease of use</a:t>
                      </a:r>
                    </a:p>
                  </a:txBody>
                  <a:tcPr/>
                </a:tc>
                <a:tc>
                  <a:txBody>
                    <a:bodyPr/>
                    <a:lstStyle/>
                    <a:p>
                      <a:r>
                        <a:rPr lang="en-US" dirty="0"/>
                        <a:t>A user-friendly test is easier to learn and is prone to less use-error.</a:t>
                      </a:r>
                    </a:p>
                  </a:txBody>
                  <a:tcPr/>
                </a:tc>
                <a:extLst>
                  <a:ext uri="{0D108BD9-81ED-4DB2-BD59-A6C34878D82A}">
                    <a16:rowId xmlns:a16="http://schemas.microsoft.com/office/drawing/2014/main" val="3863740687"/>
                  </a:ext>
                </a:extLst>
              </a:tr>
              <a:tr h="370840">
                <a:tc>
                  <a:txBody>
                    <a:bodyPr/>
                    <a:lstStyle/>
                    <a:p>
                      <a:pPr algn="ctr"/>
                      <a:r>
                        <a:rPr lang="en-US" dirty="0"/>
                        <a:t>3 or 4</a:t>
                      </a:r>
                    </a:p>
                  </a:txBody>
                  <a:tcPr/>
                </a:tc>
                <a:tc>
                  <a:txBody>
                    <a:bodyPr/>
                    <a:lstStyle/>
                    <a:p>
                      <a:r>
                        <a:rPr lang="en-US" dirty="0"/>
                        <a:t>Time to result</a:t>
                      </a:r>
                    </a:p>
                  </a:txBody>
                  <a:tcPr/>
                </a:tc>
                <a:tc>
                  <a:txBody>
                    <a:bodyPr/>
                    <a:lstStyle/>
                    <a:p>
                      <a:r>
                        <a:rPr lang="en-US" dirty="0"/>
                        <a:t>Faster test = faster diagnosis (more critical in developed countries).</a:t>
                      </a:r>
                    </a:p>
                  </a:txBody>
                  <a:tcPr/>
                </a:tc>
                <a:extLst>
                  <a:ext uri="{0D108BD9-81ED-4DB2-BD59-A6C34878D82A}">
                    <a16:rowId xmlns:a16="http://schemas.microsoft.com/office/drawing/2014/main" val="3519093845"/>
                  </a:ext>
                </a:extLst>
              </a:tr>
              <a:tr h="370840">
                <a:tc>
                  <a:txBody>
                    <a:bodyPr/>
                    <a:lstStyle/>
                    <a:p>
                      <a:pPr algn="ctr"/>
                      <a:r>
                        <a:rPr lang="en-US" dirty="0"/>
                        <a:t>3 or 4</a:t>
                      </a:r>
                    </a:p>
                  </a:txBody>
                  <a:tcPr/>
                </a:tc>
                <a:tc>
                  <a:txBody>
                    <a:bodyPr/>
                    <a:lstStyle/>
                    <a:p>
                      <a:r>
                        <a:rPr lang="en-US" dirty="0"/>
                        <a:t>Ability to test multiple patients at once</a:t>
                      </a:r>
                    </a:p>
                  </a:txBody>
                  <a:tcPr/>
                </a:tc>
                <a:tc>
                  <a:txBody>
                    <a:bodyPr/>
                    <a:lstStyle/>
                    <a:p>
                      <a:r>
                        <a:rPr lang="en-US" dirty="0"/>
                        <a:t>More throughput (more important in developing countries).</a:t>
                      </a:r>
                    </a:p>
                  </a:txBody>
                  <a:tcPr/>
                </a:tc>
                <a:extLst>
                  <a:ext uri="{0D108BD9-81ED-4DB2-BD59-A6C34878D82A}">
                    <a16:rowId xmlns:a16="http://schemas.microsoft.com/office/drawing/2014/main" val="3468981600"/>
                  </a:ext>
                </a:extLst>
              </a:tr>
              <a:tr h="370840">
                <a:tc>
                  <a:txBody>
                    <a:bodyPr/>
                    <a:lstStyle/>
                    <a:p>
                      <a:pPr algn="ctr"/>
                      <a:r>
                        <a:rPr lang="en-US" dirty="0"/>
                        <a:t>--</a:t>
                      </a:r>
                    </a:p>
                  </a:txBody>
                  <a:tcPr/>
                </a:tc>
                <a:tc>
                  <a:txBody>
                    <a:bodyPr/>
                    <a:lstStyle/>
                    <a:p>
                      <a:r>
                        <a:rPr lang="en-US" dirty="0"/>
                        <a:t>Cost</a:t>
                      </a:r>
                    </a:p>
                  </a:txBody>
                  <a:tcPr/>
                </a:tc>
                <a:tc>
                  <a:txBody>
                    <a:bodyPr/>
                    <a:lstStyle/>
                    <a:p>
                      <a:r>
                        <a:rPr lang="en-US" dirty="0"/>
                        <a:t>Important to </a:t>
                      </a:r>
                      <a:r>
                        <a:rPr lang="en-US" i="1" dirty="0"/>
                        <a:t>buyers</a:t>
                      </a:r>
                      <a:r>
                        <a:rPr lang="en-US" dirty="0"/>
                        <a:t> only</a:t>
                      </a:r>
                    </a:p>
                  </a:txBody>
                  <a:tcPr/>
                </a:tc>
                <a:extLst>
                  <a:ext uri="{0D108BD9-81ED-4DB2-BD59-A6C34878D82A}">
                    <a16:rowId xmlns:a16="http://schemas.microsoft.com/office/drawing/2014/main" val="2990832677"/>
                  </a:ext>
                </a:extLst>
              </a:tr>
              <a:tr h="370840">
                <a:tc>
                  <a:txBody>
                    <a:bodyPr/>
                    <a:lstStyle/>
                    <a:p>
                      <a:pPr algn="ctr"/>
                      <a:r>
                        <a:rPr lang="en-US" dirty="0"/>
                        <a:t>--</a:t>
                      </a:r>
                    </a:p>
                  </a:txBody>
                  <a:tcPr/>
                </a:tc>
                <a:tc>
                  <a:txBody>
                    <a:bodyPr/>
                    <a:lstStyle/>
                    <a:p>
                      <a:r>
                        <a:rPr lang="en-US" dirty="0"/>
                        <a:t>Digital result</a:t>
                      </a:r>
                    </a:p>
                  </a:txBody>
                  <a:tcPr/>
                </a:tc>
                <a:tc>
                  <a:txBody>
                    <a:bodyPr/>
                    <a:lstStyle/>
                    <a:p>
                      <a:r>
                        <a:rPr lang="en-US" dirty="0"/>
                        <a:t>Not critical on its own, considered within ease of use.</a:t>
                      </a:r>
                    </a:p>
                  </a:txBody>
                  <a:tcPr/>
                </a:tc>
                <a:extLst>
                  <a:ext uri="{0D108BD9-81ED-4DB2-BD59-A6C34878D82A}">
                    <a16:rowId xmlns:a16="http://schemas.microsoft.com/office/drawing/2014/main" val="2664932345"/>
                  </a:ext>
                </a:extLst>
              </a:tr>
              <a:tr h="370840">
                <a:tc>
                  <a:txBody>
                    <a:bodyPr/>
                    <a:lstStyle/>
                    <a:p>
                      <a:pPr algn="ctr"/>
                      <a:r>
                        <a:rPr lang="en-US" dirty="0"/>
                        <a:t>--</a:t>
                      </a:r>
                    </a:p>
                  </a:txBody>
                  <a:tcPr/>
                </a:tc>
                <a:tc>
                  <a:txBody>
                    <a:bodyPr/>
                    <a:lstStyle/>
                    <a:p>
                      <a:r>
                        <a:rPr lang="en-US" dirty="0"/>
                        <a:t>EMR integration</a:t>
                      </a:r>
                    </a:p>
                  </a:txBody>
                  <a:tcPr/>
                </a:tc>
                <a:tc>
                  <a:txBody>
                    <a:bodyPr/>
                    <a:lstStyle/>
                    <a:p>
                      <a:r>
                        <a:rPr lang="en-US" dirty="0"/>
                        <a:t>Important to developing countries</a:t>
                      </a:r>
                    </a:p>
                  </a:txBody>
                  <a:tcPr/>
                </a:tc>
                <a:extLst>
                  <a:ext uri="{0D108BD9-81ED-4DB2-BD59-A6C34878D82A}">
                    <a16:rowId xmlns:a16="http://schemas.microsoft.com/office/drawing/2014/main" val="196976947"/>
                  </a:ext>
                </a:extLst>
              </a:tr>
            </a:tbl>
          </a:graphicData>
        </a:graphic>
      </p:graphicFrame>
      <p:sp>
        <p:nvSpPr>
          <p:cNvPr id="4" name="Slide Number Placeholder 3">
            <a:extLst>
              <a:ext uri="{FF2B5EF4-FFF2-40B4-BE49-F238E27FC236}">
                <a16:creationId xmlns:a16="http://schemas.microsoft.com/office/drawing/2014/main" id="{6439D7FC-82BD-4FF0-B1E1-1B8EAAA70713}"/>
              </a:ext>
            </a:extLst>
          </p:cNvPr>
          <p:cNvSpPr>
            <a:spLocks noGrp="1"/>
          </p:cNvSpPr>
          <p:nvPr>
            <p:ph type="sldNum" sz="quarter" idx="12"/>
          </p:nvPr>
        </p:nvSpPr>
        <p:spPr/>
        <p:txBody>
          <a:bodyPr/>
          <a:lstStyle/>
          <a:p>
            <a:fld id="{294A09A9-5501-47C1-A89A-A340965A2BE2}" type="slidenum">
              <a:rPr lang="en-US" smtClean="0"/>
              <a:pPr/>
              <a:t>20</a:t>
            </a:fld>
            <a:endParaRPr lang="en-US" dirty="0">
              <a:latin typeface="+mn-lt"/>
            </a:endParaRPr>
          </a:p>
        </p:txBody>
      </p:sp>
    </p:spTree>
    <p:extLst>
      <p:ext uri="{BB962C8B-B14F-4D97-AF65-F5344CB8AC3E}">
        <p14:creationId xmlns:p14="http://schemas.microsoft.com/office/powerpoint/2010/main" val="9027078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0CD79-2553-6258-6EE9-97AE21E8D315}"/>
              </a:ext>
            </a:extLst>
          </p:cNvPr>
          <p:cNvSpPr>
            <a:spLocks noGrp="1"/>
          </p:cNvSpPr>
          <p:nvPr>
            <p:ph type="title"/>
          </p:nvPr>
        </p:nvSpPr>
        <p:spPr/>
        <p:txBody>
          <a:bodyPr/>
          <a:lstStyle/>
          <a:p>
            <a:r>
              <a:rPr lang="en-US" dirty="0"/>
              <a:t>Not all critical factors are under our control! </a:t>
            </a:r>
          </a:p>
        </p:txBody>
      </p:sp>
      <p:sp>
        <p:nvSpPr>
          <p:cNvPr id="3" name="Content Placeholder 2">
            <a:extLst>
              <a:ext uri="{FF2B5EF4-FFF2-40B4-BE49-F238E27FC236}">
                <a16:creationId xmlns:a16="http://schemas.microsoft.com/office/drawing/2014/main" id="{E5925EE8-F894-E07E-C7FF-4CCD684E6F9D}"/>
              </a:ext>
            </a:extLst>
          </p:cNvPr>
          <p:cNvSpPr>
            <a:spLocks noGrp="1"/>
          </p:cNvSpPr>
          <p:nvPr>
            <p:ph sz="quarter" idx="13"/>
          </p:nvPr>
        </p:nvSpPr>
        <p:spPr/>
        <p:txBody>
          <a:bodyPr/>
          <a:lstStyle/>
          <a:p>
            <a:pPr marL="0" indent="0">
              <a:buNone/>
            </a:pPr>
            <a:r>
              <a:rPr lang="en-US" dirty="0"/>
              <a:t>Users valued time as a critical factor in several journey stages. We can’t necessarily control the science and time needed behind something…can’t make the reagent work any faster, etc.</a:t>
            </a:r>
          </a:p>
          <a:p>
            <a:pPr marL="0" indent="0">
              <a:buNone/>
            </a:pPr>
            <a:r>
              <a:rPr lang="en-US" dirty="0"/>
              <a:t>But we </a:t>
            </a:r>
            <a:r>
              <a:rPr lang="en-US" u="sng" dirty="0"/>
              <a:t>can</a:t>
            </a:r>
            <a:r>
              <a:rPr lang="en-US" dirty="0"/>
              <a:t> control:</a:t>
            </a:r>
          </a:p>
          <a:p>
            <a:pPr marL="402336" lvl="1" indent="0">
              <a:buNone/>
            </a:pPr>
            <a:r>
              <a:rPr lang="en-US" b="1" dirty="0"/>
              <a:t>Labeling: </a:t>
            </a:r>
            <a:r>
              <a:rPr lang="en-US" dirty="0"/>
              <a:t>User perception of time by “chunking” steps. Frame the process as “a few 4-minute steps” rather than “20 minutes”.</a:t>
            </a:r>
          </a:p>
          <a:p>
            <a:pPr marL="402336" lvl="1" indent="0">
              <a:buNone/>
            </a:pPr>
            <a:r>
              <a:rPr lang="en-US" b="1" dirty="0"/>
              <a:t>Packaging: </a:t>
            </a:r>
            <a:r>
              <a:rPr lang="en-US" dirty="0"/>
              <a:t>Increase learnability and efficiency by grouping/packaging certain elements together.</a:t>
            </a:r>
            <a:endParaRPr lang="en-US" b="1" dirty="0"/>
          </a:p>
        </p:txBody>
      </p:sp>
      <p:sp>
        <p:nvSpPr>
          <p:cNvPr id="4" name="Slide Number Placeholder 3">
            <a:extLst>
              <a:ext uri="{FF2B5EF4-FFF2-40B4-BE49-F238E27FC236}">
                <a16:creationId xmlns:a16="http://schemas.microsoft.com/office/drawing/2014/main" id="{748385F6-E34C-90A9-1760-B75239103B0D}"/>
              </a:ext>
            </a:extLst>
          </p:cNvPr>
          <p:cNvSpPr>
            <a:spLocks noGrp="1"/>
          </p:cNvSpPr>
          <p:nvPr>
            <p:ph type="sldNum" sz="quarter" idx="22"/>
          </p:nvPr>
        </p:nvSpPr>
        <p:spPr/>
        <p:txBody>
          <a:bodyPr/>
          <a:lstStyle/>
          <a:p>
            <a:fld id="{294A09A9-5501-47C1-A89A-A340965A2BE2}" type="slidenum">
              <a:rPr lang="en-US" smtClean="0"/>
              <a:pPr/>
              <a:t>21</a:t>
            </a:fld>
            <a:endParaRPr lang="en-US" dirty="0">
              <a:latin typeface="+mn-lt"/>
            </a:endParaRPr>
          </a:p>
        </p:txBody>
      </p:sp>
    </p:spTree>
    <p:extLst>
      <p:ext uri="{BB962C8B-B14F-4D97-AF65-F5344CB8AC3E}">
        <p14:creationId xmlns:p14="http://schemas.microsoft.com/office/powerpoint/2010/main" val="18632933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C837B-C4A1-73FD-5B86-2F8FD9E4F513}"/>
              </a:ext>
            </a:extLst>
          </p:cNvPr>
          <p:cNvSpPr>
            <a:spLocks noGrp="1"/>
          </p:cNvSpPr>
          <p:nvPr>
            <p:ph type="title"/>
          </p:nvPr>
        </p:nvSpPr>
        <p:spPr/>
        <p:txBody>
          <a:bodyPr/>
          <a:lstStyle/>
          <a:p>
            <a:r>
              <a:rPr lang="en-US" dirty="0"/>
              <a:t>3a. What are aspects of the UX we can measure and improve?</a:t>
            </a:r>
          </a:p>
        </p:txBody>
      </p:sp>
      <p:graphicFrame>
        <p:nvGraphicFramePr>
          <p:cNvPr id="8" name="Table Placeholder 7">
            <a:extLst>
              <a:ext uri="{FF2B5EF4-FFF2-40B4-BE49-F238E27FC236}">
                <a16:creationId xmlns:a16="http://schemas.microsoft.com/office/drawing/2014/main" id="{3D615106-C4B2-84D2-2CE2-08347623C77F}"/>
              </a:ext>
            </a:extLst>
          </p:cNvPr>
          <p:cNvGraphicFramePr>
            <a:graphicFrameLocks noGrp="1"/>
          </p:cNvGraphicFramePr>
          <p:nvPr>
            <p:ph type="tbl" sz="quarter" idx="10"/>
            <p:extLst>
              <p:ext uri="{D42A27DB-BD31-4B8C-83A1-F6EECF244321}">
                <p14:modId xmlns:p14="http://schemas.microsoft.com/office/powerpoint/2010/main" val="2148943234"/>
              </p:ext>
            </p:extLst>
          </p:nvPr>
        </p:nvGraphicFramePr>
        <p:xfrm>
          <a:off x="593725" y="2628900"/>
          <a:ext cx="10972797" cy="2971800"/>
        </p:xfrm>
        <a:graphic>
          <a:graphicData uri="http://schemas.openxmlformats.org/drawingml/2006/table">
            <a:tbl>
              <a:tblPr firstRow="1" bandRow="1">
                <a:tableStyleId>{8A107856-5554-42FB-B03E-39F5DBC370BA}</a:tableStyleId>
              </a:tblPr>
              <a:tblGrid>
                <a:gridCol w="3657599">
                  <a:extLst>
                    <a:ext uri="{9D8B030D-6E8A-4147-A177-3AD203B41FA5}">
                      <a16:colId xmlns:a16="http://schemas.microsoft.com/office/drawing/2014/main" val="3338726826"/>
                    </a:ext>
                  </a:extLst>
                </a:gridCol>
                <a:gridCol w="3657599">
                  <a:extLst>
                    <a:ext uri="{9D8B030D-6E8A-4147-A177-3AD203B41FA5}">
                      <a16:colId xmlns:a16="http://schemas.microsoft.com/office/drawing/2014/main" val="2165230485"/>
                    </a:ext>
                  </a:extLst>
                </a:gridCol>
                <a:gridCol w="3657599">
                  <a:extLst>
                    <a:ext uri="{9D8B030D-6E8A-4147-A177-3AD203B41FA5}">
                      <a16:colId xmlns:a16="http://schemas.microsoft.com/office/drawing/2014/main" val="1499244829"/>
                    </a:ext>
                  </a:extLst>
                </a:gridCol>
              </a:tblGrid>
              <a:tr h="370840">
                <a:tc>
                  <a:txBody>
                    <a:bodyPr/>
                    <a:lstStyle/>
                    <a:p>
                      <a:endParaRPr lang="en-US"/>
                    </a:p>
                  </a:txBody>
                  <a:tcPr/>
                </a:tc>
                <a:tc>
                  <a:txBody>
                    <a:bodyPr/>
                    <a:lstStyle/>
                    <a:p>
                      <a:r>
                        <a:rPr lang="en-US" dirty="0"/>
                        <a:t>Research Question</a:t>
                      </a:r>
                    </a:p>
                  </a:txBody>
                  <a:tcPr/>
                </a:tc>
                <a:tc>
                  <a:txBody>
                    <a:bodyPr/>
                    <a:lstStyle/>
                    <a:p>
                      <a:r>
                        <a:rPr lang="en-US" dirty="0"/>
                        <a:t>Measure</a:t>
                      </a:r>
                    </a:p>
                  </a:txBody>
                  <a:tcPr/>
                </a:tc>
                <a:extLst>
                  <a:ext uri="{0D108BD9-81ED-4DB2-BD59-A6C34878D82A}">
                    <a16:rowId xmlns:a16="http://schemas.microsoft.com/office/drawing/2014/main" val="1352339037"/>
                  </a:ext>
                </a:extLst>
              </a:tr>
              <a:tr h="370840">
                <a:tc>
                  <a:txBody>
                    <a:bodyPr/>
                    <a:lstStyle/>
                    <a:p>
                      <a:r>
                        <a:rPr lang="en-US" dirty="0"/>
                        <a:t>Learnability</a:t>
                      </a:r>
                    </a:p>
                  </a:txBody>
                  <a:tcPr/>
                </a:tc>
                <a:tc>
                  <a:txBody>
                    <a:bodyPr/>
                    <a:lstStyle/>
                    <a:p>
                      <a:pPr marL="0" marR="0" fontAlgn="t">
                        <a:spcBef>
                          <a:spcPts val="0"/>
                        </a:spcBef>
                        <a:spcAft>
                          <a:spcPts val="0"/>
                        </a:spcAft>
                      </a:pPr>
                      <a:r>
                        <a:rPr lang="en-US" sz="1800" dirty="0">
                          <a:effectLst/>
                          <a:latin typeface="+mn-lt"/>
                        </a:rPr>
                        <a:t>When does a user go from novice to expert?</a:t>
                      </a:r>
                    </a:p>
                  </a:txBody>
                  <a:tcPr marL="50800" marR="50800" marT="50800" marB="50800"/>
                </a:tc>
                <a:tc>
                  <a:txBody>
                    <a:bodyPr/>
                    <a:lstStyle/>
                    <a:p>
                      <a:pPr marL="0" marR="0" fontAlgn="t">
                        <a:spcBef>
                          <a:spcPts val="0"/>
                        </a:spcBef>
                        <a:spcAft>
                          <a:spcPts val="0"/>
                        </a:spcAft>
                      </a:pPr>
                      <a:r>
                        <a:rPr lang="en-US" sz="1800">
                          <a:effectLst/>
                          <a:latin typeface="+mn-lt"/>
                        </a:rPr>
                        <a:t>Determine test # at which user goes from novice to expert</a:t>
                      </a:r>
                    </a:p>
                  </a:txBody>
                  <a:tcPr marL="50800" marR="50800" marT="50800" marB="50800"/>
                </a:tc>
                <a:extLst>
                  <a:ext uri="{0D108BD9-81ED-4DB2-BD59-A6C34878D82A}">
                    <a16:rowId xmlns:a16="http://schemas.microsoft.com/office/drawing/2014/main" val="275681209"/>
                  </a:ext>
                </a:extLst>
              </a:tr>
              <a:tr h="370840">
                <a:tc>
                  <a:txBody>
                    <a:bodyPr/>
                    <a:lstStyle/>
                    <a:p>
                      <a:r>
                        <a:rPr lang="en-US" dirty="0"/>
                        <a:t>Efficiency</a:t>
                      </a:r>
                    </a:p>
                  </a:txBody>
                  <a:tcPr/>
                </a:tc>
                <a:tc>
                  <a:txBody>
                    <a:bodyPr/>
                    <a:lstStyle/>
                    <a:p>
                      <a:pPr marL="0" marR="0" fontAlgn="t">
                        <a:spcBef>
                          <a:spcPts val="0"/>
                        </a:spcBef>
                        <a:spcAft>
                          <a:spcPts val="0"/>
                        </a:spcAft>
                      </a:pPr>
                      <a:r>
                        <a:rPr lang="en-US" sz="1800" dirty="0">
                          <a:effectLst/>
                          <a:latin typeface="+mn-lt"/>
                        </a:rPr>
                        <a:t>How long does it take a novice vs. expert to perform multiple tests?</a:t>
                      </a:r>
                    </a:p>
                  </a:txBody>
                  <a:tcPr marL="50800" marR="50800" marT="50800" marB="50800"/>
                </a:tc>
                <a:tc>
                  <a:txBody>
                    <a:bodyPr/>
                    <a:lstStyle/>
                    <a:p>
                      <a:pPr marL="0" marR="0" fontAlgn="t">
                        <a:spcBef>
                          <a:spcPts val="0"/>
                        </a:spcBef>
                        <a:spcAft>
                          <a:spcPts val="0"/>
                        </a:spcAft>
                      </a:pPr>
                      <a:r>
                        <a:rPr lang="en-US" sz="1800" dirty="0">
                          <a:effectLst/>
                          <a:latin typeface="+mn-lt"/>
                        </a:rPr>
                        <a:t>Determine time for novice user to test, compare that to an expert user</a:t>
                      </a:r>
                    </a:p>
                  </a:txBody>
                  <a:tcPr marL="50800" marR="50800" marT="50800" marB="50800"/>
                </a:tc>
                <a:extLst>
                  <a:ext uri="{0D108BD9-81ED-4DB2-BD59-A6C34878D82A}">
                    <a16:rowId xmlns:a16="http://schemas.microsoft.com/office/drawing/2014/main" val="1914861338"/>
                  </a:ext>
                </a:extLst>
              </a:tr>
              <a:tr h="370840">
                <a:tc>
                  <a:txBody>
                    <a:bodyPr/>
                    <a:lstStyle/>
                    <a:p>
                      <a:r>
                        <a:rPr lang="en-US" dirty="0"/>
                        <a:t>Usability</a:t>
                      </a:r>
                    </a:p>
                  </a:txBody>
                  <a:tcPr/>
                </a:tc>
                <a:tc>
                  <a:txBody>
                    <a:bodyPr/>
                    <a:lstStyle/>
                    <a:p>
                      <a:pPr marL="0" marR="0" fontAlgn="t">
                        <a:spcBef>
                          <a:spcPts val="0"/>
                        </a:spcBef>
                        <a:spcAft>
                          <a:spcPts val="0"/>
                        </a:spcAft>
                      </a:pPr>
                      <a:r>
                        <a:rPr lang="en-US" sz="1800">
                          <a:effectLst/>
                          <a:latin typeface="+mn-lt"/>
                        </a:rPr>
                        <a:t>What are foreseeable errors, their occurrence, and severity?</a:t>
                      </a:r>
                    </a:p>
                  </a:txBody>
                  <a:tcPr marL="50800" marR="50800" marT="50800" marB="50800"/>
                </a:tc>
                <a:tc>
                  <a:txBody>
                    <a:bodyPr/>
                    <a:lstStyle/>
                    <a:p>
                      <a:pPr marL="0" marR="0" fontAlgn="t">
                        <a:spcBef>
                          <a:spcPts val="0"/>
                        </a:spcBef>
                        <a:spcAft>
                          <a:spcPts val="0"/>
                        </a:spcAft>
                      </a:pPr>
                      <a:r>
                        <a:rPr lang="en-US" sz="1800" dirty="0">
                          <a:effectLst/>
                          <a:latin typeface="+mn-lt"/>
                        </a:rPr>
                        <a:t>Usability study, UFMEA</a:t>
                      </a:r>
                    </a:p>
                  </a:txBody>
                  <a:tcPr marL="50800" marR="50800" marT="50800" marB="50800"/>
                </a:tc>
                <a:extLst>
                  <a:ext uri="{0D108BD9-81ED-4DB2-BD59-A6C34878D82A}">
                    <a16:rowId xmlns:a16="http://schemas.microsoft.com/office/drawing/2014/main" val="2872593412"/>
                  </a:ext>
                </a:extLst>
              </a:tr>
              <a:tr h="370840">
                <a:tc>
                  <a:txBody>
                    <a:bodyPr/>
                    <a:lstStyle/>
                    <a:p>
                      <a:r>
                        <a:rPr lang="en-US" dirty="0"/>
                        <a:t>User satisfaction</a:t>
                      </a:r>
                    </a:p>
                  </a:txBody>
                  <a:tcPr/>
                </a:tc>
                <a:tc>
                  <a:txBody>
                    <a:bodyPr/>
                    <a:lstStyle/>
                    <a:p>
                      <a:pPr marL="0" marR="0" fontAlgn="t">
                        <a:spcBef>
                          <a:spcPts val="0"/>
                        </a:spcBef>
                        <a:spcAft>
                          <a:spcPts val="0"/>
                        </a:spcAft>
                      </a:pPr>
                      <a:r>
                        <a:rPr lang="en-US" sz="1800" dirty="0">
                          <a:effectLst/>
                          <a:latin typeface="+mn-lt"/>
                        </a:rPr>
                        <a:t>How satisfied is a novice vs. expert when using this product</a:t>
                      </a:r>
                    </a:p>
                  </a:txBody>
                  <a:tcPr marL="50800" marR="50800" marT="50800" marB="50800"/>
                </a:tc>
                <a:tc>
                  <a:txBody>
                    <a:bodyPr/>
                    <a:lstStyle/>
                    <a:p>
                      <a:pPr marL="0" marR="0" fontAlgn="t">
                        <a:spcBef>
                          <a:spcPts val="0"/>
                        </a:spcBef>
                        <a:spcAft>
                          <a:spcPts val="0"/>
                        </a:spcAft>
                      </a:pPr>
                      <a:r>
                        <a:rPr lang="en-US" sz="1800" dirty="0">
                          <a:effectLst/>
                          <a:latin typeface="+mn-lt"/>
                        </a:rPr>
                        <a:t>Survey for users</a:t>
                      </a:r>
                    </a:p>
                  </a:txBody>
                  <a:tcPr marL="50800" marR="50800" marT="50800" marB="50800"/>
                </a:tc>
                <a:extLst>
                  <a:ext uri="{0D108BD9-81ED-4DB2-BD59-A6C34878D82A}">
                    <a16:rowId xmlns:a16="http://schemas.microsoft.com/office/drawing/2014/main" val="918131499"/>
                  </a:ext>
                </a:extLst>
              </a:tr>
            </a:tbl>
          </a:graphicData>
        </a:graphic>
      </p:graphicFrame>
      <p:sp>
        <p:nvSpPr>
          <p:cNvPr id="4" name="Slide Number Placeholder 3">
            <a:extLst>
              <a:ext uri="{FF2B5EF4-FFF2-40B4-BE49-F238E27FC236}">
                <a16:creationId xmlns:a16="http://schemas.microsoft.com/office/drawing/2014/main" id="{D5B0E8B7-359C-9656-900F-7BF3FEDEEECC}"/>
              </a:ext>
            </a:extLst>
          </p:cNvPr>
          <p:cNvSpPr>
            <a:spLocks noGrp="1"/>
          </p:cNvSpPr>
          <p:nvPr>
            <p:ph type="sldNum" sz="quarter" idx="12"/>
          </p:nvPr>
        </p:nvSpPr>
        <p:spPr/>
        <p:txBody>
          <a:bodyPr/>
          <a:lstStyle/>
          <a:p>
            <a:fld id="{294A09A9-5501-47C1-A89A-A340965A2BE2}" type="slidenum">
              <a:rPr lang="en-US" smtClean="0"/>
              <a:pPr/>
              <a:t>22</a:t>
            </a:fld>
            <a:endParaRPr lang="en-US" dirty="0">
              <a:latin typeface="+mn-lt"/>
            </a:endParaRPr>
          </a:p>
        </p:txBody>
      </p:sp>
    </p:spTree>
    <p:extLst>
      <p:ext uri="{BB962C8B-B14F-4D97-AF65-F5344CB8AC3E}">
        <p14:creationId xmlns:p14="http://schemas.microsoft.com/office/powerpoint/2010/main" val="11716624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173D29D-D911-628C-F907-14D831092D84}"/>
              </a:ext>
            </a:extLst>
          </p:cNvPr>
          <p:cNvSpPr>
            <a:spLocks noGrp="1"/>
          </p:cNvSpPr>
          <p:nvPr>
            <p:ph type="title"/>
          </p:nvPr>
        </p:nvSpPr>
        <p:spPr/>
        <p:txBody>
          <a:bodyPr/>
          <a:lstStyle/>
          <a:p>
            <a:r>
              <a:rPr lang="en-US" dirty="0"/>
              <a:t>What are aspects of the UX we can measure and improve?</a:t>
            </a:r>
          </a:p>
        </p:txBody>
      </p:sp>
      <p:sp>
        <p:nvSpPr>
          <p:cNvPr id="6" name="Content Placeholder 5">
            <a:extLst>
              <a:ext uri="{FF2B5EF4-FFF2-40B4-BE49-F238E27FC236}">
                <a16:creationId xmlns:a16="http://schemas.microsoft.com/office/drawing/2014/main" id="{92015771-541A-1CED-C8AC-5434FBDE51BE}"/>
              </a:ext>
            </a:extLst>
          </p:cNvPr>
          <p:cNvSpPr>
            <a:spLocks noGrp="1"/>
          </p:cNvSpPr>
          <p:nvPr>
            <p:ph sz="quarter" idx="13"/>
          </p:nvPr>
        </p:nvSpPr>
        <p:spPr/>
        <p:txBody>
          <a:bodyPr/>
          <a:lstStyle/>
          <a:p>
            <a:pPr marL="0" indent="0">
              <a:buNone/>
            </a:pPr>
            <a:r>
              <a:rPr lang="en-US" dirty="0"/>
              <a:t>Assign point values to each attribute, based on the importance of each parameter.</a:t>
            </a:r>
          </a:p>
        </p:txBody>
      </p:sp>
      <p:sp>
        <p:nvSpPr>
          <p:cNvPr id="4" name="Slide Number Placeholder 3">
            <a:extLst>
              <a:ext uri="{FF2B5EF4-FFF2-40B4-BE49-F238E27FC236}">
                <a16:creationId xmlns:a16="http://schemas.microsoft.com/office/drawing/2014/main" id="{C366E4DE-FCA6-E2E9-80B3-C802434E75EB}"/>
              </a:ext>
            </a:extLst>
          </p:cNvPr>
          <p:cNvSpPr>
            <a:spLocks noGrp="1"/>
          </p:cNvSpPr>
          <p:nvPr>
            <p:ph type="sldNum" sz="quarter" idx="22"/>
          </p:nvPr>
        </p:nvSpPr>
        <p:spPr/>
        <p:txBody>
          <a:bodyPr/>
          <a:lstStyle/>
          <a:p>
            <a:fld id="{294A09A9-5501-47C1-A89A-A340965A2BE2}" type="slidenum">
              <a:rPr lang="en-US" smtClean="0"/>
              <a:pPr/>
              <a:t>23</a:t>
            </a:fld>
            <a:endParaRPr lang="en-US" dirty="0"/>
          </a:p>
        </p:txBody>
      </p:sp>
      <p:graphicFrame>
        <p:nvGraphicFramePr>
          <p:cNvPr id="2" name="Table 1">
            <a:extLst>
              <a:ext uri="{FF2B5EF4-FFF2-40B4-BE49-F238E27FC236}">
                <a16:creationId xmlns:a16="http://schemas.microsoft.com/office/drawing/2014/main" id="{362E2A58-B284-5AC7-A9FD-0DB4442FB764}"/>
              </a:ext>
            </a:extLst>
          </p:cNvPr>
          <p:cNvGraphicFramePr>
            <a:graphicFrameLocks noGrp="1"/>
          </p:cNvGraphicFramePr>
          <p:nvPr>
            <p:extLst>
              <p:ext uri="{D42A27DB-BD31-4B8C-83A1-F6EECF244321}">
                <p14:modId xmlns:p14="http://schemas.microsoft.com/office/powerpoint/2010/main" val="250139060"/>
              </p:ext>
            </p:extLst>
          </p:nvPr>
        </p:nvGraphicFramePr>
        <p:xfrm>
          <a:off x="1426358" y="2431149"/>
          <a:ext cx="8128000" cy="2652925"/>
        </p:xfrm>
        <a:graphic>
          <a:graphicData uri="http://schemas.openxmlformats.org/drawingml/2006/table">
            <a:tbl>
              <a:tblPr firstRow="1" bandRow="1">
                <a:tableStyleId>{8A107856-5554-42FB-B03E-39F5DBC370BA}</a:tableStyleId>
              </a:tblPr>
              <a:tblGrid>
                <a:gridCol w="2032000">
                  <a:extLst>
                    <a:ext uri="{9D8B030D-6E8A-4147-A177-3AD203B41FA5}">
                      <a16:colId xmlns:a16="http://schemas.microsoft.com/office/drawing/2014/main" val="1473343629"/>
                    </a:ext>
                  </a:extLst>
                </a:gridCol>
                <a:gridCol w="2032000">
                  <a:extLst>
                    <a:ext uri="{9D8B030D-6E8A-4147-A177-3AD203B41FA5}">
                      <a16:colId xmlns:a16="http://schemas.microsoft.com/office/drawing/2014/main" val="1930300808"/>
                    </a:ext>
                  </a:extLst>
                </a:gridCol>
                <a:gridCol w="2032000">
                  <a:extLst>
                    <a:ext uri="{9D8B030D-6E8A-4147-A177-3AD203B41FA5}">
                      <a16:colId xmlns:a16="http://schemas.microsoft.com/office/drawing/2014/main" val="3009459202"/>
                    </a:ext>
                  </a:extLst>
                </a:gridCol>
                <a:gridCol w="2032000">
                  <a:extLst>
                    <a:ext uri="{9D8B030D-6E8A-4147-A177-3AD203B41FA5}">
                      <a16:colId xmlns:a16="http://schemas.microsoft.com/office/drawing/2014/main" val="2985038556"/>
                    </a:ext>
                  </a:extLst>
                </a:gridCol>
              </a:tblGrid>
              <a:tr h="530585">
                <a:tc>
                  <a:txBody>
                    <a:bodyPr/>
                    <a:lstStyle/>
                    <a:p>
                      <a:r>
                        <a:rPr lang="en-US" dirty="0"/>
                        <a:t>Attribute</a:t>
                      </a:r>
                    </a:p>
                  </a:txBody>
                  <a:tcPr/>
                </a:tc>
                <a:tc>
                  <a:txBody>
                    <a:bodyPr/>
                    <a:lstStyle/>
                    <a:p>
                      <a:r>
                        <a:rPr lang="en-US" dirty="0"/>
                        <a:t>Min. Acceptable</a:t>
                      </a:r>
                    </a:p>
                  </a:txBody>
                  <a:tcPr/>
                </a:tc>
                <a:tc>
                  <a:txBody>
                    <a:bodyPr/>
                    <a:lstStyle/>
                    <a:p>
                      <a:r>
                        <a:rPr lang="en-US" dirty="0"/>
                        <a:t>Target</a:t>
                      </a:r>
                    </a:p>
                  </a:txBody>
                  <a:tcPr/>
                </a:tc>
                <a:tc>
                  <a:txBody>
                    <a:bodyPr/>
                    <a:lstStyle/>
                    <a:p>
                      <a:r>
                        <a:rPr lang="en-US" dirty="0"/>
                        <a:t>Max Value</a:t>
                      </a:r>
                    </a:p>
                  </a:txBody>
                  <a:tcPr/>
                </a:tc>
                <a:extLst>
                  <a:ext uri="{0D108BD9-81ED-4DB2-BD59-A6C34878D82A}">
                    <a16:rowId xmlns:a16="http://schemas.microsoft.com/office/drawing/2014/main" val="481224950"/>
                  </a:ext>
                </a:extLst>
              </a:tr>
              <a:tr h="530585">
                <a:tc>
                  <a:txBody>
                    <a:bodyPr/>
                    <a:lstStyle/>
                    <a:p>
                      <a:r>
                        <a:rPr lang="en-US" dirty="0"/>
                        <a:t>Learnability</a:t>
                      </a:r>
                    </a:p>
                  </a:txBody>
                  <a:tcPr/>
                </a:tc>
                <a:tc>
                  <a:txBody>
                    <a:bodyPr/>
                    <a:lstStyle/>
                    <a:p>
                      <a:r>
                        <a:rPr lang="en-US" dirty="0"/>
                        <a:t>10/12</a:t>
                      </a:r>
                    </a:p>
                  </a:txBody>
                  <a:tcPr/>
                </a:tc>
                <a:tc>
                  <a:txBody>
                    <a:bodyPr/>
                    <a:lstStyle/>
                    <a:p>
                      <a:r>
                        <a:rPr lang="en-US" dirty="0"/>
                        <a:t>10/12</a:t>
                      </a:r>
                    </a:p>
                  </a:txBody>
                  <a:tcPr/>
                </a:tc>
                <a:tc>
                  <a:txBody>
                    <a:bodyPr/>
                    <a:lstStyle/>
                    <a:p>
                      <a:r>
                        <a:rPr lang="en-US" dirty="0"/>
                        <a:t>10/12</a:t>
                      </a:r>
                    </a:p>
                  </a:txBody>
                  <a:tcPr/>
                </a:tc>
                <a:extLst>
                  <a:ext uri="{0D108BD9-81ED-4DB2-BD59-A6C34878D82A}">
                    <a16:rowId xmlns:a16="http://schemas.microsoft.com/office/drawing/2014/main" val="4041986803"/>
                  </a:ext>
                </a:extLst>
              </a:tr>
              <a:tr h="530585">
                <a:tc>
                  <a:txBody>
                    <a:bodyPr/>
                    <a:lstStyle/>
                    <a:p>
                      <a:r>
                        <a:rPr lang="en-US" dirty="0"/>
                        <a:t>Efficiency</a:t>
                      </a:r>
                    </a:p>
                  </a:txBody>
                  <a:tcPr/>
                </a:tc>
                <a:tc>
                  <a:txBody>
                    <a:bodyPr/>
                    <a:lstStyle/>
                    <a:p>
                      <a:r>
                        <a:rPr lang="en-US" dirty="0"/>
                        <a:t>10/12</a:t>
                      </a:r>
                    </a:p>
                  </a:txBody>
                  <a:tcPr/>
                </a:tc>
                <a:tc>
                  <a:txBody>
                    <a:bodyPr/>
                    <a:lstStyle/>
                    <a:p>
                      <a:r>
                        <a:rPr lang="en-US" dirty="0"/>
                        <a:t>12/12</a:t>
                      </a:r>
                    </a:p>
                  </a:txBody>
                  <a:tcPr/>
                </a:tc>
                <a:tc>
                  <a:txBody>
                    <a:bodyPr/>
                    <a:lstStyle/>
                    <a:p>
                      <a:r>
                        <a:rPr lang="en-US" dirty="0"/>
                        <a:t>12/12</a:t>
                      </a:r>
                    </a:p>
                  </a:txBody>
                  <a:tcPr/>
                </a:tc>
                <a:extLst>
                  <a:ext uri="{0D108BD9-81ED-4DB2-BD59-A6C34878D82A}">
                    <a16:rowId xmlns:a16="http://schemas.microsoft.com/office/drawing/2014/main" val="3862830978"/>
                  </a:ext>
                </a:extLst>
              </a:tr>
              <a:tr h="530585">
                <a:tc>
                  <a:txBody>
                    <a:bodyPr/>
                    <a:lstStyle/>
                    <a:p>
                      <a:r>
                        <a:rPr lang="en-US" dirty="0"/>
                        <a:t>Usability</a:t>
                      </a:r>
                    </a:p>
                  </a:txBody>
                  <a:tcPr/>
                </a:tc>
                <a:tc>
                  <a:txBody>
                    <a:bodyPr/>
                    <a:lstStyle/>
                    <a:p>
                      <a:r>
                        <a:rPr lang="en-US" dirty="0"/>
                        <a:t>7/8</a:t>
                      </a:r>
                    </a:p>
                  </a:txBody>
                  <a:tcPr/>
                </a:tc>
                <a:tc>
                  <a:txBody>
                    <a:bodyPr/>
                    <a:lstStyle/>
                    <a:p>
                      <a:r>
                        <a:rPr lang="en-US" dirty="0"/>
                        <a:t>8/8</a:t>
                      </a:r>
                    </a:p>
                  </a:txBody>
                  <a:tcPr/>
                </a:tc>
                <a:tc>
                  <a:txBody>
                    <a:bodyPr/>
                    <a:lstStyle/>
                    <a:p>
                      <a:r>
                        <a:rPr lang="en-US" dirty="0"/>
                        <a:t>8/8</a:t>
                      </a:r>
                    </a:p>
                  </a:txBody>
                  <a:tcPr/>
                </a:tc>
                <a:extLst>
                  <a:ext uri="{0D108BD9-81ED-4DB2-BD59-A6C34878D82A}">
                    <a16:rowId xmlns:a16="http://schemas.microsoft.com/office/drawing/2014/main" val="1504296963"/>
                  </a:ext>
                </a:extLst>
              </a:tr>
              <a:tr h="530585">
                <a:tc>
                  <a:txBody>
                    <a:bodyPr/>
                    <a:lstStyle/>
                    <a:p>
                      <a:r>
                        <a:rPr lang="en-US" dirty="0"/>
                        <a:t>User satisfaction</a:t>
                      </a:r>
                    </a:p>
                  </a:txBody>
                  <a:tcPr/>
                </a:tc>
                <a:tc>
                  <a:txBody>
                    <a:bodyPr/>
                    <a:lstStyle/>
                    <a:p>
                      <a:r>
                        <a:rPr lang="en-US" dirty="0"/>
                        <a:t>6/8</a:t>
                      </a:r>
                    </a:p>
                  </a:txBody>
                  <a:tcPr/>
                </a:tc>
                <a:tc>
                  <a:txBody>
                    <a:bodyPr/>
                    <a:lstStyle/>
                    <a:p>
                      <a:r>
                        <a:rPr lang="en-US" dirty="0"/>
                        <a:t>8/8</a:t>
                      </a:r>
                    </a:p>
                  </a:txBody>
                  <a:tcPr/>
                </a:tc>
                <a:tc>
                  <a:txBody>
                    <a:bodyPr/>
                    <a:lstStyle/>
                    <a:p>
                      <a:r>
                        <a:rPr lang="en-US" dirty="0"/>
                        <a:t>8/8</a:t>
                      </a:r>
                    </a:p>
                  </a:txBody>
                  <a:tcPr/>
                </a:tc>
                <a:extLst>
                  <a:ext uri="{0D108BD9-81ED-4DB2-BD59-A6C34878D82A}">
                    <a16:rowId xmlns:a16="http://schemas.microsoft.com/office/drawing/2014/main" val="1770479354"/>
                  </a:ext>
                </a:extLst>
              </a:tr>
            </a:tbl>
          </a:graphicData>
        </a:graphic>
      </p:graphicFrame>
    </p:spTree>
    <p:extLst>
      <p:ext uri="{BB962C8B-B14F-4D97-AF65-F5344CB8AC3E}">
        <p14:creationId xmlns:p14="http://schemas.microsoft.com/office/powerpoint/2010/main" val="24188038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99F0A-8070-7504-FA0F-39892178FFAB}"/>
              </a:ext>
            </a:extLst>
          </p:cNvPr>
          <p:cNvSpPr>
            <a:spLocks noGrp="1"/>
          </p:cNvSpPr>
          <p:nvPr>
            <p:ph type="title"/>
          </p:nvPr>
        </p:nvSpPr>
        <p:spPr/>
        <p:txBody>
          <a:bodyPr/>
          <a:lstStyle/>
          <a:p>
            <a:r>
              <a:rPr lang="en-US" dirty="0"/>
              <a:t>3. Translate Critical Factors into a Scoring System</a:t>
            </a:r>
          </a:p>
        </p:txBody>
      </p:sp>
      <p:sp>
        <p:nvSpPr>
          <p:cNvPr id="3" name="Table Placeholder 2">
            <a:extLst>
              <a:ext uri="{FF2B5EF4-FFF2-40B4-BE49-F238E27FC236}">
                <a16:creationId xmlns:a16="http://schemas.microsoft.com/office/drawing/2014/main" id="{FA2CEC1E-E041-84F3-7857-7D71936CD666}"/>
              </a:ext>
            </a:extLst>
          </p:cNvPr>
          <p:cNvSpPr>
            <a:spLocks noGrp="1"/>
          </p:cNvSpPr>
          <p:nvPr>
            <p:ph type="tbl" sz="quarter" idx="10"/>
          </p:nvPr>
        </p:nvSpPr>
        <p:spPr>
          <a:xfrm>
            <a:off x="594360" y="2628629"/>
            <a:ext cx="3981839" cy="3636740"/>
          </a:xfrm>
        </p:spPr>
        <p:txBody>
          <a:bodyPr/>
          <a:lstStyle/>
          <a:p>
            <a:pPr marL="0" indent="0">
              <a:buNone/>
            </a:pPr>
            <a:r>
              <a:rPr lang="en-US" dirty="0"/>
              <a:t>Scoring system needs to be adjusted:</a:t>
            </a:r>
          </a:p>
          <a:p>
            <a:pPr marL="914400" lvl="1" indent="-457200"/>
            <a:r>
              <a:rPr lang="en-US" dirty="0"/>
              <a:t>Everyone rated satisfaction 6 or 7.</a:t>
            </a:r>
          </a:p>
          <a:p>
            <a:pPr marL="914400" lvl="1" indent="-457200"/>
            <a:r>
              <a:rPr lang="en-US" dirty="0"/>
              <a:t>Signals too similar, some questions weren’t specific enough for satisfaction and efficiency.</a:t>
            </a:r>
          </a:p>
        </p:txBody>
      </p:sp>
      <p:sp>
        <p:nvSpPr>
          <p:cNvPr id="4" name="Slide Number Placeholder 3">
            <a:extLst>
              <a:ext uri="{FF2B5EF4-FFF2-40B4-BE49-F238E27FC236}">
                <a16:creationId xmlns:a16="http://schemas.microsoft.com/office/drawing/2014/main" id="{76B99AED-6FA2-9B57-2E52-7247FF102609}"/>
              </a:ext>
            </a:extLst>
          </p:cNvPr>
          <p:cNvSpPr>
            <a:spLocks noGrp="1"/>
          </p:cNvSpPr>
          <p:nvPr>
            <p:ph type="sldNum" sz="quarter" idx="12"/>
          </p:nvPr>
        </p:nvSpPr>
        <p:spPr/>
        <p:txBody>
          <a:bodyPr/>
          <a:lstStyle/>
          <a:p>
            <a:fld id="{294A09A9-5501-47C1-A89A-A340965A2BE2}" type="slidenum">
              <a:rPr lang="en-US" smtClean="0"/>
              <a:pPr/>
              <a:t>24</a:t>
            </a:fld>
            <a:endParaRPr lang="en-US" dirty="0"/>
          </a:p>
        </p:txBody>
      </p:sp>
      <p:graphicFrame>
        <p:nvGraphicFramePr>
          <p:cNvPr id="7" name="Chart 6">
            <a:extLst>
              <a:ext uri="{FF2B5EF4-FFF2-40B4-BE49-F238E27FC236}">
                <a16:creationId xmlns:a16="http://schemas.microsoft.com/office/drawing/2014/main" id="{23ACB0D4-C37F-FCE5-3287-34B258CB3B89}"/>
              </a:ext>
            </a:extLst>
          </p:cNvPr>
          <p:cNvGraphicFramePr/>
          <p:nvPr>
            <p:extLst>
              <p:ext uri="{D42A27DB-BD31-4B8C-83A1-F6EECF244321}">
                <p14:modId xmlns:p14="http://schemas.microsoft.com/office/powerpoint/2010/main" val="3591879550"/>
              </p:ext>
            </p:extLst>
          </p:nvPr>
        </p:nvGraphicFramePr>
        <p:xfrm>
          <a:off x="4576199" y="1525074"/>
          <a:ext cx="7210719" cy="480714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850656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80F84-6363-AAC5-94B2-2677DE111B83}"/>
              </a:ext>
            </a:extLst>
          </p:cNvPr>
          <p:cNvSpPr>
            <a:spLocks noGrp="1"/>
          </p:cNvSpPr>
          <p:nvPr>
            <p:ph type="title"/>
          </p:nvPr>
        </p:nvSpPr>
        <p:spPr/>
        <p:txBody>
          <a:bodyPr/>
          <a:lstStyle/>
          <a:p>
            <a:r>
              <a:rPr lang="en-US" dirty="0"/>
              <a:t>3. Translate Critical Factors into a Scoring System</a:t>
            </a:r>
          </a:p>
        </p:txBody>
      </p:sp>
      <p:sp>
        <p:nvSpPr>
          <p:cNvPr id="3" name="Table Placeholder 2">
            <a:extLst>
              <a:ext uri="{FF2B5EF4-FFF2-40B4-BE49-F238E27FC236}">
                <a16:creationId xmlns:a16="http://schemas.microsoft.com/office/drawing/2014/main" id="{EBE18577-952A-12C9-25AA-F74AD3D0F890}"/>
              </a:ext>
            </a:extLst>
          </p:cNvPr>
          <p:cNvSpPr>
            <a:spLocks noGrp="1"/>
          </p:cNvSpPr>
          <p:nvPr>
            <p:ph type="tbl" sz="quarter" idx="10"/>
          </p:nvPr>
        </p:nvSpPr>
        <p:spPr/>
        <p:txBody>
          <a:bodyPr/>
          <a:lstStyle/>
          <a:p>
            <a:pPr marL="0" indent="0">
              <a:buNone/>
            </a:pPr>
            <a:r>
              <a:rPr lang="en-US" dirty="0"/>
              <a:t>May need to use study data to adjust the scoring system where needed based on sensitivity/signals, with signals being from users' rankings</a:t>
            </a:r>
          </a:p>
          <a:p>
            <a:pPr marL="457200" indent="-457200"/>
            <a:r>
              <a:rPr lang="en-US" dirty="0"/>
              <a:t>Signal is present but not captured in current method --&gt; reevaluate scoring/method</a:t>
            </a:r>
          </a:p>
          <a:p>
            <a:pPr marL="457200" indent="-457200"/>
            <a:r>
              <a:rPr lang="en-US" dirty="0"/>
              <a:t>No signal is present, but scoring reflects presence --&gt; reevaluate scoring/method</a:t>
            </a:r>
          </a:p>
          <a:p>
            <a:pPr marL="457200" indent="-457200"/>
            <a:r>
              <a:rPr lang="en-US" dirty="0"/>
              <a:t>No signal is present, then all products are similar in this space --&gt; is that parameter important?</a:t>
            </a:r>
          </a:p>
          <a:p>
            <a:pPr marL="0" indent="0">
              <a:buNone/>
            </a:pPr>
            <a:endParaRPr lang="en-US" dirty="0"/>
          </a:p>
        </p:txBody>
      </p:sp>
      <p:sp>
        <p:nvSpPr>
          <p:cNvPr id="4" name="Slide Number Placeholder 3">
            <a:extLst>
              <a:ext uri="{FF2B5EF4-FFF2-40B4-BE49-F238E27FC236}">
                <a16:creationId xmlns:a16="http://schemas.microsoft.com/office/drawing/2014/main" id="{FEDD47A7-6331-1A04-B9F3-55426DD45657}"/>
              </a:ext>
            </a:extLst>
          </p:cNvPr>
          <p:cNvSpPr>
            <a:spLocks noGrp="1"/>
          </p:cNvSpPr>
          <p:nvPr>
            <p:ph type="sldNum" sz="quarter" idx="12"/>
          </p:nvPr>
        </p:nvSpPr>
        <p:spPr/>
        <p:txBody>
          <a:bodyPr/>
          <a:lstStyle/>
          <a:p>
            <a:fld id="{294A09A9-5501-47C1-A89A-A340965A2BE2}" type="slidenum">
              <a:rPr lang="en-US" smtClean="0"/>
              <a:pPr/>
              <a:t>25</a:t>
            </a:fld>
            <a:endParaRPr lang="en-US" dirty="0"/>
          </a:p>
        </p:txBody>
      </p:sp>
    </p:spTree>
    <p:extLst>
      <p:ext uri="{BB962C8B-B14F-4D97-AF65-F5344CB8AC3E}">
        <p14:creationId xmlns:p14="http://schemas.microsoft.com/office/powerpoint/2010/main" val="3741226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23460-CB5B-77CE-E93E-FB5D2A4BC869}"/>
              </a:ext>
            </a:extLst>
          </p:cNvPr>
          <p:cNvSpPr>
            <a:spLocks noGrp="1"/>
          </p:cNvSpPr>
          <p:nvPr>
            <p:ph type="title"/>
          </p:nvPr>
        </p:nvSpPr>
        <p:spPr/>
        <p:txBody>
          <a:bodyPr/>
          <a:lstStyle/>
          <a:p>
            <a:r>
              <a:rPr lang="en-US" dirty="0"/>
              <a:t>3. Translate Critical Factors into a Scoring System</a:t>
            </a:r>
          </a:p>
        </p:txBody>
      </p:sp>
      <p:sp>
        <p:nvSpPr>
          <p:cNvPr id="3" name="Table Placeholder 2">
            <a:extLst>
              <a:ext uri="{FF2B5EF4-FFF2-40B4-BE49-F238E27FC236}">
                <a16:creationId xmlns:a16="http://schemas.microsoft.com/office/drawing/2014/main" id="{12D1DBA3-385B-C13F-2646-9DFA57E253DB}"/>
              </a:ext>
            </a:extLst>
          </p:cNvPr>
          <p:cNvSpPr>
            <a:spLocks noGrp="1"/>
          </p:cNvSpPr>
          <p:nvPr>
            <p:ph type="tbl" sz="quarter" idx="10"/>
          </p:nvPr>
        </p:nvSpPr>
        <p:spPr/>
        <p:txBody>
          <a:bodyPr/>
          <a:lstStyle/>
          <a:p>
            <a:r>
              <a:rPr lang="en-US" dirty="0"/>
              <a:t>Goal of adjustment to normalize data. One person’s “easy” isn’t the same as another’s.</a:t>
            </a:r>
          </a:p>
          <a:p>
            <a:r>
              <a:rPr lang="en-US" dirty="0"/>
              <a:t>Want data to be more polar, the results should capture a clear preference or dislike and why.</a:t>
            </a:r>
          </a:p>
        </p:txBody>
      </p:sp>
      <p:sp>
        <p:nvSpPr>
          <p:cNvPr id="4" name="Slide Number Placeholder 3">
            <a:extLst>
              <a:ext uri="{FF2B5EF4-FFF2-40B4-BE49-F238E27FC236}">
                <a16:creationId xmlns:a16="http://schemas.microsoft.com/office/drawing/2014/main" id="{2C802606-0469-0FEA-E60F-83D2C64099E9}"/>
              </a:ext>
            </a:extLst>
          </p:cNvPr>
          <p:cNvSpPr>
            <a:spLocks noGrp="1"/>
          </p:cNvSpPr>
          <p:nvPr>
            <p:ph type="sldNum" sz="quarter" idx="12"/>
          </p:nvPr>
        </p:nvSpPr>
        <p:spPr/>
        <p:txBody>
          <a:bodyPr/>
          <a:lstStyle/>
          <a:p>
            <a:fld id="{294A09A9-5501-47C1-A89A-A340965A2BE2}" type="slidenum">
              <a:rPr lang="en-US" smtClean="0"/>
              <a:pPr/>
              <a:t>26</a:t>
            </a:fld>
            <a:endParaRPr lang="en-US" dirty="0"/>
          </a:p>
        </p:txBody>
      </p:sp>
    </p:spTree>
    <p:extLst>
      <p:ext uri="{BB962C8B-B14F-4D97-AF65-F5344CB8AC3E}">
        <p14:creationId xmlns:p14="http://schemas.microsoft.com/office/powerpoint/2010/main" val="39804077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99F0A-8070-7504-FA0F-39892178FFAB}"/>
              </a:ext>
            </a:extLst>
          </p:cNvPr>
          <p:cNvSpPr>
            <a:spLocks noGrp="1"/>
          </p:cNvSpPr>
          <p:nvPr>
            <p:ph type="title"/>
          </p:nvPr>
        </p:nvSpPr>
        <p:spPr/>
        <p:txBody>
          <a:bodyPr/>
          <a:lstStyle/>
          <a:p>
            <a:r>
              <a:rPr lang="en-US" dirty="0"/>
              <a:t>3. Translate Critical Factors into a Scoring System</a:t>
            </a:r>
          </a:p>
        </p:txBody>
      </p:sp>
      <p:sp>
        <p:nvSpPr>
          <p:cNvPr id="4" name="Slide Number Placeholder 3">
            <a:extLst>
              <a:ext uri="{FF2B5EF4-FFF2-40B4-BE49-F238E27FC236}">
                <a16:creationId xmlns:a16="http://schemas.microsoft.com/office/drawing/2014/main" id="{76B99AED-6FA2-9B57-2E52-7247FF102609}"/>
              </a:ext>
            </a:extLst>
          </p:cNvPr>
          <p:cNvSpPr>
            <a:spLocks noGrp="1"/>
          </p:cNvSpPr>
          <p:nvPr>
            <p:ph type="sldNum" sz="quarter" idx="12"/>
          </p:nvPr>
        </p:nvSpPr>
        <p:spPr/>
        <p:txBody>
          <a:bodyPr/>
          <a:lstStyle/>
          <a:p>
            <a:fld id="{294A09A9-5501-47C1-A89A-A340965A2BE2}" type="slidenum">
              <a:rPr lang="en-US" smtClean="0"/>
              <a:pPr/>
              <a:t>27</a:t>
            </a:fld>
            <a:endParaRPr lang="en-US" dirty="0"/>
          </a:p>
        </p:txBody>
      </p:sp>
      <p:graphicFrame>
        <p:nvGraphicFramePr>
          <p:cNvPr id="7" name="Chart 6">
            <a:extLst>
              <a:ext uri="{FF2B5EF4-FFF2-40B4-BE49-F238E27FC236}">
                <a16:creationId xmlns:a16="http://schemas.microsoft.com/office/drawing/2014/main" id="{23ACB0D4-C37F-FCE5-3287-34B258CB3B89}"/>
              </a:ext>
            </a:extLst>
          </p:cNvPr>
          <p:cNvGraphicFramePr/>
          <p:nvPr>
            <p:extLst>
              <p:ext uri="{D42A27DB-BD31-4B8C-83A1-F6EECF244321}">
                <p14:modId xmlns:p14="http://schemas.microsoft.com/office/powerpoint/2010/main" val="3172386283"/>
              </p:ext>
            </p:extLst>
          </p:nvPr>
        </p:nvGraphicFramePr>
        <p:xfrm>
          <a:off x="2583510" y="1772725"/>
          <a:ext cx="7024980" cy="468332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837072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close-up of a test card&#10;&#10;Description automatically generated">
            <a:extLst>
              <a:ext uri="{FF2B5EF4-FFF2-40B4-BE49-F238E27FC236}">
                <a16:creationId xmlns:a16="http://schemas.microsoft.com/office/drawing/2014/main" id="{57916BB7-2445-2877-1685-B14CEBCD7FDF}"/>
              </a:ext>
            </a:extLst>
          </p:cNvPr>
          <p:cNvPicPr>
            <a:picLocks noGrp="1" noChangeAspect="1"/>
          </p:cNvPicPr>
          <p:nvPr>
            <p:ph type="pic" sz="quarter" idx="13"/>
          </p:nvPr>
        </p:nvPicPr>
        <p:blipFill>
          <a:blip r:embed="rId3">
            <a:extLst>
              <a:ext uri="{BEBA8EAE-BF5A-486C-A8C5-ECC9F3942E4B}">
                <a14:imgProps xmlns:a14="http://schemas.microsoft.com/office/drawing/2010/main">
                  <a14:imgLayer r:embed="rId4">
                    <a14:imgEffect>
                      <a14:artisticLightScreen/>
                    </a14:imgEffect>
                    <a14:imgEffect>
                      <a14:colorTemperature colorTemp="7200"/>
                    </a14:imgEffect>
                    <a14:imgEffect>
                      <a14:saturation sat="114000"/>
                    </a14:imgEffect>
                    <a14:imgEffect>
                      <a14:brightnessContrast bright="-55000" contrast="16000"/>
                    </a14:imgEffect>
                  </a14:imgLayer>
                </a14:imgProps>
              </a:ext>
              <a:ext uri="{28A0092B-C50C-407E-A947-70E740481C1C}">
                <a14:useLocalDpi xmlns:a14="http://schemas.microsoft.com/office/drawing/2010/main" val="0"/>
              </a:ext>
            </a:extLst>
          </a:blip>
          <a:srcRect l="162" r="162"/>
          <a:stretch/>
        </p:blipFill>
        <p:spPr/>
      </p:pic>
      <p:sp>
        <p:nvSpPr>
          <p:cNvPr id="2" name="Title 1">
            <a:extLst>
              <a:ext uri="{FF2B5EF4-FFF2-40B4-BE49-F238E27FC236}">
                <a16:creationId xmlns:a16="http://schemas.microsoft.com/office/drawing/2014/main" id="{1F910385-D576-A8E8-F70D-21FE2659444F}"/>
              </a:ext>
            </a:extLst>
          </p:cNvPr>
          <p:cNvSpPr>
            <a:spLocks noGrp="1"/>
          </p:cNvSpPr>
          <p:nvPr>
            <p:ph type="title"/>
          </p:nvPr>
        </p:nvSpPr>
        <p:spPr>
          <a:xfrm>
            <a:off x="5688281" y="444933"/>
            <a:ext cx="6098557" cy="3291840"/>
          </a:xfrm>
          <a:effectLst>
            <a:outerShdw blurRad="50800" dist="38100" dir="2700000" algn="tl" rotWithShape="0">
              <a:prstClr val="black">
                <a:alpha val="40000"/>
              </a:prstClr>
            </a:outerShdw>
          </a:effectLst>
        </p:spPr>
        <p:txBody>
          <a:bodyPr/>
          <a:lstStyle/>
          <a:p>
            <a:r>
              <a:rPr lang="en-US" dirty="0"/>
              <a:t>Case Study: Designing the Binax COVID test</a:t>
            </a:r>
          </a:p>
        </p:txBody>
      </p:sp>
    </p:spTree>
    <p:extLst>
      <p:ext uri="{BB962C8B-B14F-4D97-AF65-F5344CB8AC3E}">
        <p14:creationId xmlns:p14="http://schemas.microsoft.com/office/powerpoint/2010/main" val="2995025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E744D12-0311-4B7E-DBCF-C8DF2B6C67D2}"/>
              </a:ext>
            </a:extLst>
          </p:cNvPr>
          <p:cNvSpPr>
            <a:spLocks noGrp="1"/>
          </p:cNvSpPr>
          <p:nvPr>
            <p:ph type="title"/>
          </p:nvPr>
        </p:nvSpPr>
        <p:spPr/>
        <p:txBody>
          <a:bodyPr/>
          <a:lstStyle/>
          <a:p>
            <a:r>
              <a:rPr lang="en-US" dirty="0"/>
              <a:t>Company/Design Concerns</a:t>
            </a:r>
          </a:p>
        </p:txBody>
      </p:sp>
      <p:graphicFrame>
        <p:nvGraphicFramePr>
          <p:cNvPr id="12" name="Content Placeholder 11">
            <a:extLst>
              <a:ext uri="{FF2B5EF4-FFF2-40B4-BE49-F238E27FC236}">
                <a16:creationId xmlns:a16="http://schemas.microsoft.com/office/drawing/2014/main" id="{8DBF6650-B3A0-A5BB-2504-1BCC89EC0B0C}"/>
              </a:ext>
            </a:extLst>
          </p:cNvPr>
          <p:cNvGraphicFramePr>
            <a:graphicFrameLocks noGrp="1"/>
          </p:cNvGraphicFramePr>
          <p:nvPr>
            <p:ph type="tbl" sz="quarter" idx="10"/>
            <p:extLst>
              <p:ext uri="{D42A27DB-BD31-4B8C-83A1-F6EECF244321}">
                <p14:modId xmlns:p14="http://schemas.microsoft.com/office/powerpoint/2010/main" val="3417300517"/>
              </p:ext>
            </p:extLst>
          </p:nvPr>
        </p:nvGraphicFramePr>
        <p:xfrm>
          <a:off x="593725" y="2628900"/>
          <a:ext cx="10972799" cy="3134360"/>
        </p:xfrm>
        <a:graphic>
          <a:graphicData uri="http://schemas.openxmlformats.org/drawingml/2006/table">
            <a:tbl>
              <a:tblPr firstRow="1" bandRow="1">
                <a:tableStyleId>{8A107856-5554-42FB-B03E-39F5DBC370BA}</a:tableStyleId>
              </a:tblPr>
              <a:tblGrid>
                <a:gridCol w="3496121">
                  <a:extLst>
                    <a:ext uri="{9D8B030D-6E8A-4147-A177-3AD203B41FA5}">
                      <a16:colId xmlns:a16="http://schemas.microsoft.com/office/drawing/2014/main" val="429170038"/>
                    </a:ext>
                  </a:extLst>
                </a:gridCol>
                <a:gridCol w="7476678">
                  <a:extLst>
                    <a:ext uri="{9D8B030D-6E8A-4147-A177-3AD203B41FA5}">
                      <a16:colId xmlns:a16="http://schemas.microsoft.com/office/drawing/2014/main" val="295724666"/>
                    </a:ext>
                  </a:extLst>
                </a:gridCol>
              </a:tblGrid>
              <a:tr h="370840">
                <a:tc>
                  <a:txBody>
                    <a:bodyPr/>
                    <a:lstStyle/>
                    <a:p>
                      <a:r>
                        <a:rPr lang="en-US" dirty="0"/>
                        <a:t>Area of Concern</a:t>
                      </a:r>
                    </a:p>
                  </a:txBody>
                  <a:tcPr/>
                </a:tc>
                <a:tc>
                  <a:txBody>
                    <a:bodyPr/>
                    <a:lstStyle/>
                    <a:p>
                      <a:pPr marL="0">
                        <a:spcBef>
                          <a:spcPts val="600"/>
                        </a:spcBef>
                      </a:pPr>
                      <a:r>
                        <a:rPr lang="en-US" dirty="0"/>
                        <a:t>Description</a:t>
                      </a:r>
                    </a:p>
                  </a:txBody>
                  <a:tcPr/>
                </a:tc>
                <a:extLst>
                  <a:ext uri="{0D108BD9-81ED-4DB2-BD59-A6C34878D82A}">
                    <a16:rowId xmlns:a16="http://schemas.microsoft.com/office/drawing/2014/main" val="1205763524"/>
                  </a:ext>
                </a:extLst>
              </a:tr>
              <a:tr h="370840">
                <a:tc>
                  <a:txBody>
                    <a:bodyPr/>
                    <a:lstStyle/>
                    <a:p>
                      <a:r>
                        <a:rPr lang="en-US" dirty="0"/>
                        <a:t>Lack of precedence</a:t>
                      </a:r>
                    </a:p>
                  </a:txBody>
                  <a:tcPr/>
                </a:tc>
                <a:tc>
                  <a:txBody>
                    <a:bodyPr/>
                    <a:lstStyle/>
                    <a:p>
                      <a:pPr marL="0">
                        <a:spcBef>
                          <a:spcPts val="600"/>
                        </a:spcBef>
                      </a:pPr>
                      <a:r>
                        <a:rPr lang="en-US" dirty="0"/>
                        <a:t>Most lay users have never had to use an at home test of any kind. Only comparable device is a pregnancy test.</a:t>
                      </a:r>
                    </a:p>
                  </a:txBody>
                  <a:tcPr/>
                </a:tc>
                <a:extLst>
                  <a:ext uri="{0D108BD9-81ED-4DB2-BD59-A6C34878D82A}">
                    <a16:rowId xmlns:a16="http://schemas.microsoft.com/office/drawing/2014/main" val="3341039240"/>
                  </a:ext>
                </a:extLst>
              </a:tr>
              <a:tr h="370840">
                <a:tc>
                  <a:txBody>
                    <a:bodyPr/>
                    <a:lstStyle/>
                    <a:p>
                      <a:r>
                        <a:rPr lang="en-US" dirty="0"/>
                        <a:t>Perceived safety</a:t>
                      </a:r>
                    </a:p>
                  </a:txBody>
                  <a:tcPr/>
                </a:tc>
                <a:tc>
                  <a:txBody>
                    <a:bodyPr/>
                    <a:lstStyle/>
                    <a:p>
                      <a:pPr marL="0">
                        <a:spcBef>
                          <a:spcPts val="600"/>
                        </a:spcBef>
                      </a:pPr>
                      <a:r>
                        <a:rPr lang="en-US" dirty="0"/>
                        <a:t>Concern that parents would be hesitant to use this on their children.</a:t>
                      </a:r>
                    </a:p>
                  </a:txBody>
                  <a:tcPr/>
                </a:tc>
                <a:extLst>
                  <a:ext uri="{0D108BD9-81ED-4DB2-BD59-A6C34878D82A}">
                    <a16:rowId xmlns:a16="http://schemas.microsoft.com/office/drawing/2014/main" val="323679195"/>
                  </a:ext>
                </a:extLst>
              </a:tr>
              <a:tr h="370840">
                <a:tc>
                  <a:txBody>
                    <a:bodyPr/>
                    <a:lstStyle/>
                    <a:p>
                      <a:r>
                        <a:rPr lang="en-US" dirty="0"/>
                        <a:t>Durability</a:t>
                      </a:r>
                    </a:p>
                  </a:txBody>
                  <a:tcPr/>
                </a:tc>
                <a:tc>
                  <a:txBody>
                    <a:bodyPr/>
                    <a:lstStyle/>
                    <a:p>
                      <a:pPr marL="0">
                        <a:spcBef>
                          <a:spcPts val="600"/>
                        </a:spcBef>
                      </a:pPr>
                      <a:r>
                        <a:rPr lang="en-US" dirty="0"/>
                        <a:t>Kit needs to be shelf stable and survive transport as freight.</a:t>
                      </a:r>
                    </a:p>
                  </a:txBody>
                  <a:tcPr/>
                </a:tc>
                <a:extLst>
                  <a:ext uri="{0D108BD9-81ED-4DB2-BD59-A6C34878D82A}">
                    <a16:rowId xmlns:a16="http://schemas.microsoft.com/office/drawing/2014/main" val="3139152365"/>
                  </a:ext>
                </a:extLst>
              </a:tr>
              <a:tr h="370840">
                <a:tc>
                  <a:txBody>
                    <a:bodyPr/>
                    <a:lstStyle/>
                    <a:p>
                      <a:r>
                        <a:rPr lang="en-US" dirty="0"/>
                        <a:t>Cost</a:t>
                      </a:r>
                    </a:p>
                  </a:txBody>
                  <a:tcPr/>
                </a:tc>
                <a:tc>
                  <a:txBody>
                    <a:bodyPr/>
                    <a:lstStyle/>
                    <a:p>
                      <a:pPr marL="0">
                        <a:spcBef>
                          <a:spcPts val="600"/>
                        </a:spcBef>
                      </a:pPr>
                      <a:r>
                        <a:rPr lang="en-US" dirty="0"/>
                        <a:t>Needed to be something that could be manufactured at a huge scale.</a:t>
                      </a:r>
                    </a:p>
                  </a:txBody>
                  <a:tcPr/>
                </a:tc>
                <a:extLst>
                  <a:ext uri="{0D108BD9-81ED-4DB2-BD59-A6C34878D82A}">
                    <a16:rowId xmlns:a16="http://schemas.microsoft.com/office/drawing/2014/main" val="3986165250"/>
                  </a:ext>
                </a:extLst>
              </a:tr>
              <a:tr h="370840">
                <a:tc>
                  <a:txBody>
                    <a:bodyPr/>
                    <a:lstStyle/>
                    <a:p>
                      <a:r>
                        <a:rPr lang="en-US" dirty="0"/>
                        <a:t>Disposability/Biohazard concerns</a:t>
                      </a:r>
                    </a:p>
                  </a:txBody>
                  <a:tcPr/>
                </a:tc>
                <a:tc>
                  <a:txBody>
                    <a:bodyPr/>
                    <a:lstStyle/>
                    <a:p>
                      <a:pPr marL="0">
                        <a:spcBef>
                          <a:spcPts val="600"/>
                        </a:spcBef>
                      </a:pPr>
                      <a:r>
                        <a:rPr lang="en-US" dirty="0"/>
                        <a:t>Test kit needed to contain the sample for easy disposal.</a:t>
                      </a:r>
                    </a:p>
                  </a:txBody>
                  <a:tcPr/>
                </a:tc>
                <a:extLst>
                  <a:ext uri="{0D108BD9-81ED-4DB2-BD59-A6C34878D82A}">
                    <a16:rowId xmlns:a16="http://schemas.microsoft.com/office/drawing/2014/main" val="2144043696"/>
                  </a:ext>
                </a:extLst>
              </a:tr>
              <a:tr h="370840">
                <a:tc>
                  <a:txBody>
                    <a:bodyPr/>
                    <a:lstStyle/>
                    <a:p>
                      <a:r>
                        <a:rPr lang="en-US" dirty="0"/>
                        <a:t>Social distancing</a:t>
                      </a:r>
                    </a:p>
                  </a:txBody>
                  <a:tcPr/>
                </a:tc>
                <a:tc>
                  <a:txBody>
                    <a:bodyPr/>
                    <a:lstStyle/>
                    <a:p>
                      <a:pPr marL="0">
                        <a:spcBef>
                          <a:spcPts val="600"/>
                        </a:spcBef>
                      </a:pPr>
                      <a:r>
                        <a:rPr lang="en-US" dirty="0"/>
                        <a:t>Could not rely on HCPs to demonstrate or instruct a user to do the test. Challenge for recruitment.</a:t>
                      </a:r>
                    </a:p>
                  </a:txBody>
                  <a:tcPr/>
                </a:tc>
                <a:extLst>
                  <a:ext uri="{0D108BD9-81ED-4DB2-BD59-A6C34878D82A}">
                    <a16:rowId xmlns:a16="http://schemas.microsoft.com/office/drawing/2014/main" val="3845332208"/>
                  </a:ext>
                </a:extLst>
              </a:tr>
            </a:tbl>
          </a:graphicData>
        </a:graphic>
      </p:graphicFrame>
      <p:sp>
        <p:nvSpPr>
          <p:cNvPr id="5" name="Slide Number Placeholder 4">
            <a:extLst>
              <a:ext uri="{FF2B5EF4-FFF2-40B4-BE49-F238E27FC236}">
                <a16:creationId xmlns:a16="http://schemas.microsoft.com/office/drawing/2014/main" id="{D695E961-DEDF-A61C-4BB7-2D91334BD77E}"/>
              </a:ext>
            </a:extLst>
          </p:cNvPr>
          <p:cNvSpPr>
            <a:spLocks noGrp="1"/>
          </p:cNvSpPr>
          <p:nvPr>
            <p:ph type="sldNum" sz="quarter" idx="12"/>
          </p:nvPr>
        </p:nvSpPr>
        <p:spPr/>
        <p:txBody>
          <a:bodyPr/>
          <a:lstStyle/>
          <a:p>
            <a:fld id="{294A09A9-5501-47C1-A89A-A340965A2BE2}" type="slidenum">
              <a:rPr lang="en-US" smtClean="0"/>
              <a:pPr/>
              <a:t>29</a:t>
            </a:fld>
            <a:endParaRPr lang="en-US" dirty="0">
              <a:latin typeface="+mn-lt"/>
            </a:endParaRPr>
          </a:p>
        </p:txBody>
      </p:sp>
    </p:spTree>
    <p:extLst>
      <p:ext uri="{BB962C8B-B14F-4D97-AF65-F5344CB8AC3E}">
        <p14:creationId xmlns:p14="http://schemas.microsoft.com/office/powerpoint/2010/main" val="7466890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07B3A1F-1869-94CA-5727-988D82AED660}"/>
              </a:ext>
            </a:extLst>
          </p:cNvPr>
          <p:cNvSpPr>
            <a:spLocks noGrp="1"/>
          </p:cNvSpPr>
          <p:nvPr>
            <p:ph type="title"/>
          </p:nvPr>
        </p:nvSpPr>
        <p:spPr/>
        <p:txBody>
          <a:bodyPr/>
          <a:lstStyle/>
          <a:p>
            <a:r>
              <a:rPr lang="en-US" dirty="0"/>
              <a:t>Breaking down critical factors</a:t>
            </a:r>
          </a:p>
        </p:txBody>
      </p:sp>
      <p:sp>
        <p:nvSpPr>
          <p:cNvPr id="7" name="Content Placeholder 6">
            <a:extLst>
              <a:ext uri="{FF2B5EF4-FFF2-40B4-BE49-F238E27FC236}">
                <a16:creationId xmlns:a16="http://schemas.microsoft.com/office/drawing/2014/main" id="{199ABA52-0F73-6FBC-BB41-5143574CA2C9}"/>
              </a:ext>
            </a:extLst>
          </p:cNvPr>
          <p:cNvSpPr>
            <a:spLocks noGrp="1"/>
          </p:cNvSpPr>
          <p:nvPr>
            <p:ph sz="quarter" idx="13"/>
          </p:nvPr>
        </p:nvSpPr>
        <p:spPr/>
        <p:txBody>
          <a:bodyPr>
            <a:normAutofit/>
          </a:bodyPr>
          <a:lstStyle/>
          <a:p>
            <a:pPr marL="0" indent="0">
              <a:buNone/>
            </a:pPr>
            <a:r>
              <a:rPr lang="en-US" sz="2400" dirty="0"/>
              <a:t>The Abbott team utilized qualitative (interviews, ethnography) and quantitative (rank order tests, card sorts) activities.</a:t>
            </a:r>
          </a:p>
          <a:p>
            <a:pPr lvl="1"/>
            <a:r>
              <a:rPr lang="en-US" sz="2400" b="1" dirty="0"/>
              <a:t>Identifying Critical Factors: </a:t>
            </a:r>
            <a:r>
              <a:rPr lang="en-US" sz="2400" dirty="0"/>
              <a:t>Initial interviews to understand context for users use environments, needs, etc.</a:t>
            </a:r>
          </a:p>
          <a:p>
            <a:pPr lvl="1"/>
            <a:r>
              <a:rPr lang="en-US" sz="2400" b="1" dirty="0"/>
              <a:t>Determining Critical Factor Priority: </a:t>
            </a:r>
            <a:r>
              <a:rPr lang="en-US" sz="2400" dirty="0"/>
              <a:t>Now that we know what’s important to users…what’s </a:t>
            </a:r>
            <a:r>
              <a:rPr lang="en-US" sz="2400" i="1" dirty="0"/>
              <a:t>most</a:t>
            </a:r>
            <a:r>
              <a:rPr lang="en-US" sz="2400" dirty="0"/>
              <a:t> important?</a:t>
            </a:r>
          </a:p>
        </p:txBody>
      </p:sp>
      <p:sp>
        <p:nvSpPr>
          <p:cNvPr id="5" name="Slide Number Placeholder 4">
            <a:extLst>
              <a:ext uri="{FF2B5EF4-FFF2-40B4-BE49-F238E27FC236}">
                <a16:creationId xmlns:a16="http://schemas.microsoft.com/office/drawing/2014/main" id="{24DC1080-EEB9-3B03-6FDE-61D41F227ABB}"/>
              </a:ext>
            </a:extLst>
          </p:cNvPr>
          <p:cNvSpPr>
            <a:spLocks noGrp="1"/>
          </p:cNvSpPr>
          <p:nvPr>
            <p:ph type="sldNum" sz="quarter" idx="22"/>
          </p:nvPr>
        </p:nvSpPr>
        <p:spPr/>
        <p:txBody>
          <a:bodyPr/>
          <a:lstStyle/>
          <a:p>
            <a:fld id="{294A09A9-5501-47C1-A89A-A340965A2BE2}" type="slidenum">
              <a:rPr lang="en-US" smtClean="0"/>
              <a:pPr/>
              <a:t>30</a:t>
            </a:fld>
            <a:endParaRPr lang="en-US" dirty="0">
              <a:latin typeface="+mn-lt"/>
            </a:endParaRPr>
          </a:p>
        </p:txBody>
      </p:sp>
    </p:spTree>
    <p:extLst>
      <p:ext uri="{BB962C8B-B14F-4D97-AF65-F5344CB8AC3E}">
        <p14:creationId xmlns:p14="http://schemas.microsoft.com/office/powerpoint/2010/main" val="35952786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E744D12-0311-4B7E-DBCF-C8DF2B6C67D2}"/>
              </a:ext>
            </a:extLst>
          </p:cNvPr>
          <p:cNvSpPr>
            <a:spLocks noGrp="1"/>
          </p:cNvSpPr>
          <p:nvPr>
            <p:ph type="title"/>
          </p:nvPr>
        </p:nvSpPr>
        <p:spPr/>
        <p:txBody>
          <a:bodyPr/>
          <a:lstStyle/>
          <a:p>
            <a:r>
              <a:rPr lang="en-US" dirty="0"/>
              <a:t>User Concerns</a:t>
            </a:r>
          </a:p>
        </p:txBody>
      </p:sp>
      <p:graphicFrame>
        <p:nvGraphicFramePr>
          <p:cNvPr id="12" name="Content Placeholder 11">
            <a:extLst>
              <a:ext uri="{FF2B5EF4-FFF2-40B4-BE49-F238E27FC236}">
                <a16:creationId xmlns:a16="http://schemas.microsoft.com/office/drawing/2014/main" id="{8DBF6650-B3A0-A5BB-2504-1BCC89EC0B0C}"/>
              </a:ext>
            </a:extLst>
          </p:cNvPr>
          <p:cNvGraphicFramePr>
            <a:graphicFrameLocks noGrp="1"/>
          </p:cNvGraphicFramePr>
          <p:nvPr>
            <p:ph type="tbl" sz="quarter" idx="10"/>
            <p:extLst>
              <p:ext uri="{D42A27DB-BD31-4B8C-83A1-F6EECF244321}">
                <p14:modId xmlns:p14="http://schemas.microsoft.com/office/powerpoint/2010/main" val="593715015"/>
              </p:ext>
            </p:extLst>
          </p:nvPr>
        </p:nvGraphicFramePr>
        <p:xfrm>
          <a:off x="593725" y="2628898"/>
          <a:ext cx="10972799" cy="2857500"/>
        </p:xfrm>
        <a:graphic>
          <a:graphicData uri="http://schemas.openxmlformats.org/drawingml/2006/table">
            <a:tbl>
              <a:tblPr firstRow="1" bandRow="1">
                <a:tableStyleId>{69CF1AB2-1976-4502-BF36-3FF5EA218861}</a:tableStyleId>
              </a:tblPr>
              <a:tblGrid>
                <a:gridCol w="3496121">
                  <a:extLst>
                    <a:ext uri="{9D8B030D-6E8A-4147-A177-3AD203B41FA5}">
                      <a16:colId xmlns:a16="http://schemas.microsoft.com/office/drawing/2014/main" val="429170038"/>
                    </a:ext>
                  </a:extLst>
                </a:gridCol>
                <a:gridCol w="7476678">
                  <a:extLst>
                    <a:ext uri="{9D8B030D-6E8A-4147-A177-3AD203B41FA5}">
                      <a16:colId xmlns:a16="http://schemas.microsoft.com/office/drawing/2014/main" val="295724666"/>
                    </a:ext>
                  </a:extLst>
                </a:gridCol>
              </a:tblGrid>
              <a:tr h="423910">
                <a:tc>
                  <a:txBody>
                    <a:bodyPr/>
                    <a:lstStyle/>
                    <a:p>
                      <a:pPr>
                        <a:spcBef>
                          <a:spcPts val="600"/>
                        </a:spcBef>
                        <a:spcAft>
                          <a:spcPts val="600"/>
                        </a:spcAft>
                      </a:pPr>
                      <a:r>
                        <a:rPr lang="en-US" dirty="0"/>
                        <a:t>Area of Concern</a:t>
                      </a:r>
                    </a:p>
                  </a:txBody>
                  <a:tcPr/>
                </a:tc>
                <a:tc>
                  <a:txBody>
                    <a:bodyPr/>
                    <a:lstStyle/>
                    <a:p>
                      <a:pPr>
                        <a:spcBef>
                          <a:spcPts val="600"/>
                        </a:spcBef>
                        <a:spcAft>
                          <a:spcPts val="600"/>
                        </a:spcAft>
                      </a:pPr>
                      <a:r>
                        <a:rPr lang="en-US" dirty="0"/>
                        <a:t>Description</a:t>
                      </a:r>
                    </a:p>
                  </a:txBody>
                  <a:tcPr/>
                </a:tc>
                <a:extLst>
                  <a:ext uri="{0D108BD9-81ED-4DB2-BD59-A6C34878D82A}">
                    <a16:rowId xmlns:a16="http://schemas.microsoft.com/office/drawing/2014/main" val="1205763524"/>
                  </a:ext>
                </a:extLst>
              </a:tr>
              <a:tr h="423910">
                <a:tc>
                  <a:txBody>
                    <a:bodyPr/>
                    <a:lstStyle/>
                    <a:p>
                      <a:pPr>
                        <a:spcBef>
                          <a:spcPts val="600"/>
                        </a:spcBef>
                        <a:spcAft>
                          <a:spcPts val="600"/>
                        </a:spcAft>
                      </a:pPr>
                      <a:r>
                        <a:rPr lang="en-US" dirty="0"/>
                        <a:t>Self-confidence</a:t>
                      </a:r>
                    </a:p>
                  </a:txBody>
                  <a:tcPr/>
                </a:tc>
                <a:tc>
                  <a:txBody>
                    <a:bodyPr/>
                    <a:lstStyle/>
                    <a:p>
                      <a:pPr>
                        <a:spcBef>
                          <a:spcPts val="600"/>
                        </a:spcBef>
                        <a:spcAft>
                          <a:spcPts val="600"/>
                        </a:spcAft>
                      </a:pPr>
                      <a:r>
                        <a:rPr lang="en-US" dirty="0"/>
                        <a:t>Will I be able to collect a good sample on my own?</a:t>
                      </a:r>
                    </a:p>
                  </a:txBody>
                  <a:tcPr/>
                </a:tc>
                <a:extLst>
                  <a:ext uri="{0D108BD9-81ED-4DB2-BD59-A6C34878D82A}">
                    <a16:rowId xmlns:a16="http://schemas.microsoft.com/office/drawing/2014/main" val="3341039240"/>
                  </a:ext>
                </a:extLst>
              </a:tr>
              <a:tr h="423910">
                <a:tc>
                  <a:txBody>
                    <a:bodyPr/>
                    <a:lstStyle/>
                    <a:p>
                      <a:pPr>
                        <a:spcBef>
                          <a:spcPts val="600"/>
                        </a:spcBef>
                        <a:spcAft>
                          <a:spcPts val="600"/>
                        </a:spcAft>
                      </a:pPr>
                      <a:r>
                        <a:rPr lang="en-US" dirty="0"/>
                        <a:t>Accuracy</a:t>
                      </a:r>
                    </a:p>
                  </a:txBody>
                  <a:tcPr/>
                </a:tc>
                <a:tc>
                  <a:txBody>
                    <a:bodyPr/>
                    <a:lstStyle/>
                    <a:p>
                      <a:pPr>
                        <a:spcBef>
                          <a:spcPts val="600"/>
                        </a:spcBef>
                        <a:spcAft>
                          <a:spcPts val="600"/>
                        </a:spcAft>
                      </a:pPr>
                      <a:r>
                        <a:rPr lang="en-US" dirty="0"/>
                        <a:t>Can I trust the results?</a:t>
                      </a:r>
                    </a:p>
                  </a:txBody>
                  <a:tcPr/>
                </a:tc>
                <a:extLst>
                  <a:ext uri="{0D108BD9-81ED-4DB2-BD59-A6C34878D82A}">
                    <a16:rowId xmlns:a16="http://schemas.microsoft.com/office/drawing/2014/main" val="2967394340"/>
                  </a:ext>
                </a:extLst>
              </a:tr>
              <a:tr h="423910">
                <a:tc>
                  <a:txBody>
                    <a:bodyPr/>
                    <a:lstStyle/>
                    <a:p>
                      <a:pPr>
                        <a:spcBef>
                          <a:spcPts val="600"/>
                        </a:spcBef>
                        <a:spcAft>
                          <a:spcPts val="600"/>
                        </a:spcAft>
                      </a:pPr>
                      <a:r>
                        <a:rPr lang="en-US" dirty="0"/>
                        <a:t>Time to result</a:t>
                      </a:r>
                    </a:p>
                  </a:txBody>
                  <a:tcPr/>
                </a:tc>
                <a:tc>
                  <a:txBody>
                    <a:bodyPr/>
                    <a:lstStyle/>
                    <a:p>
                      <a:pPr>
                        <a:spcBef>
                          <a:spcPts val="600"/>
                        </a:spcBef>
                        <a:spcAft>
                          <a:spcPts val="600"/>
                        </a:spcAft>
                      </a:pPr>
                      <a:r>
                        <a:rPr lang="en-US" dirty="0"/>
                        <a:t>How long do I have to wait?</a:t>
                      </a:r>
                    </a:p>
                  </a:txBody>
                  <a:tcPr/>
                </a:tc>
                <a:extLst>
                  <a:ext uri="{0D108BD9-81ED-4DB2-BD59-A6C34878D82A}">
                    <a16:rowId xmlns:a16="http://schemas.microsoft.com/office/drawing/2014/main" val="1548185390"/>
                  </a:ext>
                </a:extLst>
              </a:tr>
              <a:tr h="731681">
                <a:tc>
                  <a:txBody>
                    <a:bodyPr/>
                    <a:lstStyle/>
                    <a:p>
                      <a:pPr>
                        <a:spcBef>
                          <a:spcPts val="600"/>
                        </a:spcBef>
                        <a:spcAft>
                          <a:spcPts val="600"/>
                        </a:spcAft>
                      </a:pPr>
                      <a:r>
                        <a:rPr lang="en-US" dirty="0"/>
                        <a:t>Complex process</a:t>
                      </a:r>
                    </a:p>
                  </a:txBody>
                  <a:tcPr/>
                </a:tc>
                <a:tc>
                  <a:txBody>
                    <a:bodyPr/>
                    <a:lstStyle/>
                    <a:p>
                      <a:pPr>
                        <a:spcBef>
                          <a:spcPts val="600"/>
                        </a:spcBef>
                        <a:spcAft>
                          <a:spcPts val="600"/>
                        </a:spcAft>
                      </a:pPr>
                      <a:r>
                        <a:rPr lang="en-US" dirty="0"/>
                        <a:t>How many steps are there? Don’t want to go thru a 10+ step process every day/week.</a:t>
                      </a:r>
                    </a:p>
                  </a:txBody>
                  <a:tcPr/>
                </a:tc>
                <a:extLst>
                  <a:ext uri="{0D108BD9-81ED-4DB2-BD59-A6C34878D82A}">
                    <a16:rowId xmlns:a16="http://schemas.microsoft.com/office/drawing/2014/main" val="2317055286"/>
                  </a:ext>
                </a:extLst>
              </a:tr>
              <a:tr h="430179">
                <a:tc>
                  <a:txBody>
                    <a:bodyPr/>
                    <a:lstStyle/>
                    <a:p>
                      <a:pPr>
                        <a:spcBef>
                          <a:spcPts val="600"/>
                        </a:spcBef>
                        <a:spcAft>
                          <a:spcPts val="600"/>
                        </a:spcAft>
                      </a:pPr>
                      <a:r>
                        <a:rPr lang="en-US" dirty="0"/>
                        <a:t>Guidance/resources</a:t>
                      </a:r>
                    </a:p>
                  </a:txBody>
                  <a:tcPr/>
                </a:tc>
                <a:tc>
                  <a:txBody>
                    <a:bodyPr/>
                    <a:lstStyle/>
                    <a:p>
                      <a:pPr>
                        <a:spcBef>
                          <a:spcPts val="600"/>
                        </a:spcBef>
                        <a:spcAft>
                          <a:spcPts val="600"/>
                        </a:spcAft>
                      </a:pPr>
                      <a:r>
                        <a:rPr lang="en-US" dirty="0"/>
                        <a:t>What happens if I need help or have questions?</a:t>
                      </a:r>
                    </a:p>
                  </a:txBody>
                  <a:tcPr/>
                </a:tc>
                <a:extLst>
                  <a:ext uri="{0D108BD9-81ED-4DB2-BD59-A6C34878D82A}">
                    <a16:rowId xmlns:a16="http://schemas.microsoft.com/office/drawing/2014/main" val="1272822072"/>
                  </a:ext>
                </a:extLst>
              </a:tr>
            </a:tbl>
          </a:graphicData>
        </a:graphic>
      </p:graphicFrame>
      <p:sp>
        <p:nvSpPr>
          <p:cNvPr id="5" name="Slide Number Placeholder 4">
            <a:extLst>
              <a:ext uri="{FF2B5EF4-FFF2-40B4-BE49-F238E27FC236}">
                <a16:creationId xmlns:a16="http://schemas.microsoft.com/office/drawing/2014/main" id="{D695E961-DEDF-A61C-4BB7-2D91334BD77E}"/>
              </a:ext>
            </a:extLst>
          </p:cNvPr>
          <p:cNvSpPr>
            <a:spLocks noGrp="1"/>
          </p:cNvSpPr>
          <p:nvPr>
            <p:ph type="sldNum" sz="quarter" idx="12"/>
          </p:nvPr>
        </p:nvSpPr>
        <p:spPr/>
        <p:txBody>
          <a:bodyPr/>
          <a:lstStyle/>
          <a:p>
            <a:fld id="{294A09A9-5501-47C1-A89A-A340965A2BE2}" type="slidenum">
              <a:rPr lang="en-US" smtClean="0"/>
              <a:pPr/>
              <a:t>31</a:t>
            </a:fld>
            <a:endParaRPr lang="en-US" dirty="0">
              <a:latin typeface="+mn-lt"/>
            </a:endParaRPr>
          </a:p>
        </p:txBody>
      </p:sp>
    </p:spTree>
    <p:extLst>
      <p:ext uri="{BB962C8B-B14F-4D97-AF65-F5344CB8AC3E}">
        <p14:creationId xmlns:p14="http://schemas.microsoft.com/office/powerpoint/2010/main" val="20989515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6928D-322A-3D56-9514-FC8DCD2A7525}"/>
              </a:ext>
            </a:extLst>
          </p:cNvPr>
          <p:cNvSpPr>
            <a:spLocks noGrp="1"/>
          </p:cNvSpPr>
          <p:nvPr>
            <p:ph type="title"/>
          </p:nvPr>
        </p:nvSpPr>
        <p:spPr/>
        <p:txBody>
          <a:bodyPr/>
          <a:lstStyle/>
          <a:p>
            <a:endParaRPr lang="en-US" dirty="0"/>
          </a:p>
        </p:txBody>
      </p:sp>
      <p:sp>
        <p:nvSpPr>
          <p:cNvPr id="3" name="Table Placeholder 2">
            <a:extLst>
              <a:ext uri="{FF2B5EF4-FFF2-40B4-BE49-F238E27FC236}">
                <a16:creationId xmlns:a16="http://schemas.microsoft.com/office/drawing/2014/main" id="{35C46F1D-F9EC-1ECB-98A9-FA3AD81FBBB9}"/>
              </a:ext>
            </a:extLst>
          </p:cNvPr>
          <p:cNvSpPr>
            <a:spLocks noGrp="1"/>
          </p:cNvSpPr>
          <p:nvPr>
            <p:ph type="tbl" sz="quarter" idx="10"/>
          </p:nvPr>
        </p:nvSpPr>
        <p:spPr/>
        <p:txBody>
          <a:bodyPr/>
          <a:lstStyle/>
          <a:p>
            <a:r>
              <a:rPr lang="en-US" dirty="0"/>
              <a:t>Cassette vs. “lollipop</a:t>
            </a:r>
            <a:r>
              <a:rPr lang="en-US"/>
              <a:t>” design</a:t>
            </a:r>
          </a:p>
        </p:txBody>
      </p:sp>
      <p:sp>
        <p:nvSpPr>
          <p:cNvPr id="4" name="Slide Number Placeholder 3">
            <a:extLst>
              <a:ext uri="{FF2B5EF4-FFF2-40B4-BE49-F238E27FC236}">
                <a16:creationId xmlns:a16="http://schemas.microsoft.com/office/drawing/2014/main" id="{7FE6FE33-05DC-7F7D-6E55-F2479F34E780}"/>
              </a:ext>
            </a:extLst>
          </p:cNvPr>
          <p:cNvSpPr>
            <a:spLocks noGrp="1"/>
          </p:cNvSpPr>
          <p:nvPr>
            <p:ph type="sldNum" sz="quarter" idx="12"/>
          </p:nvPr>
        </p:nvSpPr>
        <p:spPr/>
        <p:txBody>
          <a:bodyPr/>
          <a:lstStyle/>
          <a:p>
            <a:fld id="{294A09A9-5501-47C1-A89A-A340965A2BE2}" type="slidenum">
              <a:rPr lang="en-US" smtClean="0"/>
              <a:pPr/>
              <a:t>32</a:t>
            </a:fld>
            <a:endParaRPr lang="en-US" dirty="0"/>
          </a:p>
        </p:txBody>
      </p:sp>
    </p:spTree>
    <p:extLst>
      <p:ext uri="{BB962C8B-B14F-4D97-AF65-F5344CB8AC3E}">
        <p14:creationId xmlns:p14="http://schemas.microsoft.com/office/powerpoint/2010/main" val="42790686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2.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903</TotalTime>
  <Words>2596</Words>
  <Application>Microsoft Office PowerPoint</Application>
  <PresentationFormat>Widescreen</PresentationFormat>
  <Paragraphs>295</Paragraphs>
  <Slides>33</Slides>
  <Notes>29</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Abadi</vt:lpstr>
      <vt:lpstr>Arial</vt:lpstr>
      <vt:lpstr>Calibri</vt:lpstr>
      <vt:lpstr>Franklin Gothic Book</vt:lpstr>
      <vt:lpstr>Franklin Gothic Demi</vt:lpstr>
      <vt:lpstr>Ink Free</vt:lpstr>
      <vt:lpstr>Custom</vt:lpstr>
      <vt:lpstr>Developing UX Metrics for Med Tech</vt:lpstr>
      <vt:lpstr>Agenda</vt:lpstr>
      <vt:lpstr>HFES 2024 Workshop UX Metric Development</vt:lpstr>
      <vt:lpstr>Big Tech vs. Med Tech</vt:lpstr>
      <vt:lpstr>Wii vs. Xbox vs. PS3</vt:lpstr>
      <vt:lpstr>Closing the Gap</vt:lpstr>
      <vt:lpstr>Common Strategies Utilized in Big Tech</vt:lpstr>
      <vt:lpstr>UX Honeycomb (Morville)</vt:lpstr>
      <vt:lpstr>HEART Framework (Google)</vt:lpstr>
      <vt:lpstr>HEART Framework (Google)</vt:lpstr>
      <vt:lpstr>Gamification/Obfuscation</vt:lpstr>
      <vt:lpstr>UX Metrics for Med Devices</vt:lpstr>
      <vt:lpstr>Why create our own metrics for UX?</vt:lpstr>
      <vt:lpstr>Metric Development Process (Dani &amp; Nou)</vt:lpstr>
      <vt:lpstr>Metric Development Process (Dani &amp; Nou)</vt:lpstr>
      <vt:lpstr>Case Study: PCR Test</vt:lpstr>
      <vt:lpstr>1. User Journey</vt:lpstr>
      <vt:lpstr>Critical Factors ≠ Critical Tasks</vt:lpstr>
      <vt:lpstr>2a.  Critical Factors</vt:lpstr>
      <vt:lpstr>2b. Prioritizing Critical Factors</vt:lpstr>
      <vt:lpstr>Not all critical factors are under our control! </vt:lpstr>
      <vt:lpstr>3a. What are aspects of the UX we can measure and improve?</vt:lpstr>
      <vt:lpstr>What are aspects of the UX we can measure and improve?</vt:lpstr>
      <vt:lpstr>3. Translate Critical Factors into a Scoring System</vt:lpstr>
      <vt:lpstr>3. Translate Critical Factors into a Scoring System</vt:lpstr>
      <vt:lpstr>3. Translate Critical Factors into a Scoring System</vt:lpstr>
      <vt:lpstr>3. Translate Critical Factors into a Scoring System</vt:lpstr>
      <vt:lpstr>Case Study: Designing the Binax COVID test</vt:lpstr>
      <vt:lpstr>Company/Design Concerns</vt:lpstr>
      <vt:lpstr>Breaking down critical factors</vt:lpstr>
      <vt:lpstr>User Concerns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Applying UX Metrics to Human Factors Engineering</dc:title>
  <dc:creator>Alex Ngan</dc:creator>
  <cp:lastModifiedBy>Alex Ngan</cp:lastModifiedBy>
  <cp:revision>1</cp:revision>
  <dcterms:created xsi:type="dcterms:W3CDTF">2024-05-08T14:14:26Z</dcterms:created>
  <dcterms:modified xsi:type="dcterms:W3CDTF">2024-05-15T15:04:42Z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