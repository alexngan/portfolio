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61" r:id="rId3"/>
    <p:sldId id="272" r:id="rId4"/>
    <p:sldId id="263" r:id="rId5"/>
    <p:sldId id="305" r:id="rId6"/>
    <p:sldId id="301" r:id="rId7"/>
    <p:sldId id="275" r:id="rId8"/>
    <p:sldId id="309" r:id="rId9"/>
    <p:sldId id="311" r:id="rId10"/>
    <p:sldId id="310" r:id="rId11"/>
    <p:sldId id="304" r:id="rId12"/>
    <p:sldId id="312" r:id="rId13"/>
    <p:sldId id="313" r:id="rId14"/>
    <p:sldId id="277" r:id="rId15"/>
    <p:sldId id="307" r:id="rId16"/>
    <p:sldId id="308" r:id="rId17"/>
    <p:sldId id="274" r:id="rId18"/>
    <p:sldId id="314" r:id="rId19"/>
    <p:sldId id="296" r:id="rId20"/>
    <p:sldId id="262" r:id="rId21"/>
    <p:sldId id="257" r:id="rId22"/>
    <p:sldId id="302" r:id="rId23"/>
    <p:sldId id="276" r:id="rId24"/>
    <p:sldId id="273" r:id="rId25"/>
    <p:sldId id="265" r:id="rId26"/>
    <p:sldId id="258" r:id="rId27"/>
    <p:sldId id="266" r:id="rId28"/>
    <p:sldId id="270" r:id="rId29"/>
    <p:sldId id="267" r:id="rId30"/>
    <p:sldId id="268" r:id="rId31"/>
    <p:sldId id="269" r:id="rId32"/>
    <p:sldId id="271" r:id="rId33"/>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pitchFamily="-106"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106"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106"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106"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106" charset="-128"/>
        <a:cs typeface="+mn-cs"/>
      </a:defRPr>
    </a:lvl5pPr>
    <a:lvl6pPr marL="2286000" algn="l" defTabSz="914400" rtl="0" eaLnBrk="1" latinLnBrk="0" hangingPunct="1">
      <a:defRPr kern="1200">
        <a:solidFill>
          <a:schemeClr val="tx1"/>
        </a:solidFill>
        <a:latin typeface="Arial" charset="0"/>
        <a:ea typeface="ＭＳ Ｐゴシック" pitchFamily="-106" charset="-128"/>
        <a:cs typeface="+mn-cs"/>
      </a:defRPr>
    </a:lvl6pPr>
    <a:lvl7pPr marL="2743200" algn="l" defTabSz="914400" rtl="0" eaLnBrk="1" latinLnBrk="0" hangingPunct="1">
      <a:defRPr kern="1200">
        <a:solidFill>
          <a:schemeClr val="tx1"/>
        </a:solidFill>
        <a:latin typeface="Arial" charset="0"/>
        <a:ea typeface="ＭＳ Ｐゴシック" pitchFamily="-106" charset="-128"/>
        <a:cs typeface="+mn-cs"/>
      </a:defRPr>
    </a:lvl7pPr>
    <a:lvl8pPr marL="3200400" algn="l" defTabSz="914400" rtl="0" eaLnBrk="1" latinLnBrk="0" hangingPunct="1">
      <a:defRPr kern="1200">
        <a:solidFill>
          <a:schemeClr val="tx1"/>
        </a:solidFill>
        <a:latin typeface="Arial" charset="0"/>
        <a:ea typeface="ＭＳ Ｐゴシック" pitchFamily="-106" charset="-128"/>
        <a:cs typeface="+mn-cs"/>
      </a:defRPr>
    </a:lvl8pPr>
    <a:lvl9pPr marL="3657600" algn="l" defTabSz="914400" rtl="0" eaLnBrk="1" latinLnBrk="0" hangingPunct="1">
      <a:defRPr kern="1200">
        <a:solidFill>
          <a:schemeClr val="tx1"/>
        </a:solidFill>
        <a:latin typeface="Arial" charset="0"/>
        <a:ea typeface="ＭＳ Ｐゴシック" pitchFamily="-106" charset="-128"/>
        <a:cs typeface="+mn-cs"/>
      </a:defRPr>
    </a:lvl9pPr>
  </p:defaultTextStyle>
  <p:extLst>
    <p:ext uri="{521415D9-36F7-43E2-AB2F-B90AF26B5E84}">
      <p14:sectionLst xmlns:p14="http://schemas.microsoft.com/office/powerpoint/2010/main">
        <p14:section name="Default Section" id="{29351F57-A762-491C-BBD5-63B15E766D90}">
          <p14:sldIdLst>
            <p14:sldId id="256"/>
            <p14:sldId id="261"/>
            <p14:sldId id="272"/>
            <p14:sldId id="263"/>
            <p14:sldId id="305"/>
            <p14:sldId id="301"/>
            <p14:sldId id="275"/>
          </p14:sldIdLst>
        </p14:section>
        <p14:section name="Risk Analysis" id="{1206903F-1F6C-45FC-9208-FBB47B6F3F2F}">
          <p14:sldIdLst>
            <p14:sldId id="309"/>
            <p14:sldId id="311"/>
            <p14:sldId id="310"/>
            <p14:sldId id="304"/>
            <p14:sldId id="312"/>
            <p14:sldId id="313"/>
            <p14:sldId id="277"/>
            <p14:sldId id="307"/>
            <p14:sldId id="308"/>
            <p14:sldId id="274"/>
            <p14:sldId id="314"/>
            <p14:sldId id="296"/>
          </p14:sldIdLst>
        </p14:section>
        <p14:section name="Contact" id="{1DD94931-2FD9-4C68-B7E8-2EB91092420C}">
          <p14:sldIdLst>
            <p14:sldId id="262"/>
            <p14:sldId id="257"/>
          </p14:sldIdLst>
        </p14:section>
        <p14:section name="Hidden" id="{F398D4A2-B948-4B41-B3B5-E902F81CA54C}">
          <p14:sldIdLst>
            <p14:sldId id="302"/>
            <p14:sldId id="276"/>
            <p14:sldId id="273"/>
            <p14:sldId id="265"/>
            <p14:sldId id="258"/>
          </p14:sldIdLst>
        </p14:section>
        <p14:section name="Product Families" id="{54108C8C-E0B0-4970-AF50-FBE785BDA523}">
          <p14:sldIdLst>
            <p14:sldId id="266"/>
            <p14:sldId id="270"/>
            <p14:sldId id="267"/>
            <p14:sldId id="268"/>
            <p14:sldId id="269"/>
            <p14:sldId id="27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B1FD73-CA2A-02B9-6B37-3408829A0C70}" name="Alan Grothues" initials="AG" userId="S::AGrothues@zoll.com::7d3e9d74-1af3-4076-9b9d-0f045583ac44" providerId="AD"/>
  <p188:author id="{973EB09F-6BBF-8142-F9FD-2B10E92E2C5B}" name="Alex Ngan" initials="AN" userId="S::Alex.Ngan@zoll.com::7b33f6c6-3aa1-4254-876a-a74728a03bb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76B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21"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FE5671-3088-426D-9BBA-4737C323C49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9196AD6-F45A-4696-86FB-767A62BE0607}">
      <dgm:prSet phldrT="[Text]" custT="1"/>
      <dgm:spPr/>
      <dgm:t>
        <a:bodyPr/>
        <a:lstStyle/>
        <a:p>
          <a:r>
            <a:rPr lang="en-US" sz="2400"/>
            <a:t>A </a:t>
          </a:r>
          <a:r>
            <a:rPr lang="en-US" sz="2400" b="1"/>
            <a:t>hazard</a:t>
          </a:r>
          <a:r>
            <a:rPr lang="en-US" sz="2400"/>
            <a:t> is a potential source of harm.	</a:t>
          </a:r>
        </a:p>
      </dgm:t>
    </dgm:pt>
    <dgm:pt modelId="{93D4DF2F-E4D8-4D96-9A14-5F11F5940A9B}" type="parTrans" cxnId="{2D865EB7-55A0-4436-89AB-F2D866FDB240}">
      <dgm:prSet/>
      <dgm:spPr/>
      <dgm:t>
        <a:bodyPr/>
        <a:lstStyle/>
        <a:p>
          <a:endParaRPr lang="en-US"/>
        </a:p>
      </dgm:t>
    </dgm:pt>
    <dgm:pt modelId="{349E2D3F-C771-40E8-80EC-593698A32933}" type="sibTrans" cxnId="{2D865EB7-55A0-4436-89AB-F2D866FDB240}">
      <dgm:prSet/>
      <dgm:spPr/>
      <dgm:t>
        <a:bodyPr/>
        <a:lstStyle/>
        <a:p>
          <a:endParaRPr lang="en-US"/>
        </a:p>
      </dgm:t>
    </dgm:pt>
    <dgm:pt modelId="{83E633A0-DC87-4C1B-B503-B825E9415D83}">
      <dgm:prSet phldrT="[Text]" custT="1"/>
      <dgm:spPr/>
      <dgm:t>
        <a:bodyPr/>
        <a:lstStyle/>
        <a:p>
          <a:r>
            <a:rPr lang="en-US" sz="2400"/>
            <a:t>A </a:t>
          </a:r>
          <a:r>
            <a:rPr lang="en-US" sz="2400" b="1"/>
            <a:t>hazardous situation </a:t>
          </a:r>
          <a:r>
            <a:rPr lang="en-US" sz="2400"/>
            <a:t>may arise when a foreseeable sequence of events</a:t>
          </a:r>
          <a:r>
            <a:rPr lang="en-US" sz="2400" i="0" u="none"/>
            <a:t> exposes people, property or environment to one or more hazards</a:t>
          </a:r>
        </a:p>
      </dgm:t>
    </dgm:pt>
    <dgm:pt modelId="{23F6B9DF-1D85-42D4-A487-CCF1C5B78948}" type="parTrans" cxnId="{D3EF4D1B-C354-41CE-9AEB-4EED254AA991}">
      <dgm:prSet/>
      <dgm:spPr/>
      <dgm:t>
        <a:bodyPr/>
        <a:lstStyle/>
        <a:p>
          <a:endParaRPr lang="en-US"/>
        </a:p>
      </dgm:t>
    </dgm:pt>
    <dgm:pt modelId="{92DED452-138B-4138-8345-1EC5BD8C4064}" type="sibTrans" cxnId="{D3EF4D1B-C354-41CE-9AEB-4EED254AA991}">
      <dgm:prSet/>
      <dgm:spPr/>
      <dgm:t>
        <a:bodyPr/>
        <a:lstStyle/>
        <a:p>
          <a:endParaRPr lang="en-US"/>
        </a:p>
      </dgm:t>
    </dgm:pt>
    <dgm:pt modelId="{001B6008-1A0D-4987-A943-EAE0811FDBC0}">
      <dgm:prSet phldrT="[Text]" custT="1"/>
      <dgm:spPr/>
      <dgm:t>
        <a:bodyPr/>
        <a:lstStyle/>
        <a:p>
          <a:r>
            <a:rPr lang="en-US" sz="2400" b="1"/>
            <a:t>Harm</a:t>
          </a:r>
          <a:r>
            <a:rPr lang="en-US" sz="2400"/>
            <a:t> is Injury or damage to people, property, or the environment.</a:t>
          </a:r>
        </a:p>
      </dgm:t>
    </dgm:pt>
    <dgm:pt modelId="{80586D43-D6AF-44BF-A2DC-A4410A370367}" type="parTrans" cxnId="{46D3546E-4931-4797-861A-B0E408D9E47D}">
      <dgm:prSet/>
      <dgm:spPr/>
      <dgm:t>
        <a:bodyPr/>
        <a:lstStyle/>
        <a:p>
          <a:endParaRPr lang="en-US"/>
        </a:p>
      </dgm:t>
    </dgm:pt>
    <dgm:pt modelId="{1BF1DE34-C394-4505-B8DF-F462EC91F45D}" type="sibTrans" cxnId="{46D3546E-4931-4797-861A-B0E408D9E47D}">
      <dgm:prSet/>
      <dgm:spPr/>
      <dgm:t>
        <a:bodyPr/>
        <a:lstStyle/>
        <a:p>
          <a:endParaRPr lang="en-US"/>
        </a:p>
      </dgm:t>
    </dgm:pt>
    <dgm:pt modelId="{228E032F-24E3-4CC6-80DD-FD90D4B098FC}" type="pres">
      <dgm:prSet presAssocID="{BAFE5671-3088-426D-9BBA-4737C323C498}" presName="linear" presStyleCnt="0">
        <dgm:presLayoutVars>
          <dgm:dir/>
          <dgm:animLvl val="lvl"/>
          <dgm:resizeHandles val="exact"/>
        </dgm:presLayoutVars>
      </dgm:prSet>
      <dgm:spPr/>
    </dgm:pt>
    <dgm:pt modelId="{B40F1B8C-43AC-4A05-84B9-821DD18761DD}" type="pres">
      <dgm:prSet presAssocID="{59196AD6-F45A-4696-86FB-767A62BE0607}" presName="parentLin" presStyleCnt="0"/>
      <dgm:spPr/>
    </dgm:pt>
    <dgm:pt modelId="{75D78A0E-D408-4947-8949-9D9DD7630231}" type="pres">
      <dgm:prSet presAssocID="{59196AD6-F45A-4696-86FB-767A62BE0607}" presName="parentLeftMargin" presStyleLbl="node1" presStyleIdx="0" presStyleCnt="3"/>
      <dgm:spPr/>
    </dgm:pt>
    <dgm:pt modelId="{DA918A6E-A2CA-4580-84A8-12ED1B9C6A22}" type="pres">
      <dgm:prSet presAssocID="{59196AD6-F45A-4696-86FB-767A62BE0607}" presName="parentText" presStyleLbl="node1" presStyleIdx="0" presStyleCnt="3" custScaleX="120161" custScaleY="503865" custLinFactY="-22886" custLinFactNeighborX="-100000" custLinFactNeighborY="-100000">
        <dgm:presLayoutVars>
          <dgm:chMax val="0"/>
          <dgm:bulletEnabled val="1"/>
        </dgm:presLayoutVars>
      </dgm:prSet>
      <dgm:spPr/>
    </dgm:pt>
    <dgm:pt modelId="{26213959-7885-429B-BF7B-27E814E2329E}" type="pres">
      <dgm:prSet presAssocID="{59196AD6-F45A-4696-86FB-767A62BE0607}" presName="negativeSpace" presStyleCnt="0"/>
      <dgm:spPr/>
    </dgm:pt>
    <dgm:pt modelId="{B57D03D2-5197-4285-861C-8C6D60420612}" type="pres">
      <dgm:prSet presAssocID="{59196AD6-F45A-4696-86FB-767A62BE0607}" presName="childText" presStyleLbl="conFgAcc1" presStyleIdx="0" presStyleCnt="3" custLinFactY="-95226" custLinFactNeighborY="-100000">
        <dgm:presLayoutVars>
          <dgm:bulletEnabled val="1"/>
        </dgm:presLayoutVars>
      </dgm:prSet>
      <dgm:spPr/>
    </dgm:pt>
    <dgm:pt modelId="{56B6616A-C3B6-450E-91E0-8DC0620CB83D}" type="pres">
      <dgm:prSet presAssocID="{349E2D3F-C771-40E8-80EC-593698A32933}" presName="spaceBetweenRectangles" presStyleCnt="0"/>
      <dgm:spPr/>
    </dgm:pt>
    <dgm:pt modelId="{98D7E734-1D39-44D8-AEAF-16F385007F34}" type="pres">
      <dgm:prSet presAssocID="{83E633A0-DC87-4C1B-B503-B825E9415D83}" presName="parentLin" presStyleCnt="0"/>
      <dgm:spPr/>
    </dgm:pt>
    <dgm:pt modelId="{8C950ED2-EA1D-4BC9-9CCD-BF2559DABABC}" type="pres">
      <dgm:prSet presAssocID="{83E633A0-DC87-4C1B-B503-B825E9415D83}" presName="parentLeftMargin" presStyleLbl="node1" presStyleIdx="0" presStyleCnt="3"/>
      <dgm:spPr/>
    </dgm:pt>
    <dgm:pt modelId="{0F051E94-A8DA-4FDE-840B-209D230051AE}" type="pres">
      <dgm:prSet presAssocID="{83E633A0-DC87-4C1B-B503-B825E9415D83}" presName="parentText" presStyleLbl="node1" presStyleIdx="1" presStyleCnt="3" custScaleX="120161" custScaleY="503865" custLinFactNeighborX="-100000" custLinFactNeighborY="-22247">
        <dgm:presLayoutVars>
          <dgm:chMax val="0"/>
          <dgm:bulletEnabled val="1"/>
        </dgm:presLayoutVars>
      </dgm:prSet>
      <dgm:spPr/>
    </dgm:pt>
    <dgm:pt modelId="{6D991751-003D-4D81-AC39-E1C4F3978B54}" type="pres">
      <dgm:prSet presAssocID="{83E633A0-DC87-4C1B-B503-B825E9415D83}" presName="negativeSpace" presStyleCnt="0"/>
      <dgm:spPr/>
    </dgm:pt>
    <dgm:pt modelId="{A309B986-08C0-4CCF-B2DC-85976F2EC262}" type="pres">
      <dgm:prSet presAssocID="{83E633A0-DC87-4C1B-B503-B825E9415D83}" presName="childText" presStyleLbl="conFgAcc1" presStyleIdx="1" presStyleCnt="3">
        <dgm:presLayoutVars>
          <dgm:bulletEnabled val="1"/>
        </dgm:presLayoutVars>
      </dgm:prSet>
      <dgm:spPr/>
    </dgm:pt>
    <dgm:pt modelId="{170ECCC5-7796-4B5D-9544-0EBBB6099DD3}" type="pres">
      <dgm:prSet presAssocID="{92DED452-138B-4138-8345-1EC5BD8C4064}" presName="spaceBetweenRectangles" presStyleCnt="0"/>
      <dgm:spPr/>
    </dgm:pt>
    <dgm:pt modelId="{CCB10C4D-93A2-4C6F-8801-C934898AA38D}" type="pres">
      <dgm:prSet presAssocID="{001B6008-1A0D-4987-A943-EAE0811FDBC0}" presName="parentLin" presStyleCnt="0"/>
      <dgm:spPr/>
    </dgm:pt>
    <dgm:pt modelId="{F9EEAA5F-3199-44F9-9377-B9CD2A711AF4}" type="pres">
      <dgm:prSet presAssocID="{001B6008-1A0D-4987-A943-EAE0811FDBC0}" presName="parentLeftMargin" presStyleLbl="node1" presStyleIdx="1" presStyleCnt="3"/>
      <dgm:spPr/>
    </dgm:pt>
    <dgm:pt modelId="{FD109448-4FE2-4A0D-BDC9-A04362F51FB5}" type="pres">
      <dgm:prSet presAssocID="{001B6008-1A0D-4987-A943-EAE0811FDBC0}" presName="parentText" presStyleLbl="node1" presStyleIdx="2" presStyleCnt="3" custScaleX="120161" custScaleY="503865" custLinFactY="9114" custLinFactNeighborX="-93378" custLinFactNeighborY="100000">
        <dgm:presLayoutVars>
          <dgm:chMax val="0"/>
          <dgm:bulletEnabled val="1"/>
        </dgm:presLayoutVars>
      </dgm:prSet>
      <dgm:spPr/>
    </dgm:pt>
    <dgm:pt modelId="{0D1367E1-B933-47C3-8927-32931294A9AC}" type="pres">
      <dgm:prSet presAssocID="{001B6008-1A0D-4987-A943-EAE0811FDBC0}" presName="negativeSpace" presStyleCnt="0"/>
      <dgm:spPr/>
    </dgm:pt>
    <dgm:pt modelId="{16076E18-BB79-4D64-8542-EB07C540BD2D}" type="pres">
      <dgm:prSet presAssocID="{001B6008-1A0D-4987-A943-EAE0811FDBC0}" presName="childText" presStyleLbl="conFgAcc1" presStyleIdx="2" presStyleCnt="3" custLinFactY="96549" custLinFactNeighborX="331" custLinFactNeighborY="100000">
        <dgm:presLayoutVars>
          <dgm:bulletEnabled val="1"/>
        </dgm:presLayoutVars>
      </dgm:prSet>
      <dgm:spPr/>
    </dgm:pt>
  </dgm:ptLst>
  <dgm:cxnLst>
    <dgm:cxn modelId="{648C460E-FAE5-4E0F-98F2-1AD71A1B75D1}" type="presOf" srcId="{001B6008-1A0D-4987-A943-EAE0811FDBC0}" destId="{FD109448-4FE2-4A0D-BDC9-A04362F51FB5}" srcOrd="1" destOrd="0" presId="urn:microsoft.com/office/officeart/2005/8/layout/list1"/>
    <dgm:cxn modelId="{D3EF4D1B-C354-41CE-9AEB-4EED254AA991}" srcId="{BAFE5671-3088-426D-9BBA-4737C323C498}" destId="{83E633A0-DC87-4C1B-B503-B825E9415D83}" srcOrd="1" destOrd="0" parTransId="{23F6B9DF-1D85-42D4-A487-CCF1C5B78948}" sibTransId="{92DED452-138B-4138-8345-1EC5BD8C4064}"/>
    <dgm:cxn modelId="{07DADA36-EC97-492C-BB25-7AD3BE66AF51}" type="presOf" srcId="{83E633A0-DC87-4C1B-B503-B825E9415D83}" destId="{8C950ED2-EA1D-4BC9-9CCD-BF2559DABABC}" srcOrd="0" destOrd="0" presId="urn:microsoft.com/office/officeart/2005/8/layout/list1"/>
    <dgm:cxn modelId="{15634042-2C23-4AEB-9EA4-9708965E4B16}" type="presOf" srcId="{59196AD6-F45A-4696-86FB-767A62BE0607}" destId="{75D78A0E-D408-4947-8949-9D9DD7630231}" srcOrd="0" destOrd="0" presId="urn:microsoft.com/office/officeart/2005/8/layout/list1"/>
    <dgm:cxn modelId="{93648542-7EE7-4445-B003-C102ECBBC86A}" type="presOf" srcId="{83E633A0-DC87-4C1B-B503-B825E9415D83}" destId="{0F051E94-A8DA-4FDE-840B-209D230051AE}" srcOrd="1" destOrd="0" presId="urn:microsoft.com/office/officeart/2005/8/layout/list1"/>
    <dgm:cxn modelId="{4D538643-2B69-4EF4-A384-D94B3A494DFA}" type="presOf" srcId="{001B6008-1A0D-4987-A943-EAE0811FDBC0}" destId="{F9EEAA5F-3199-44F9-9377-B9CD2A711AF4}" srcOrd="0" destOrd="0" presId="urn:microsoft.com/office/officeart/2005/8/layout/list1"/>
    <dgm:cxn modelId="{46D3546E-4931-4797-861A-B0E408D9E47D}" srcId="{BAFE5671-3088-426D-9BBA-4737C323C498}" destId="{001B6008-1A0D-4987-A943-EAE0811FDBC0}" srcOrd="2" destOrd="0" parTransId="{80586D43-D6AF-44BF-A2DC-A4410A370367}" sibTransId="{1BF1DE34-C394-4505-B8DF-F462EC91F45D}"/>
    <dgm:cxn modelId="{3F01A47D-5D5F-4A25-B3AF-97941EA55536}" type="presOf" srcId="{59196AD6-F45A-4696-86FB-767A62BE0607}" destId="{DA918A6E-A2CA-4580-84A8-12ED1B9C6A22}" srcOrd="1" destOrd="0" presId="urn:microsoft.com/office/officeart/2005/8/layout/list1"/>
    <dgm:cxn modelId="{2D865EB7-55A0-4436-89AB-F2D866FDB240}" srcId="{BAFE5671-3088-426D-9BBA-4737C323C498}" destId="{59196AD6-F45A-4696-86FB-767A62BE0607}" srcOrd="0" destOrd="0" parTransId="{93D4DF2F-E4D8-4D96-9A14-5F11F5940A9B}" sibTransId="{349E2D3F-C771-40E8-80EC-593698A32933}"/>
    <dgm:cxn modelId="{B0B2C4FE-2C1A-42CD-A1F3-4FB9DD7E2154}" type="presOf" srcId="{BAFE5671-3088-426D-9BBA-4737C323C498}" destId="{228E032F-24E3-4CC6-80DD-FD90D4B098FC}" srcOrd="0" destOrd="0" presId="urn:microsoft.com/office/officeart/2005/8/layout/list1"/>
    <dgm:cxn modelId="{CA9ECA78-AEA2-4D10-A543-7789EC1BC563}" type="presParOf" srcId="{228E032F-24E3-4CC6-80DD-FD90D4B098FC}" destId="{B40F1B8C-43AC-4A05-84B9-821DD18761DD}" srcOrd="0" destOrd="0" presId="urn:microsoft.com/office/officeart/2005/8/layout/list1"/>
    <dgm:cxn modelId="{A94CEC5C-DDD9-47E5-B33D-B8BC535AD162}" type="presParOf" srcId="{B40F1B8C-43AC-4A05-84B9-821DD18761DD}" destId="{75D78A0E-D408-4947-8949-9D9DD7630231}" srcOrd="0" destOrd="0" presId="urn:microsoft.com/office/officeart/2005/8/layout/list1"/>
    <dgm:cxn modelId="{31536E2C-9C09-4AD5-8F7D-73C73F41D3F7}" type="presParOf" srcId="{B40F1B8C-43AC-4A05-84B9-821DD18761DD}" destId="{DA918A6E-A2CA-4580-84A8-12ED1B9C6A22}" srcOrd="1" destOrd="0" presId="urn:microsoft.com/office/officeart/2005/8/layout/list1"/>
    <dgm:cxn modelId="{81EE9D52-8044-48FF-A7FF-E1A7B7C5A594}" type="presParOf" srcId="{228E032F-24E3-4CC6-80DD-FD90D4B098FC}" destId="{26213959-7885-429B-BF7B-27E814E2329E}" srcOrd="1" destOrd="0" presId="urn:microsoft.com/office/officeart/2005/8/layout/list1"/>
    <dgm:cxn modelId="{5B6405E7-395C-4C4E-9A68-A875C1BB5EA5}" type="presParOf" srcId="{228E032F-24E3-4CC6-80DD-FD90D4B098FC}" destId="{B57D03D2-5197-4285-861C-8C6D60420612}" srcOrd="2" destOrd="0" presId="urn:microsoft.com/office/officeart/2005/8/layout/list1"/>
    <dgm:cxn modelId="{296B81B0-757F-4519-AE44-82F85067DEC0}" type="presParOf" srcId="{228E032F-24E3-4CC6-80DD-FD90D4B098FC}" destId="{56B6616A-C3B6-450E-91E0-8DC0620CB83D}" srcOrd="3" destOrd="0" presId="urn:microsoft.com/office/officeart/2005/8/layout/list1"/>
    <dgm:cxn modelId="{1BA42054-7D8B-4A6F-A4E3-4F0F17930606}" type="presParOf" srcId="{228E032F-24E3-4CC6-80DD-FD90D4B098FC}" destId="{98D7E734-1D39-44D8-AEAF-16F385007F34}" srcOrd="4" destOrd="0" presId="urn:microsoft.com/office/officeart/2005/8/layout/list1"/>
    <dgm:cxn modelId="{3C11A0AE-46F2-4B04-8217-DB52FB9E8CED}" type="presParOf" srcId="{98D7E734-1D39-44D8-AEAF-16F385007F34}" destId="{8C950ED2-EA1D-4BC9-9CCD-BF2559DABABC}" srcOrd="0" destOrd="0" presId="urn:microsoft.com/office/officeart/2005/8/layout/list1"/>
    <dgm:cxn modelId="{45B7F78E-6ABE-4304-BD5E-A37D313100AE}" type="presParOf" srcId="{98D7E734-1D39-44D8-AEAF-16F385007F34}" destId="{0F051E94-A8DA-4FDE-840B-209D230051AE}" srcOrd="1" destOrd="0" presId="urn:microsoft.com/office/officeart/2005/8/layout/list1"/>
    <dgm:cxn modelId="{3FCB9B1A-4CD4-4A84-9D6D-C200005E7EB1}" type="presParOf" srcId="{228E032F-24E3-4CC6-80DD-FD90D4B098FC}" destId="{6D991751-003D-4D81-AC39-E1C4F3978B54}" srcOrd="5" destOrd="0" presId="urn:microsoft.com/office/officeart/2005/8/layout/list1"/>
    <dgm:cxn modelId="{DF8DE4D1-D424-4508-AF4C-F42DD26540C6}" type="presParOf" srcId="{228E032F-24E3-4CC6-80DD-FD90D4B098FC}" destId="{A309B986-08C0-4CCF-B2DC-85976F2EC262}" srcOrd="6" destOrd="0" presId="urn:microsoft.com/office/officeart/2005/8/layout/list1"/>
    <dgm:cxn modelId="{17D9A925-8AF4-4C7A-B54C-6442294C7DBE}" type="presParOf" srcId="{228E032F-24E3-4CC6-80DD-FD90D4B098FC}" destId="{170ECCC5-7796-4B5D-9544-0EBBB6099DD3}" srcOrd="7" destOrd="0" presId="urn:microsoft.com/office/officeart/2005/8/layout/list1"/>
    <dgm:cxn modelId="{BC245296-828C-432D-82F6-33C329719E4A}" type="presParOf" srcId="{228E032F-24E3-4CC6-80DD-FD90D4B098FC}" destId="{CCB10C4D-93A2-4C6F-8801-C934898AA38D}" srcOrd="8" destOrd="0" presId="urn:microsoft.com/office/officeart/2005/8/layout/list1"/>
    <dgm:cxn modelId="{20FA408C-F553-49FD-9F26-8096BEF053AF}" type="presParOf" srcId="{CCB10C4D-93A2-4C6F-8801-C934898AA38D}" destId="{F9EEAA5F-3199-44F9-9377-B9CD2A711AF4}" srcOrd="0" destOrd="0" presId="urn:microsoft.com/office/officeart/2005/8/layout/list1"/>
    <dgm:cxn modelId="{DC9B2CE0-9AAB-4CD4-9C6E-DD39654D6BC2}" type="presParOf" srcId="{CCB10C4D-93A2-4C6F-8801-C934898AA38D}" destId="{FD109448-4FE2-4A0D-BDC9-A04362F51FB5}" srcOrd="1" destOrd="0" presId="urn:microsoft.com/office/officeart/2005/8/layout/list1"/>
    <dgm:cxn modelId="{64BD8C5B-AB11-45D8-B7C7-590D63246F47}" type="presParOf" srcId="{228E032F-24E3-4CC6-80DD-FD90D4B098FC}" destId="{0D1367E1-B933-47C3-8927-32931294A9AC}" srcOrd="9" destOrd="0" presId="urn:microsoft.com/office/officeart/2005/8/layout/list1"/>
    <dgm:cxn modelId="{297B7FCC-A817-431E-94D4-D3274108033D}" type="presParOf" srcId="{228E032F-24E3-4CC6-80DD-FD90D4B098FC}" destId="{16076E18-BB79-4D64-8542-EB07C540BD2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A15748-BCF4-4C3A-A2AD-EA540E9DC27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DA2B49F5-4362-47CD-BDED-C52586F6E7F1}">
      <dgm:prSet phldrT="[Text]"/>
      <dgm:spPr/>
      <dgm:t>
        <a:bodyPr/>
        <a:lstStyle/>
        <a:p>
          <a:r>
            <a:rPr lang="en-US"/>
            <a:t>Physical</a:t>
          </a:r>
        </a:p>
      </dgm:t>
    </dgm:pt>
    <dgm:pt modelId="{6948A175-FCAF-4FD7-9E46-154F338DDCCC}" type="parTrans" cxnId="{B44AE71E-8936-47E0-958A-B96BC247BE9A}">
      <dgm:prSet/>
      <dgm:spPr/>
      <dgm:t>
        <a:bodyPr/>
        <a:lstStyle/>
        <a:p>
          <a:endParaRPr lang="en-US"/>
        </a:p>
      </dgm:t>
    </dgm:pt>
    <dgm:pt modelId="{ED4DB255-D4A8-4480-98CF-9F070AD92328}" type="sibTrans" cxnId="{B44AE71E-8936-47E0-958A-B96BC247BE9A}">
      <dgm:prSet/>
      <dgm:spPr/>
      <dgm:t>
        <a:bodyPr/>
        <a:lstStyle/>
        <a:p>
          <a:endParaRPr lang="en-US"/>
        </a:p>
      </dgm:t>
    </dgm:pt>
    <dgm:pt modelId="{A694DB06-664F-4813-BEF5-8367EEA88703}">
      <dgm:prSet phldrT="[Text]"/>
      <dgm:spPr/>
      <dgm:t>
        <a:bodyPr/>
        <a:lstStyle/>
        <a:p>
          <a:r>
            <a:rPr lang="en-US"/>
            <a:t>Slippery floors</a:t>
          </a:r>
        </a:p>
      </dgm:t>
    </dgm:pt>
    <dgm:pt modelId="{B27A6747-EA41-4B62-9629-E948C4140D2E}" type="parTrans" cxnId="{5FC7A03A-0E9F-466B-B7E6-AA1A9629F0B1}">
      <dgm:prSet/>
      <dgm:spPr/>
      <dgm:t>
        <a:bodyPr/>
        <a:lstStyle/>
        <a:p>
          <a:endParaRPr lang="en-US"/>
        </a:p>
      </dgm:t>
    </dgm:pt>
    <dgm:pt modelId="{8DE2DA1C-E237-435F-8E2F-D6C13B6F26A0}" type="sibTrans" cxnId="{5FC7A03A-0E9F-466B-B7E6-AA1A9629F0B1}">
      <dgm:prSet/>
      <dgm:spPr/>
      <dgm:t>
        <a:bodyPr/>
        <a:lstStyle/>
        <a:p>
          <a:endParaRPr lang="en-US"/>
        </a:p>
      </dgm:t>
    </dgm:pt>
    <dgm:pt modelId="{7AD07B8E-70F9-40F6-A7A3-9B8CFC92021C}">
      <dgm:prSet phldrT="[Text]"/>
      <dgm:spPr/>
      <dgm:t>
        <a:bodyPr/>
        <a:lstStyle/>
        <a:p>
          <a:r>
            <a:rPr lang="en-US"/>
            <a:t>Chemical</a:t>
          </a:r>
        </a:p>
      </dgm:t>
    </dgm:pt>
    <dgm:pt modelId="{1B828911-E406-4A2E-B104-D2CFB4C22D23}" type="parTrans" cxnId="{7A0230EC-7B80-44F7-BAC3-A5D74A0C5530}">
      <dgm:prSet/>
      <dgm:spPr/>
      <dgm:t>
        <a:bodyPr/>
        <a:lstStyle/>
        <a:p>
          <a:endParaRPr lang="en-US"/>
        </a:p>
      </dgm:t>
    </dgm:pt>
    <dgm:pt modelId="{CEBD0742-510F-48FC-90EB-6C3D75373A47}" type="sibTrans" cxnId="{7A0230EC-7B80-44F7-BAC3-A5D74A0C5530}">
      <dgm:prSet/>
      <dgm:spPr/>
      <dgm:t>
        <a:bodyPr/>
        <a:lstStyle/>
        <a:p>
          <a:endParaRPr lang="en-US"/>
        </a:p>
      </dgm:t>
    </dgm:pt>
    <dgm:pt modelId="{EAAC2B9C-FE13-40A4-9BCD-52AD96D06C28}">
      <dgm:prSet phldrT="[Text]"/>
      <dgm:spPr/>
      <dgm:t>
        <a:bodyPr/>
        <a:lstStyle/>
        <a:p>
          <a:r>
            <a:rPr lang="en-US"/>
            <a:t>Strong cleaning agents</a:t>
          </a:r>
        </a:p>
      </dgm:t>
    </dgm:pt>
    <dgm:pt modelId="{D379D3E7-2721-41A3-8A90-1DF7FFB3D4C8}" type="parTrans" cxnId="{7DCF4CF1-58FE-40AB-9A06-960014F14C4D}">
      <dgm:prSet/>
      <dgm:spPr/>
      <dgm:t>
        <a:bodyPr/>
        <a:lstStyle/>
        <a:p>
          <a:endParaRPr lang="en-US"/>
        </a:p>
      </dgm:t>
    </dgm:pt>
    <dgm:pt modelId="{A31BD34E-1AA8-471B-81F0-1A86D39AA676}" type="sibTrans" cxnId="{7DCF4CF1-58FE-40AB-9A06-960014F14C4D}">
      <dgm:prSet/>
      <dgm:spPr/>
      <dgm:t>
        <a:bodyPr/>
        <a:lstStyle/>
        <a:p>
          <a:endParaRPr lang="en-US"/>
        </a:p>
      </dgm:t>
    </dgm:pt>
    <dgm:pt modelId="{45A2070F-E732-4765-9F35-484DFBED2E35}">
      <dgm:prSet phldrT="[Text]"/>
      <dgm:spPr/>
      <dgm:t>
        <a:bodyPr/>
        <a:lstStyle/>
        <a:p>
          <a:r>
            <a:rPr lang="en-US"/>
            <a:t>Biological</a:t>
          </a:r>
        </a:p>
      </dgm:t>
    </dgm:pt>
    <dgm:pt modelId="{59CFA026-BDFD-4A7D-BE39-6CDE8932F694}" type="parTrans" cxnId="{F0060697-979D-4961-885A-F7B7B84761F6}">
      <dgm:prSet/>
      <dgm:spPr/>
      <dgm:t>
        <a:bodyPr/>
        <a:lstStyle/>
        <a:p>
          <a:endParaRPr lang="en-US"/>
        </a:p>
      </dgm:t>
    </dgm:pt>
    <dgm:pt modelId="{211ED544-ECAB-4B49-A905-975518681665}" type="sibTrans" cxnId="{F0060697-979D-4961-885A-F7B7B84761F6}">
      <dgm:prSet/>
      <dgm:spPr/>
      <dgm:t>
        <a:bodyPr/>
        <a:lstStyle/>
        <a:p>
          <a:endParaRPr lang="en-US"/>
        </a:p>
      </dgm:t>
    </dgm:pt>
    <dgm:pt modelId="{21A41E25-E5BF-4D17-9768-F539AB7C80DE}">
      <dgm:prSet phldrT="[Text]"/>
      <dgm:spPr/>
      <dgm:t>
        <a:bodyPr/>
        <a:lstStyle/>
        <a:p>
          <a:r>
            <a:rPr lang="en-US"/>
            <a:t>Bacteria</a:t>
          </a:r>
        </a:p>
      </dgm:t>
    </dgm:pt>
    <dgm:pt modelId="{25549C0A-D2DC-47EB-8683-FBCF40E4F838}" type="parTrans" cxnId="{300DC90C-30D1-4FAE-976E-2636402DFBEF}">
      <dgm:prSet/>
      <dgm:spPr/>
      <dgm:t>
        <a:bodyPr/>
        <a:lstStyle/>
        <a:p>
          <a:endParaRPr lang="en-US"/>
        </a:p>
      </dgm:t>
    </dgm:pt>
    <dgm:pt modelId="{9FEBDB0F-DB1A-4F6D-9B72-40C67B15A9BC}" type="sibTrans" cxnId="{300DC90C-30D1-4FAE-976E-2636402DFBEF}">
      <dgm:prSet/>
      <dgm:spPr/>
      <dgm:t>
        <a:bodyPr/>
        <a:lstStyle/>
        <a:p>
          <a:endParaRPr lang="en-US"/>
        </a:p>
      </dgm:t>
    </dgm:pt>
    <dgm:pt modelId="{51E8C754-30CA-4E0C-9034-110684682432}">
      <dgm:prSet phldrT="[Text]"/>
      <dgm:spPr/>
      <dgm:t>
        <a:bodyPr/>
        <a:lstStyle/>
        <a:p>
          <a:r>
            <a:rPr lang="en-US"/>
            <a:t>Viruses</a:t>
          </a:r>
        </a:p>
      </dgm:t>
    </dgm:pt>
    <dgm:pt modelId="{705887F2-B959-45B0-A4B0-9B1284642734}" type="parTrans" cxnId="{EAD07BD9-5EEB-48FB-BE04-386865F44B14}">
      <dgm:prSet/>
      <dgm:spPr/>
      <dgm:t>
        <a:bodyPr/>
        <a:lstStyle/>
        <a:p>
          <a:endParaRPr lang="en-US"/>
        </a:p>
      </dgm:t>
    </dgm:pt>
    <dgm:pt modelId="{5FE93EDE-4D59-4052-BA63-EDC3F1F53729}" type="sibTrans" cxnId="{EAD07BD9-5EEB-48FB-BE04-386865F44B14}">
      <dgm:prSet/>
      <dgm:spPr/>
      <dgm:t>
        <a:bodyPr/>
        <a:lstStyle/>
        <a:p>
          <a:endParaRPr lang="en-US"/>
        </a:p>
      </dgm:t>
    </dgm:pt>
    <dgm:pt modelId="{969E9819-8CF2-455E-BD2D-84BD4E79537D}">
      <dgm:prSet/>
      <dgm:spPr/>
      <dgm:t>
        <a:bodyPr/>
        <a:lstStyle/>
        <a:p>
          <a:r>
            <a:rPr lang="en-US"/>
            <a:t>Human Factors	</a:t>
          </a:r>
        </a:p>
      </dgm:t>
    </dgm:pt>
    <dgm:pt modelId="{171B286D-8BC9-41E6-910B-8734AF5E031D}" type="parTrans" cxnId="{14B596EB-47E1-4EBC-8462-3899E94710A8}">
      <dgm:prSet/>
      <dgm:spPr/>
      <dgm:t>
        <a:bodyPr/>
        <a:lstStyle/>
        <a:p>
          <a:endParaRPr lang="en-US"/>
        </a:p>
      </dgm:t>
    </dgm:pt>
    <dgm:pt modelId="{792CF776-A4A1-4EBE-B23A-EB1898062C84}" type="sibTrans" cxnId="{14B596EB-47E1-4EBC-8462-3899E94710A8}">
      <dgm:prSet/>
      <dgm:spPr/>
      <dgm:t>
        <a:bodyPr/>
        <a:lstStyle/>
        <a:p>
          <a:endParaRPr lang="en-US"/>
        </a:p>
      </dgm:t>
    </dgm:pt>
    <dgm:pt modelId="{F8D3106A-7658-4327-B4AF-B847C998DC28}">
      <dgm:prSet/>
      <dgm:spPr/>
      <dgm:t>
        <a:bodyPr/>
        <a:lstStyle/>
        <a:p>
          <a:r>
            <a:rPr lang="en-US"/>
            <a:t>Poor posture</a:t>
          </a:r>
        </a:p>
      </dgm:t>
    </dgm:pt>
    <dgm:pt modelId="{0484B809-89C7-4D4D-9727-38F9D15B9EF9}" type="parTrans" cxnId="{24E8FBE1-BFDF-4F89-8440-811AF6BC9CC0}">
      <dgm:prSet/>
      <dgm:spPr/>
      <dgm:t>
        <a:bodyPr/>
        <a:lstStyle/>
        <a:p>
          <a:endParaRPr lang="en-US"/>
        </a:p>
      </dgm:t>
    </dgm:pt>
    <dgm:pt modelId="{2F36EA13-1730-4C86-9C30-DDECCE94F9DF}" type="sibTrans" cxnId="{24E8FBE1-BFDF-4F89-8440-811AF6BC9CC0}">
      <dgm:prSet/>
      <dgm:spPr/>
      <dgm:t>
        <a:bodyPr/>
        <a:lstStyle/>
        <a:p>
          <a:endParaRPr lang="en-US"/>
        </a:p>
      </dgm:t>
    </dgm:pt>
    <dgm:pt modelId="{C5EE7D33-8905-4DE3-A42F-B5217A1F0A11}">
      <dgm:prSet phldrT="[Text]"/>
      <dgm:spPr/>
      <dgm:t>
        <a:bodyPr/>
        <a:lstStyle/>
        <a:p>
          <a:r>
            <a:rPr lang="en-US"/>
            <a:t>Heavy objects</a:t>
          </a:r>
        </a:p>
      </dgm:t>
    </dgm:pt>
    <dgm:pt modelId="{02C06647-79E3-4E08-B95C-25E798F8CB65}" type="parTrans" cxnId="{1F44AFCD-E50A-4F2B-B461-ABD17C0F93AE}">
      <dgm:prSet/>
      <dgm:spPr/>
      <dgm:t>
        <a:bodyPr/>
        <a:lstStyle/>
        <a:p>
          <a:endParaRPr lang="en-US"/>
        </a:p>
      </dgm:t>
    </dgm:pt>
    <dgm:pt modelId="{0703F976-929E-4F5F-96C7-5210EE67BE2D}" type="sibTrans" cxnId="{1F44AFCD-E50A-4F2B-B461-ABD17C0F93AE}">
      <dgm:prSet/>
      <dgm:spPr/>
      <dgm:t>
        <a:bodyPr/>
        <a:lstStyle/>
        <a:p>
          <a:endParaRPr lang="en-US"/>
        </a:p>
      </dgm:t>
    </dgm:pt>
    <dgm:pt modelId="{A05FE278-02B4-4129-B472-8FC559790D10}">
      <dgm:prSet phldrT="[Text]"/>
      <dgm:spPr/>
      <dgm:t>
        <a:bodyPr/>
        <a:lstStyle/>
        <a:p>
          <a:r>
            <a:rPr lang="en-US"/>
            <a:t>Flammable materials</a:t>
          </a:r>
        </a:p>
      </dgm:t>
    </dgm:pt>
    <dgm:pt modelId="{3FDD42D3-1717-450D-9981-4B48790C2503}" type="parTrans" cxnId="{EFFF3B8C-6E4B-42AC-AA06-2663FDC9BBA9}">
      <dgm:prSet/>
      <dgm:spPr/>
      <dgm:t>
        <a:bodyPr/>
        <a:lstStyle/>
        <a:p>
          <a:endParaRPr lang="en-US"/>
        </a:p>
      </dgm:t>
    </dgm:pt>
    <dgm:pt modelId="{9DBD7435-9135-4F51-915D-23437C244A99}" type="sibTrans" cxnId="{EFFF3B8C-6E4B-42AC-AA06-2663FDC9BBA9}">
      <dgm:prSet/>
      <dgm:spPr/>
      <dgm:t>
        <a:bodyPr/>
        <a:lstStyle/>
        <a:p>
          <a:endParaRPr lang="en-US"/>
        </a:p>
      </dgm:t>
    </dgm:pt>
    <dgm:pt modelId="{83169970-C233-4C79-B5EA-899F6B759929}">
      <dgm:prSet phldrT="[Text]"/>
      <dgm:spPr/>
      <dgm:t>
        <a:bodyPr/>
        <a:lstStyle/>
        <a:p>
          <a:r>
            <a:rPr lang="en-US"/>
            <a:t>Mold</a:t>
          </a:r>
        </a:p>
      </dgm:t>
    </dgm:pt>
    <dgm:pt modelId="{5A490CB0-0E52-4F36-8B89-7497C6218DC5}" type="parTrans" cxnId="{A7E799EF-471B-4549-BDCE-CF05E5F57E1F}">
      <dgm:prSet/>
      <dgm:spPr/>
      <dgm:t>
        <a:bodyPr/>
        <a:lstStyle/>
        <a:p>
          <a:endParaRPr lang="en-US"/>
        </a:p>
      </dgm:t>
    </dgm:pt>
    <dgm:pt modelId="{61121A65-1392-4AA9-A234-35ADDC0B3061}" type="sibTrans" cxnId="{A7E799EF-471B-4549-BDCE-CF05E5F57E1F}">
      <dgm:prSet/>
      <dgm:spPr/>
      <dgm:t>
        <a:bodyPr/>
        <a:lstStyle/>
        <a:p>
          <a:endParaRPr lang="en-US"/>
        </a:p>
      </dgm:t>
    </dgm:pt>
    <dgm:pt modelId="{E2703A3F-8002-431B-BAB1-B7A8242EF083}">
      <dgm:prSet/>
      <dgm:spPr/>
      <dgm:t>
        <a:bodyPr/>
        <a:lstStyle/>
        <a:p>
          <a:r>
            <a:rPr lang="en-US"/>
            <a:t>Repetitive strain</a:t>
          </a:r>
        </a:p>
      </dgm:t>
    </dgm:pt>
    <dgm:pt modelId="{6288E17E-487B-4258-BF48-B3BE43ADA34F}" type="parTrans" cxnId="{284AF6C0-C8E1-4717-A780-CECBB5D28B67}">
      <dgm:prSet/>
      <dgm:spPr/>
      <dgm:t>
        <a:bodyPr/>
        <a:lstStyle/>
        <a:p>
          <a:endParaRPr lang="en-US"/>
        </a:p>
      </dgm:t>
    </dgm:pt>
    <dgm:pt modelId="{06787846-C662-49D2-A0F2-6FBD952DAAF1}" type="sibTrans" cxnId="{284AF6C0-C8E1-4717-A780-CECBB5D28B67}">
      <dgm:prSet/>
      <dgm:spPr/>
      <dgm:t>
        <a:bodyPr/>
        <a:lstStyle/>
        <a:p>
          <a:endParaRPr lang="en-US"/>
        </a:p>
      </dgm:t>
    </dgm:pt>
    <dgm:pt modelId="{9EA11D02-E2A8-4475-BC56-99AD0D13D705}">
      <dgm:prSet/>
      <dgm:spPr/>
      <dgm:t>
        <a:bodyPr/>
        <a:lstStyle/>
        <a:p>
          <a:r>
            <a:rPr lang="en-US"/>
            <a:t>Long shifts</a:t>
          </a:r>
        </a:p>
      </dgm:t>
    </dgm:pt>
    <dgm:pt modelId="{1B7093F6-D15B-457B-A118-7E5617A9EFA4}" type="parTrans" cxnId="{E6AB403B-6421-480D-8C8C-960170741E2C}">
      <dgm:prSet/>
      <dgm:spPr/>
      <dgm:t>
        <a:bodyPr/>
        <a:lstStyle/>
        <a:p>
          <a:endParaRPr lang="en-US"/>
        </a:p>
      </dgm:t>
    </dgm:pt>
    <dgm:pt modelId="{1390ECFB-96E7-4227-9E9E-AB8E2C126C63}" type="sibTrans" cxnId="{E6AB403B-6421-480D-8C8C-960170741E2C}">
      <dgm:prSet/>
      <dgm:spPr/>
      <dgm:t>
        <a:bodyPr/>
        <a:lstStyle/>
        <a:p>
          <a:endParaRPr lang="en-US"/>
        </a:p>
      </dgm:t>
    </dgm:pt>
    <dgm:pt modelId="{641DCA2A-9335-4D9A-84CD-02C9B7A68DD1}" type="pres">
      <dgm:prSet presAssocID="{4CA15748-BCF4-4C3A-A2AD-EA540E9DC27D}" presName="Name0" presStyleCnt="0">
        <dgm:presLayoutVars>
          <dgm:dir/>
          <dgm:animLvl val="lvl"/>
          <dgm:resizeHandles val="exact"/>
        </dgm:presLayoutVars>
      </dgm:prSet>
      <dgm:spPr/>
    </dgm:pt>
    <dgm:pt modelId="{ED9D0B2C-CB67-445A-B3A7-F21D9ECD88BD}" type="pres">
      <dgm:prSet presAssocID="{DA2B49F5-4362-47CD-BDED-C52586F6E7F1}" presName="composite" presStyleCnt="0"/>
      <dgm:spPr/>
    </dgm:pt>
    <dgm:pt modelId="{F4F64A83-5B1A-4111-AD9E-985D05953BD1}" type="pres">
      <dgm:prSet presAssocID="{DA2B49F5-4362-47CD-BDED-C52586F6E7F1}" presName="parTx" presStyleLbl="alignNode1" presStyleIdx="0" presStyleCnt="4">
        <dgm:presLayoutVars>
          <dgm:chMax val="0"/>
          <dgm:chPref val="0"/>
          <dgm:bulletEnabled val="1"/>
        </dgm:presLayoutVars>
      </dgm:prSet>
      <dgm:spPr/>
    </dgm:pt>
    <dgm:pt modelId="{4F05602C-B86B-44DB-BEFE-CAE39630510E}" type="pres">
      <dgm:prSet presAssocID="{DA2B49F5-4362-47CD-BDED-C52586F6E7F1}" presName="desTx" presStyleLbl="alignAccFollowNode1" presStyleIdx="0" presStyleCnt="4">
        <dgm:presLayoutVars>
          <dgm:bulletEnabled val="1"/>
        </dgm:presLayoutVars>
      </dgm:prSet>
      <dgm:spPr/>
    </dgm:pt>
    <dgm:pt modelId="{195D02D0-FE5C-4F64-8FD6-425DC8DC46B9}" type="pres">
      <dgm:prSet presAssocID="{ED4DB255-D4A8-4480-98CF-9F070AD92328}" presName="space" presStyleCnt="0"/>
      <dgm:spPr/>
    </dgm:pt>
    <dgm:pt modelId="{E8FD7A02-0C93-4C41-AEDE-9BD943C06608}" type="pres">
      <dgm:prSet presAssocID="{7AD07B8E-70F9-40F6-A7A3-9B8CFC92021C}" presName="composite" presStyleCnt="0"/>
      <dgm:spPr/>
    </dgm:pt>
    <dgm:pt modelId="{9B3EB61D-DFCA-4E77-B4C2-DD042ED65E50}" type="pres">
      <dgm:prSet presAssocID="{7AD07B8E-70F9-40F6-A7A3-9B8CFC92021C}" presName="parTx" presStyleLbl="alignNode1" presStyleIdx="1" presStyleCnt="4">
        <dgm:presLayoutVars>
          <dgm:chMax val="0"/>
          <dgm:chPref val="0"/>
          <dgm:bulletEnabled val="1"/>
        </dgm:presLayoutVars>
      </dgm:prSet>
      <dgm:spPr/>
    </dgm:pt>
    <dgm:pt modelId="{B24FA7E0-83B8-4129-A47B-64B19E78DDD7}" type="pres">
      <dgm:prSet presAssocID="{7AD07B8E-70F9-40F6-A7A3-9B8CFC92021C}" presName="desTx" presStyleLbl="alignAccFollowNode1" presStyleIdx="1" presStyleCnt="4">
        <dgm:presLayoutVars>
          <dgm:bulletEnabled val="1"/>
        </dgm:presLayoutVars>
      </dgm:prSet>
      <dgm:spPr/>
    </dgm:pt>
    <dgm:pt modelId="{C005553E-E199-4E0D-A3CF-75B06520DA81}" type="pres">
      <dgm:prSet presAssocID="{CEBD0742-510F-48FC-90EB-6C3D75373A47}" presName="space" presStyleCnt="0"/>
      <dgm:spPr/>
    </dgm:pt>
    <dgm:pt modelId="{843003BE-328F-4541-AD71-092BFB9CEE86}" type="pres">
      <dgm:prSet presAssocID="{45A2070F-E732-4765-9F35-484DFBED2E35}" presName="composite" presStyleCnt="0"/>
      <dgm:spPr/>
    </dgm:pt>
    <dgm:pt modelId="{B4A62046-A899-4C10-8C14-9963C0252858}" type="pres">
      <dgm:prSet presAssocID="{45A2070F-E732-4765-9F35-484DFBED2E35}" presName="parTx" presStyleLbl="alignNode1" presStyleIdx="2" presStyleCnt="4">
        <dgm:presLayoutVars>
          <dgm:chMax val="0"/>
          <dgm:chPref val="0"/>
          <dgm:bulletEnabled val="1"/>
        </dgm:presLayoutVars>
      </dgm:prSet>
      <dgm:spPr/>
    </dgm:pt>
    <dgm:pt modelId="{9F1A4FBC-7951-493E-8A85-952E41C45A44}" type="pres">
      <dgm:prSet presAssocID="{45A2070F-E732-4765-9F35-484DFBED2E35}" presName="desTx" presStyleLbl="alignAccFollowNode1" presStyleIdx="2" presStyleCnt="4">
        <dgm:presLayoutVars>
          <dgm:bulletEnabled val="1"/>
        </dgm:presLayoutVars>
      </dgm:prSet>
      <dgm:spPr/>
    </dgm:pt>
    <dgm:pt modelId="{745F47F4-EFCB-4B42-9380-7D8CE2143187}" type="pres">
      <dgm:prSet presAssocID="{211ED544-ECAB-4B49-A905-975518681665}" presName="space" presStyleCnt="0"/>
      <dgm:spPr/>
    </dgm:pt>
    <dgm:pt modelId="{54A7E7CE-BA50-4561-9B11-4590C4AABCB8}" type="pres">
      <dgm:prSet presAssocID="{969E9819-8CF2-455E-BD2D-84BD4E79537D}" presName="composite" presStyleCnt="0"/>
      <dgm:spPr/>
    </dgm:pt>
    <dgm:pt modelId="{CF22432B-4A6A-4F00-8669-FB0E0F8642F2}" type="pres">
      <dgm:prSet presAssocID="{969E9819-8CF2-455E-BD2D-84BD4E79537D}" presName="parTx" presStyleLbl="alignNode1" presStyleIdx="3" presStyleCnt="4">
        <dgm:presLayoutVars>
          <dgm:chMax val="0"/>
          <dgm:chPref val="0"/>
          <dgm:bulletEnabled val="1"/>
        </dgm:presLayoutVars>
      </dgm:prSet>
      <dgm:spPr/>
    </dgm:pt>
    <dgm:pt modelId="{E5A71200-ACE4-45E3-A679-1C5E02BBC93D}" type="pres">
      <dgm:prSet presAssocID="{969E9819-8CF2-455E-BD2D-84BD4E79537D}" presName="desTx" presStyleLbl="alignAccFollowNode1" presStyleIdx="3" presStyleCnt="4">
        <dgm:presLayoutVars>
          <dgm:bulletEnabled val="1"/>
        </dgm:presLayoutVars>
      </dgm:prSet>
      <dgm:spPr/>
    </dgm:pt>
  </dgm:ptLst>
  <dgm:cxnLst>
    <dgm:cxn modelId="{36E5E701-0D83-45F0-82DD-B74B7A67C071}" type="presOf" srcId="{F8D3106A-7658-4327-B4AF-B847C998DC28}" destId="{E5A71200-ACE4-45E3-A679-1C5E02BBC93D}" srcOrd="0" destOrd="0" presId="urn:microsoft.com/office/officeart/2005/8/layout/hList1"/>
    <dgm:cxn modelId="{300DC90C-30D1-4FAE-976E-2636402DFBEF}" srcId="{45A2070F-E732-4765-9F35-484DFBED2E35}" destId="{21A41E25-E5BF-4D17-9768-F539AB7C80DE}" srcOrd="0" destOrd="0" parTransId="{25549C0A-D2DC-47EB-8683-FBCF40E4F838}" sibTransId="{9FEBDB0F-DB1A-4F6D-9B72-40C67B15A9BC}"/>
    <dgm:cxn modelId="{B44AE71E-8936-47E0-958A-B96BC247BE9A}" srcId="{4CA15748-BCF4-4C3A-A2AD-EA540E9DC27D}" destId="{DA2B49F5-4362-47CD-BDED-C52586F6E7F1}" srcOrd="0" destOrd="0" parTransId="{6948A175-FCAF-4FD7-9E46-154F338DDCCC}" sibTransId="{ED4DB255-D4A8-4480-98CF-9F070AD92328}"/>
    <dgm:cxn modelId="{501F9032-2D9B-4B0E-B98C-8FB7239C5E3A}" type="presOf" srcId="{7AD07B8E-70F9-40F6-A7A3-9B8CFC92021C}" destId="{9B3EB61D-DFCA-4E77-B4C2-DD042ED65E50}" srcOrd="0" destOrd="0" presId="urn:microsoft.com/office/officeart/2005/8/layout/hList1"/>
    <dgm:cxn modelId="{5FC7A03A-0E9F-466B-B7E6-AA1A9629F0B1}" srcId="{DA2B49F5-4362-47CD-BDED-C52586F6E7F1}" destId="{A694DB06-664F-4813-BEF5-8367EEA88703}" srcOrd="0" destOrd="0" parTransId="{B27A6747-EA41-4B62-9629-E948C4140D2E}" sibTransId="{8DE2DA1C-E237-435F-8E2F-D6C13B6F26A0}"/>
    <dgm:cxn modelId="{E6AB403B-6421-480D-8C8C-960170741E2C}" srcId="{969E9819-8CF2-455E-BD2D-84BD4E79537D}" destId="{9EA11D02-E2A8-4475-BC56-99AD0D13D705}" srcOrd="2" destOrd="0" parTransId="{1B7093F6-D15B-457B-A118-7E5617A9EFA4}" sibTransId="{1390ECFB-96E7-4227-9E9E-AB8E2C126C63}"/>
    <dgm:cxn modelId="{DB4BBF65-043C-41BD-B5E9-53C4F771522B}" type="presOf" srcId="{9EA11D02-E2A8-4475-BC56-99AD0D13D705}" destId="{E5A71200-ACE4-45E3-A679-1C5E02BBC93D}" srcOrd="0" destOrd="2" presId="urn:microsoft.com/office/officeart/2005/8/layout/hList1"/>
    <dgm:cxn modelId="{67D60E81-810C-4E95-A005-5A8DBA0A123A}" type="presOf" srcId="{21A41E25-E5BF-4D17-9768-F539AB7C80DE}" destId="{9F1A4FBC-7951-493E-8A85-952E41C45A44}" srcOrd="0" destOrd="0" presId="urn:microsoft.com/office/officeart/2005/8/layout/hList1"/>
    <dgm:cxn modelId="{8CFB8783-797B-4327-9BD6-0DE75DBCD7FE}" type="presOf" srcId="{A05FE278-02B4-4129-B472-8FC559790D10}" destId="{B24FA7E0-83B8-4129-A47B-64B19E78DDD7}" srcOrd="0" destOrd="1" presId="urn:microsoft.com/office/officeart/2005/8/layout/hList1"/>
    <dgm:cxn modelId="{549C1089-E946-4F9D-9982-FADE18F1FFF1}" type="presOf" srcId="{4CA15748-BCF4-4C3A-A2AD-EA540E9DC27D}" destId="{641DCA2A-9335-4D9A-84CD-02C9B7A68DD1}" srcOrd="0" destOrd="0" presId="urn:microsoft.com/office/officeart/2005/8/layout/hList1"/>
    <dgm:cxn modelId="{EFFF3B8C-6E4B-42AC-AA06-2663FDC9BBA9}" srcId="{7AD07B8E-70F9-40F6-A7A3-9B8CFC92021C}" destId="{A05FE278-02B4-4129-B472-8FC559790D10}" srcOrd="1" destOrd="0" parTransId="{3FDD42D3-1717-450D-9981-4B48790C2503}" sibTransId="{9DBD7435-9135-4F51-915D-23437C244A99}"/>
    <dgm:cxn modelId="{F4BFC593-3AFD-42AE-8B7E-4A4C36FF9925}" type="presOf" srcId="{45A2070F-E732-4765-9F35-484DFBED2E35}" destId="{B4A62046-A899-4C10-8C14-9963C0252858}" srcOrd="0" destOrd="0" presId="urn:microsoft.com/office/officeart/2005/8/layout/hList1"/>
    <dgm:cxn modelId="{F0060697-979D-4961-885A-F7B7B84761F6}" srcId="{4CA15748-BCF4-4C3A-A2AD-EA540E9DC27D}" destId="{45A2070F-E732-4765-9F35-484DFBED2E35}" srcOrd="2" destOrd="0" parTransId="{59CFA026-BDFD-4A7D-BE39-6CDE8932F694}" sibTransId="{211ED544-ECAB-4B49-A905-975518681665}"/>
    <dgm:cxn modelId="{4DD215A2-B8F6-402D-93F9-DB9DA9418C11}" type="presOf" srcId="{E2703A3F-8002-431B-BAB1-B7A8242EF083}" destId="{E5A71200-ACE4-45E3-A679-1C5E02BBC93D}" srcOrd="0" destOrd="1" presId="urn:microsoft.com/office/officeart/2005/8/layout/hList1"/>
    <dgm:cxn modelId="{CF607FB7-0173-4DCD-9E50-73191E1412D1}" type="presOf" srcId="{969E9819-8CF2-455E-BD2D-84BD4E79537D}" destId="{CF22432B-4A6A-4F00-8669-FB0E0F8642F2}" srcOrd="0" destOrd="0" presId="urn:microsoft.com/office/officeart/2005/8/layout/hList1"/>
    <dgm:cxn modelId="{284AF6C0-C8E1-4717-A780-CECBB5D28B67}" srcId="{969E9819-8CF2-455E-BD2D-84BD4E79537D}" destId="{E2703A3F-8002-431B-BAB1-B7A8242EF083}" srcOrd="1" destOrd="0" parTransId="{6288E17E-487B-4258-BF48-B3BE43ADA34F}" sibTransId="{06787846-C662-49D2-A0F2-6FBD952DAAF1}"/>
    <dgm:cxn modelId="{7900B6C1-4594-4304-B67B-199C30BD4177}" type="presOf" srcId="{C5EE7D33-8905-4DE3-A42F-B5217A1F0A11}" destId="{4F05602C-B86B-44DB-BEFE-CAE39630510E}" srcOrd="0" destOrd="1" presId="urn:microsoft.com/office/officeart/2005/8/layout/hList1"/>
    <dgm:cxn modelId="{1F44AFCD-E50A-4F2B-B461-ABD17C0F93AE}" srcId="{DA2B49F5-4362-47CD-BDED-C52586F6E7F1}" destId="{C5EE7D33-8905-4DE3-A42F-B5217A1F0A11}" srcOrd="1" destOrd="0" parTransId="{02C06647-79E3-4E08-B95C-25E798F8CB65}" sibTransId="{0703F976-929E-4F5F-96C7-5210EE67BE2D}"/>
    <dgm:cxn modelId="{ABEBEAD2-D449-4A9A-A40B-C78408DA3793}" type="presOf" srcId="{51E8C754-30CA-4E0C-9034-110684682432}" destId="{9F1A4FBC-7951-493E-8A85-952E41C45A44}" srcOrd="0" destOrd="1" presId="urn:microsoft.com/office/officeart/2005/8/layout/hList1"/>
    <dgm:cxn modelId="{EAD07BD9-5EEB-48FB-BE04-386865F44B14}" srcId="{45A2070F-E732-4765-9F35-484DFBED2E35}" destId="{51E8C754-30CA-4E0C-9034-110684682432}" srcOrd="1" destOrd="0" parTransId="{705887F2-B959-45B0-A4B0-9B1284642734}" sibTransId="{5FE93EDE-4D59-4052-BA63-EDC3F1F53729}"/>
    <dgm:cxn modelId="{24E8FBE1-BFDF-4F89-8440-811AF6BC9CC0}" srcId="{969E9819-8CF2-455E-BD2D-84BD4E79537D}" destId="{F8D3106A-7658-4327-B4AF-B847C998DC28}" srcOrd="0" destOrd="0" parTransId="{0484B809-89C7-4D4D-9727-38F9D15B9EF9}" sibTransId="{2F36EA13-1730-4C86-9C30-DDECCE94F9DF}"/>
    <dgm:cxn modelId="{4E06A5EA-84DB-4E5D-9548-67A0401E3AAB}" type="presOf" srcId="{A694DB06-664F-4813-BEF5-8367EEA88703}" destId="{4F05602C-B86B-44DB-BEFE-CAE39630510E}" srcOrd="0" destOrd="0" presId="urn:microsoft.com/office/officeart/2005/8/layout/hList1"/>
    <dgm:cxn modelId="{14B596EB-47E1-4EBC-8462-3899E94710A8}" srcId="{4CA15748-BCF4-4C3A-A2AD-EA540E9DC27D}" destId="{969E9819-8CF2-455E-BD2D-84BD4E79537D}" srcOrd="3" destOrd="0" parTransId="{171B286D-8BC9-41E6-910B-8734AF5E031D}" sibTransId="{792CF776-A4A1-4EBE-B23A-EB1898062C84}"/>
    <dgm:cxn modelId="{7A0230EC-7B80-44F7-BAC3-A5D74A0C5530}" srcId="{4CA15748-BCF4-4C3A-A2AD-EA540E9DC27D}" destId="{7AD07B8E-70F9-40F6-A7A3-9B8CFC92021C}" srcOrd="1" destOrd="0" parTransId="{1B828911-E406-4A2E-B104-D2CFB4C22D23}" sibTransId="{CEBD0742-510F-48FC-90EB-6C3D75373A47}"/>
    <dgm:cxn modelId="{A7E799EF-471B-4549-BDCE-CF05E5F57E1F}" srcId="{45A2070F-E732-4765-9F35-484DFBED2E35}" destId="{83169970-C233-4C79-B5EA-899F6B759929}" srcOrd="2" destOrd="0" parTransId="{5A490CB0-0E52-4F36-8B89-7497C6218DC5}" sibTransId="{61121A65-1392-4AA9-A234-35ADDC0B3061}"/>
    <dgm:cxn modelId="{2918D0EF-293A-42E8-A40E-4FC1A70E90D6}" type="presOf" srcId="{83169970-C233-4C79-B5EA-899F6B759929}" destId="{9F1A4FBC-7951-493E-8A85-952E41C45A44}" srcOrd="0" destOrd="2" presId="urn:microsoft.com/office/officeart/2005/8/layout/hList1"/>
    <dgm:cxn modelId="{7DCF4CF1-58FE-40AB-9A06-960014F14C4D}" srcId="{7AD07B8E-70F9-40F6-A7A3-9B8CFC92021C}" destId="{EAAC2B9C-FE13-40A4-9BCD-52AD96D06C28}" srcOrd="0" destOrd="0" parTransId="{D379D3E7-2721-41A3-8A90-1DF7FFB3D4C8}" sibTransId="{A31BD34E-1AA8-471B-81F0-1A86D39AA676}"/>
    <dgm:cxn modelId="{0E8C75F6-2041-4F37-B7BB-DFF46CF52A73}" type="presOf" srcId="{EAAC2B9C-FE13-40A4-9BCD-52AD96D06C28}" destId="{B24FA7E0-83B8-4129-A47B-64B19E78DDD7}" srcOrd="0" destOrd="0" presId="urn:microsoft.com/office/officeart/2005/8/layout/hList1"/>
    <dgm:cxn modelId="{3C5E05FC-C62D-4BC1-8F1B-1A87719B38E3}" type="presOf" srcId="{DA2B49F5-4362-47CD-BDED-C52586F6E7F1}" destId="{F4F64A83-5B1A-4111-AD9E-985D05953BD1}" srcOrd="0" destOrd="0" presId="urn:microsoft.com/office/officeart/2005/8/layout/hList1"/>
    <dgm:cxn modelId="{0E1697AE-81BE-4F35-8365-1485E1D5D2F9}" type="presParOf" srcId="{641DCA2A-9335-4D9A-84CD-02C9B7A68DD1}" destId="{ED9D0B2C-CB67-445A-B3A7-F21D9ECD88BD}" srcOrd="0" destOrd="0" presId="urn:microsoft.com/office/officeart/2005/8/layout/hList1"/>
    <dgm:cxn modelId="{7E62C1C8-D2F0-45A8-83DB-F19F6F113A78}" type="presParOf" srcId="{ED9D0B2C-CB67-445A-B3A7-F21D9ECD88BD}" destId="{F4F64A83-5B1A-4111-AD9E-985D05953BD1}" srcOrd="0" destOrd="0" presId="urn:microsoft.com/office/officeart/2005/8/layout/hList1"/>
    <dgm:cxn modelId="{6F965419-9137-4AE0-A9CC-5927B42C1865}" type="presParOf" srcId="{ED9D0B2C-CB67-445A-B3A7-F21D9ECD88BD}" destId="{4F05602C-B86B-44DB-BEFE-CAE39630510E}" srcOrd="1" destOrd="0" presId="urn:microsoft.com/office/officeart/2005/8/layout/hList1"/>
    <dgm:cxn modelId="{4392039A-60CE-4602-9EB7-F10579963F46}" type="presParOf" srcId="{641DCA2A-9335-4D9A-84CD-02C9B7A68DD1}" destId="{195D02D0-FE5C-4F64-8FD6-425DC8DC46B9}" srcOrd="1" destOrd="0" presId="urn:microsoft.com/office/officeart/2005/8/layout/hList1"/>
    <dgm:cxn modelId="{E0DAD60B-E24C-41BD-9F83-15BB29F0FF37}" type="presParOf" srcId="{641DCA2A-9335-4D9A-84CD-02C9B7A68DD1}" destId="{E8FD7A02-0C93-4C41-AEDE-9BD943C06608}" srcOrd="2" destOrd="0" presId="urn:microsoft.com/office/officeart/2005/8/layout/hList1"/>
    <dgm:cxn modelId="{90D717F6-1496-43DF-8608-136D8296A684}" type="presParOf" srcId="{E8FD7A02-0C93-4C41-AEDE-9BD943C06608}" destId="{9B3EB61D-DFCA-4E77-B4C2-DD042ED65E50}" srcOrd="0" destOrd="0" presId="urn:microsoft.com/office/officeart/2005/8/layout/hList1"/>
    <dgm:cxn modelId="{AED2BFFF-0FA6-4277-B922-BDD032C9DC18}" type="presParOf" srcId="{E8FD7A02-0C93-4C41-AEDE-9BD943C06608}" destId="{B24FA7E0-83B8-4129-A47B-64B19E78DDD7}" srcOrd="1" destOrd="0" presId="urn:microsoft.com/office/officeart/2005/8/layout/hList1"/>
    <dgm:cxn modelId="{A3249782-DEB9-4B13-B9F8-005331EFEDB7}" type="presParOf" srcId="{641DCA2A-9335-4D9A-84CD-02C9B7A68DD1}" destId="{C005553E-E199-4E0D-A3CF-75B06520DA81}" srcOrd="3" destOrd="0" presId="urn:microsoft.com/office/officeart/2005/8/layout/hList1"/>
    <dgm:cxn modelId="{E23785E7-7EE3-4618-A860-64E47E557110}" type="presParOf" srcId="{641DCA2A-9335-4D9A-84CD-02C9B7A68DD1}" destId="{843003BE-328F-4541-AD71-092BFB9CEE86}" srcOrd="4" destOrd="0" presId="urn:microsoft.com/office/officeart/2005/8/layout/hList1"/>
    <dgm:cxn modelId="{D00D14CE-6D40-4D65-82CE-841967B15DCC}" type="presParOf" srcId="{843003BE-328F-4541-AD71-092BFB9CEE86}" destId="{B4A62046-A899-4C10-8C14-9963C0252858}" srcOrd="0" destOrd="0" presId="urn:microsoft.com/office/officeart/2005/8/layout/hList1"/>
    <dgm:cxn modelId="{8188F55B-9A2B-4D23-8746-24C6DF6B0F62}" type="presParOf" srcId="{843003BE-328F-4541-AD71-092BFB9CEE86}" destId="{9F1A4FBC-7951-493E-8A85-952E41C45A44}" srcOrd="1" destOrd="0" presId="urn:microsoft.com/office/officeart/2005/8/layout/hList1"/>
    <dgm:cxn modelId="{E1FD00A1-1CB6-4BEC-978B-D0B12D9B9A00}" type="presParOf" srcId="{641DCA2A-9335-4D9A-84CD-02C9B7A68DD1}" destId="{745F47F4-EFCB-4B42-9380-7D8CE2143187}" srcOrd="5" destOrd="0" presId="urn:microsoft.com/office/officeart/2005/8/layout/hList1"/>
    <dgm:cxn modelId="{BE9F313D-F307-4441-849D-3EC6986627AB}" type="presParOf" srcId="{641DCA2A-9335-4D9A-84CD-02C9B7A68DD1}" destId="{54A7E7CE-BA50-4561-9B11-4590C4AABCB8}" srcOrd="6" destOrd="0" presId="urn:microsoft.com/office/officeart/2005/8/layout/hList1"/>
    <dgm:cxn modelId="{CF9B33AE-4E49-4713-9D40-4B59C0C04272}" type="presParOf" srcId="{54A7E7CE-BA50-4561-9B11-4590C4AABCB8}" destId="{CF22432B-4A6A-4F00-8669-FB0E0F8642F2}" srcOrd="0" destOrd="0" presId="urn:microsoft.com/office/officeart/2005/8/layout/hList1"/>
    <dgm:cxn modelId="{85F38B49-E061-48B0-A961-8901215E4EFB}" type="presParOf" srcId="{54A7E7CE-BA50-4561-9B11-4590C4AABCB8}" destId="{E5A71200-ACE4-45E3-A679-1C5E02BBC93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AEF25D-542A-4B3A-8344-32F0F761A99A}" type="doc">
      <dgm:prSet loTypeId="urn:microsoft.com/office/officeart/2005/8/layout/cycle8" loCatId="cycle" qsTypeId="urn:microsoft.com/office/officeart/2005/8/quickstyle/simple1" qsCatId="simple" csTypeId="urn:microsoft.com/office/officeart/2005/8/colors/accent5_2" csCatId="accent5" phldr="1"/>
      <dgm:spPr/>
    </dgm:pt>
    <dgm:pt modelId="{63226BBD-76E4-4A66-B184-36F3EB665C00}">
      <dgm:prSet phldrT="[Text]"/>
      <dgm:spPr/>
      <dgm:t>
        <a:bodyPr/>
        <a:lstStyle/>
        <a:p>
          <a:r>
            <a:rPr lang="en-US" b="1"/>
            <a:t>Task Analysis</a:t>
          </a:r>
        </a:p>
        <a:p>
          <a:r>
            <a:rPr lang="en-US"/>
            <a:t>Break down the user interactions, step by step</a:t>
          </a:r>
        </a:p>
      </dgm:t>
    </dgm:pt>
    <dgm:pt modelId="{AD10EDAA-890A-4EFB-8D5B-26878FB9BB04}" type="parTrans" cxnId="{3FE75E72-AFBC-4B91-BBE7-7450A2E8A0B4}">
      <dgm:prSet/>
      <dgm:spPr/>
      <dgm:t>
        <a:bodyPr/>
        <a:lstStyle/>
        <a:p>
          <a:endParaRPr lang="en-US"/>
        </a:p>
      </dgm:t>
    </dgm:pt>
    <dgm:pt modelId="{FA2D9AC3-321E-4056-83F4-7FAD25603429}" type="sibTrans" cxnId="{3FE75E72-AFBC-4B91-BBE7-7450A2E8A0B4}">
      <dgm:prSet/>
      <dgm:spPr/>
      <dgm:t>
        <a:bodyPr/>
        <a:lstStyle/>
        <a:p>
          <a:endParaRPr lang="en-US"/>
        </a:p>
      </dgm:t>
    </dgm:pt>
    <dgm:pt modelId="{F5266C31-3259-4627-93DB-5551F4399933}">
      <dgm:prSet phldrT="[Text]"/>
      <dgm:spPr/>
      <dgm:t>
        <a:bodyPr/>
        <a:lstStyle/>
        <a:p>
          <a:r>
            <a:rPr lang="en-US" b="1"/>
            <a:t>DFMEA</a:t>
          </a:r>
        </a:p>
        <a:p>
          <a:r>
            <a:rPr lang="en-US"/>
            <a:t>Assess materials and parts specs for limitations and modes of failure.</a:t>
          </a:r>
        </a:p>
      </dgm:t>
    </dgm:pt>
    <dgm:pt modelId="{0D7D8B64-E523-46D6-9C46-5346485575E5}" type="parTrans" cxnId="{1C143B38-BE46-4435-B67C-247ADF866C93}">
      <dgm:prSet/>
      <dgm:spPr/>
      <dgm:t>
        <a:bodyPr/>
        <a:lstStyle/>
        <a:p>
          <a:endParaRPr lang="en-US"/>
        </a:p>
      </dgm:t>
    </dgm:pt>
    <dgm:pt modelId="{50A5BF91-80C4-4189-BD33-821EBEF2E1CC}" type="sibTrans" cxnId="{1C143B38-BE46-4435-B67C-247ADF866C93}">
      <dgm:prSet/>
      <dgm:spPr/>
      <dgm:t>
        <a:bodyPr/>
        <a:lstStyle/>
        <a:p>
          <a:endParaRPr lang="en-US"/>
        </a:p>
      </dgm:t>
    </dgm:pt>
    <dgm:pt modelId="{2A6F8484-9880-4B11-AA94-EBAA2D95FC84}">
      <dgm:prSet phldrT="[Text]"/>
      <dgm:spPr/>
      <dgm:t>
        <a:bodyPr/>
        <a:lstStyle/>
        <a:p>
          <a:r>
            <a:rPr lang="en-US" b="1"/>
            <a:t>Hazard Analysis</a:t>
          </a:r>
        </a:p>
        <a:p>
          <a:r>
            <a:rPr lang="en-US"/>
            <a:t>Captures the harm, probability, severity, and mitigations.</a:t>
          </a:r>
        </a:p>
      </dgm:t>
    </dgm:pt>
    <dgm:pt modelId="{437A4855-A65B-4E97-8EC2-03F9C125DD8A}" type="parTrans" cxnId="{DB537B44-FE31-4E22-8A7A-840426DBA023}">
      <dgm:prSet/>
      <dgm:spPr/>
      <dgm:t>
        <a:bodyPr/>
        <a:lstStyle/>
        <a:p>
          <a:endParaRPr lang="en-US"/>
        </a:p>
      </dgm:t>
    </dgm:pt>
    <dgm:pt modelId="{710FAA03-73D8-43E0-9A5D-2D50DC72B8B7}" type="sibTrans" cxnId="{DB537B44-FE31-4E22-8A7A-840426DBA023}">
      <dgm:prSet/>
      <dgm:spPr/>
      <dgm:t>
        <a:bodyPr/>
        <a:lstStyle/>
        <a:p>
          <a:endParaRPr lang="en-US"/>
        </a:p>
      </dgm:t>
    </dgm:pt>
    <dgm:pt modelId="{A6761395-4163-44E6-AAB7-2B24EB3E7A92}" type="pres">
      <dgm:prSet presAssocID="{58AEF25D-542A-4B3A-8344-32F0F761A99A}" presName="compositeShape" presStyleCnt="0">
        <dgm:presLayoutVars>
          <dgm:chMax val="7"/>
          <dgm:dir/>
          <dgm:resizeHandles val="exact"/>
        </dgm:presLayoutVars>
      </dgm:prSet>
      <dgm:spPr/>
    </dgm:pt>
    <dgm:pt modelId="{2923243A-F31A-4594-871C-CE18F0F36B10}" type="pres">
      <dgm:prSet presAssocID="{58AEF25D-542A-4B3A-8344-32F0F761A99A}" presName="wedge1" presStyleLbl="node1" presStyleIdx="0" presStyleCnt="3"/>
      <dgm:spPr/>
    </dgm:pt>
    <dgm:pt modelId="{49BF1202-322D-468B-9E58-F31A3BB6D32B}" type="pres">
      <dgm:prSet presAssocID="{58AEF25D-542A-4B3A-8344-32F0F761A99A}" presName="dummy1a" presStyleCnt="0"/>
      <dgm:spPr/>
    </dgm:pt>
    <dgm:pt modelId="{BD996F27-1F46-4AA4-A876-D61F30DDC7EA}" type="pres">
      <dgm:prSet presAssocID="{58AEF25D-542A-4B3A-8344-32F0F761A99A}" presName="dummy1b" presStyleCnt="0"/>
      <dgm:spPr/>
    </dgm:pt>
    <dgm:pt modelId="{B55DC05B-4F5C-40F7-91FA-49231707387F}" type="pres">
      <dgm:prSet presAssocID="{58AEF25D-542A-4B3A-8344-32F0F761A99A}" presName="wedge1Tx" presStyleLbl="node1" presStyleIdx="0" presStyleCnt="3">
        <dgm:presLayoutVars>
          <dgm:chMax val="0"/>
          <dgm:chPref val="0"/>
          <dgm:bulletEnabled val="1"/>
        </dgm:presLayoutVars>
      </dgm:prSet>
      <dgm:spPr/>
    </dgm:pt>
    <dgm:pt modelId="{1F7F5F18-5D85-46F9-87A7-B99654443231}" type="pres">
      <dgm:prSet presAssocID="{58AEF25D-542A-4B3A-8344-32F0F761A99A}" presName="wedge2" presStyleLbl="node1" presStyleIdx="1" presStyleCnt="3"/>
      <dgm:spPr/>
    </dgm:pt>
    <dgm:pt modelId="{66D36E95-466D-4471-B1AB-684B533E6662}" type="pres">
      <dgm:prSet presAssocID="{58AEF25D-542A-4B3A-8344-32F0F761A99A}" presName="dummy2a" presStyleCnt="0"/>
      <dgm:spPr/>
    </dgm:pt>
    <dgm:pt modelId="{E112D0F6-9456-4666-B9F6-2F52F9D04A58}" type="pres">
      <dgm:prSet presAssocID="{58AEF25D-542A-4B3A-8344-32F0F761A99A}" presName="dummy2b" presStyleCnt="0"/>
      <dgm:spPr/>
    </dgm:pt>
    <dgm:pt modelId="{EF8D32A8-42AB-4BF7-8EF0-ECFFF300CAE4}" type="pres">
      <dgm:prSet presAssocID="{58AEF25D-542A-4B3A-8344-32F0F761A99A}" presName="wedge2Tx" presStyleLbl="node1" presStyleIdx="1" presStyleCnt="3">
        <dgm:presLayoutVars>
          <dgm:chMax val="0"/>
          <dgm:chPref val="0"/>
          <dgm:bulletEnabled val="1"/>
        </dgm:presLayoutVars>
      </dgm:prSet>
      <dgm:spPr/>
    </dgm:pt>
    <dgm:pt modelId="{3C015986-7EAB-4FE4-BDA9-EEF4EFBFE874}" type="pres">
      <dgm:prSet presAssocID="{58AEF25D-542A-4B3A-8344-32F0F761A99A}" presName="wedge3" presStyleLbl="node1" presStyleIdx="2" presStyleCnt="3"/>
      <dgm:spPr/>
    </dgm:pt>
    <dgm:pt modelId="{ADD2195C-974C-4831-B75A-0018D31886BC}" type="pres">
      <dgm:prSet presAssocID="{58AEF25D-542A-4B3A-8344-32F0F761A99A}" presName="dummy3a" presStyleCnt="0"/>
      <dgm:spPr/>
    </dgm:pt>
    <dgm:pt modelId="{157BF560-CC3C-424C-A54A-73CCBD1389EE}" type="pres">
      <dgm:prSet presAssocID="{58AEF25D-542A-4B3A-8344-32F0F761A99A}" presName="dummy3b" presStyleCnt="0"/>
      <dgm:spPr/>
    </dgm:pt>
    <dgm:pt modelId="{A5AEAD34-A266-48CC-9656-325DEC8A2277}" type="pres">
      <dgm:prSet presAssocID="{58AEF25D-542A-4B3A-8344-32F0F761A99A}" presName="wedge3Tx" presStyleLbl="node1" presStyleIdx="2" presStyleCnt="3">
        <dgm:presLayoutVars>
          <dgm:chMax val="0"/>
          <dgm:chPref val="0"/>
          <dgm:bulletEnabled val="1"/>
        </dgm:presLayoutVars>
      </dgm:prSet>
      <dgm:spPr/>
    </dgm:pt>
    <dgm:pt modelId="{7C04A2B6-1738-4A1E-8668-13BBE7D02FE7}" type="pres">
      <dgm:prSet presAssocID="{FA2D9AC3-321E-4056-83F4-7FAD25603429}" presName="arrowWedge1" presStyleLbl="fgSibTrans2D1" presStyleIdx="0" presStyleCnt="3"/>
      <dgm:spPr/>
    </dgm:pt>
    <dgm:pt modelId="{15ECB679-1F70-4C2A-93A6-734A5647BE85}" type="pres">
      <dgm:prSet presAssocID="{50A5BF91-80C4-4189-BD33-821EBEF2E1CC}" presName="arrowWedge2" presStyleLbl="fgSibTrans2D1" presStyleIdx="1" presStyleCnt="3"/>
      <dgm:spPr/>
    </dgm:pt>
    <dgm:pt modelId="{DF76DB09-FFFA-4066-B181-4A6AB3AA1853}" type="pres">
      <dgm:prSet presAssocID="{710FAA03-73D8-43E0-9A5D-2D50DC72B8B7}" presName="arrowWedge3" presStyleLbl="fgSibTrans2D1" presStyleIdx="2" presStyleCnt="3"/>
      <dgm:spPr/>
    </dgm:pt>
  </dgm:ptLst>
  <dgm:cxnLst>
    <dgm:cxn modelId="{AD72FE0C-44ED-46F0-B37E-BAAE2AD13C26}" type="presOf" srcId="{2A6F8484-9880-4B11-AA94-EBAA2D95FC84}" destId="{3C015986-7EAB-4FE4-BDA9-EEF4EFBFE874}" srcOrd="0" destOrd="0" presId="urn:microsoft.com/office/officeart/2005/8/layout/cycle8"/>
    <dgm:cxn modelId="{D1A43431-2BEA-4407-9A1B-E9BCE9B46A24}" type="presOf" srcId="{F5266C31-3259-4627-93DB-5551F4399933}" destId="{EF8D32A8-42AB-4BF7-8EF0-ECFFF300CAE4}" srcOrd="1" destOrd="0" presId="urn:microsoft.com/office/officeart/2005/8/layout/cycle8"/>
    <dgm:cxn modelId="{1C143B38-BE46-4435-B67C-247ADF866C93}" srcId="{58AEF25D-542A-4B3A-8344-32F0F761A99A}" destId="{F5266C31-3259-4627-93DB-5551F4399933}" srcOrd="1" destOrd="0" parTransId="{0D7D8B64-E523-46D6-9C46-5346485575E5}" sibTransId="{50A5BF91-80C4-4189-BD33-821EBEF2E1CC}"/>
    <dgm:cxn modelId="{DB537B44-FE31-4E22-8A7A-840426DBA023}" srcId="{58AEF25D-542A-4B3A-8344-32F0F761A99A}" destId="{2A6F8484-9880-4B11-AA94-EBAA2D95FC84}" srcOrd="2" destOrd="0" parTransId="{437A4855-A65B-4E97-8EC2-03F9C125DD8A}" sibTransId="{710FAA03-73D8-43E0-9A5D-2D50DC72B8B7}"/>
    <dgm:cxn modelId="{3FE75E72-AFBC-4B91-BBE7-7450A2E8A0B4}" srcId="{58AEF25D-542A-4B3A-8344-32F0F761A99A}" destId="{63226BBD-76E4-4A66-B184-36F3EB665C00}" srcOrd="0" destOrd="0" parTransId="{AD10EDAA-890A-4EFB-8D5B-26878FB9BB04}" sibTransId="{FA2D9AC3-321E-4056-83F4-7FAD25603429}"/>
    <dgm:cxn modelId="{C368D8C2-0E42-42EA-ACE8-950B8EB6C89F}" type="presOf" srcId="{63226BBD-76E4-4A66-B184-36F3EB665C00}" destId="{B55DC05B-4F5C-40F7-91FA-49231707387F}" srcOrd="1" destOrd="0" presId="urn:microsoft.com/office/officeart/2005/8/layout/cycle8"/>
    <dgm:cxn modelId="{CF6C67CA-2B2B-4D80-BB76-D3F81197A3DE}" type="presOf" srcId="{F5266C31-3259-4627-93DB-5551F4399933}" destId="{1F7F5F18-5D85-46F9-87A7-B99654443231}" srcOrd="0" destOrd="0" presId="urn:microsoft.com/office/officeart/2005/8/layout/cycle8"/>
    <dgm:cxn modelId="{020BEEE2-47A3-4BD8-B304-5A60161A97CD}" type="presOf" srcId="{58AEF25D-542A-4B3A-8344-32F0F761A99A}" destId="{A6761395-4163-44E6-AAB7-2B24EB3E7A92}" srcOrd="0" destOrd="0" presId="urn:microsoft.com/office/officeart/2005/8/layout/cycle8"/>
    <dgm:cxn modelId="{FA0337E6-C8C8-47E3-8914-1001E2E0FF00}" type="presOf" srcId="{2A6F8484-9880-4B11-AA94-EBAA2D95FC84}" destId="{A5AEAD34-A266-48CC-9656-325DEC8A2277}" srcOrd="1" destOrd="0" presId="urn:microsoft.com/office/officeart/2005/8/layout/cycle8"/>
    <dgm:cxn modelId="{7643ACF9-141B-4509-BAD7-79110AAC69BA}" type="presOf" srcId="{63226BBD-76E4-4A66-B184-36F3EB665C00}" destId="{2923243A-F31A-4594-871C-CE18F0F36B10}" srcOrd="0" destOrd="0" presId="urn:microsoft.com/office/officeart/2005/8/layout/cycle8"/>
    <dgm:cxn modelId="{A2ECE930-10F4-4436-9287-F5B225C0CE8E}" type="presParOf" srcId="{A6761395-4163-44E6-AAB7-2B24EB3E7A92}" destId="{2923243A-F31A-4594-871C-CE18F0F36B10}" srcOrd="0" destOrd="0" presId="urn:microsoft.com/office/officeart/2005/8/layout/cycle8"/>
    <dgm:cxn modelId="{D68884FC-764B-4164-97BD-E06987F64CA2}" type="presParOf" srcId="{A6761395-4163-44E6-AAB7-2B24EB3E7A92}" destId="{49BF1202-322D-468B-9E58-F31A3BB6D32B}" srcOrd="1" destOrd="0" presId="urn:microsoft.com/office/officeart/2005/8/layout/cycle8"/>
    <dgm:cxn modelId="{BCD8D92E-F7A0-42BC-8333-BC7A22A5C1C6}" type="presParOf" srcId="{A6761395-4163-44E6-AAB7-2B24EB3E7A92}" destId="{BD996F27-1F46-4AA4-A876-D61F30DDC7EA}" srcOrd="2" destOrd="0" presId="urn:microsoft.com/office/officeart/2005/8/layout/cycle8"/>
    <dgm:cxn modelId="{5ECEA689-FB21-43DC-94EE-1CC8C3938A03}" type="presParOf" srcId="{A6761395-4163-44E6-AAB7-2B24EB3E7A92}" destId="{B55DC05B-4F5C-40F7-91FA-49231707387F}" srcOrd="3" destOrd="0" presId="urn:microsoft.com/office/officeart/2005/8/layout/cycle8"/>
    <dgm:cxn modelId="{219DC312-0347-4FAB-9FE0-0B2DFE631730}" type="presParOf" srcId="{A6761395-4163-44E6-AAB7-2B24EB3E7A92}" destId="{1F7F5F18-5D85-46F9-87A7-B99654443231}" srcOrd="4" destOrd="0" presId="urn:microsoft.com/office/officeart/2005/8/layout/cycle8"/>
    <dgm:cxn modelId="{16827CF7-EB80-49DC-8191-1FB2D2E8506B}" type="presParOf" srcId="{A6761395-4163-44E6-AAB7-2B24EB3E7A92}" destId="{66D36E95-466D-4471-B1AB-684B533E6662}" srcOrd="5" destOrd="0" presId="urn:microsoft.com/office/officeart/2005/8/layout/cycle8"/>
    <dgm:cxn modelId="{BD448E55-775D-4A54-B071-97EDC1FE43DB}" type="presParOf" srcId="{A6761395-4163-44E6-AAB7-2B24EB3E7A92}" destId="{E112D0F6-9456-4666-B9F6-2F52F9D04A58}" srcOrd="6" destOrd="0" presId="urn:microsoft.com/office/officeart/2005/8/layout/cycle8"/>
    <dgm:cxn modelId="{A8B87041-5B4F-4E76-82CF-5B0172E76351}" type="presParOf" srcId="{A6761395-4163-44E6-AAB7-2B24EB3E7A92}" destId="{EF8D32A8-42AB-4BF7-8EF0-ECFFF300CAE4}" srcOrd="7" destOrd="0" presId="urn:microsoft.com/office/officeart/2005/8/layout/cycle8"/>
    <dgm:cxn modelId="{F351EC0F-A075-4F38-B4DE-D9E8732CAF5B}" type="presParOf" srcId="{A6761395-4163-44E6-AAB7-2B24EB3E7A92}" destId="{3C015986-7EAB-4FE4-BDA9-EEF4EFBFE874}" srcOrd="8" destOrd="0" presId="urn:microsoft.com/office/officeart/2005/8/layout/cycle8"/>
    <dgm:cxn modelId="{C18EFC31-B58B-46CA-BE1A-65D73DEC6088}" type="presParOf" srcId="{A6761395-4163-44E6-AAB7-2B24EB3E7A92}" destId="{ADD2195C-974C-4831-B75A-0018D31886BC}" srcOrd="9" destOrd="0" presId="urn:microsoft.com/office/officeart/2005/8/layout/cycle8"/>
    <dgm:cxn modelId="{08992AFA-71DE-43B2-841A-251FEBA7452F}" type="presParOf" srcId="{A6761395-4163-44E6-AAB7-2B24EB3E7A92}" destId="{157BF560-CC3C-424C-A54A-73CCBD1389EE}" srcOrd="10" destOrd="0" presId="urn:microsoft.com/office/officeart/2005/8/layout/cycle8"/>
    <dgm:cxn modelId="{F7D503DF-5F8C-435D-A5E2-7F5B362C72DA}" type="presParOf" srcId="{A6761395-4163-44E6-AAB7-2B24EB3E7A92}" destId="{A5AEAD34-A266-48CC-9656-325DEC8A2277}" srcOrd="11" destOrd="0" presId="urn:microsoft.com/office/officeart/2005/8/layout/cycle8"/>
    <dgm:cxn modelId="{8C52B422-3CBD-4969-91FB-0504775D5203}" type="presParOf" srcId="{A6761395-4163-44E6-AAB7-2B24EB3E7A92}" destId="{7C04A2B6-1738-4A1E-8668-13BBE7D02FE7}" srcOrd="12" destOrd="0" presId="urn:microsoft.com/office/officeart/2005/8/layout/cycle8"/>
    <dgm:cxn modelId="{5524EFBD-B1EA-490E-861C-8E9010864019}" type="presParOf" srcId="{A6761395-4163-44E6-AAB7-2B24EB3E7A92}" destId="{15ECB679-1F70-4C2A-93A6-734A5647BE85}" srcOrd="13" destOrd="0" presId="urn:microsoft.com/office/officeart/2005/8/layout/cycle8"/>
    <dgm:cxn modelId="{B1112FF4-83D7-4A0F-9D50-127713CDA49B}" type="presParOf" srcId="{A6761395-4163-44E6-AAB7-2B24EB3E7A92}" destId="{DF76DB09-FFFA-4066-B181-4A6AB3AA1853}"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92BCAE-5F98-40C8-9F60-FDECAABD0E86}" type="doc">
      <dgm:prSet loTypeId="urn:microsoft.com/office/officeart/2005/8/layout/hProcess11" loCatId="process" qsTypeId="urn:microsoft.com/office/officeart/2005/8/quickstyle/simple1" qsCatId="simple" csTypeId="urn:microsoft.com/office/officeart/2005/8/colors/accent2_1" csCatId="accent2" phldr="1"/>
      <dgm:spPr/>
      <dgm:t>
        <a:bodyPr/>
        <a:lstStyle/>
        <a:p>
          <a:endParaRPr lang="en-US"/>
        </a:p>
      </dgm:t>
    </dgm:pt>
    <dgm:pt modelId="{A17ED4D8-2E8E-4AD2-975D-1AEA24A9ECA2}">
      <dgm:prSet phldrT="[Text]"/>
      <dgm:spPr/>
      <dgm:t>
        <a:bodyPr/>
        <a:lstStyle/>
        <a:p>
          <a:r>
            <a:rPr lang="en-US"/>
            <a:t>2013-2017</a:t>
          </a:r>
          <a:br>
            <a:rPr lang="en-US"/>
          </a:br>
          <a:r>
            <a:rPr lang="en-US"/>
            <a:t>Bronx Science</a:t>
          </a:r>
        </a:p>
      </dgm:t>
    </dgm:pt>
    <dgm:pt modelId="{75C4ADF4-92FF-4A5F-81C7-4132FE945FF2}" type="parTrans" cxnId="{F03709D8-0D80-4288-8B96-2A8FE68BDD2D}">
      <dgm:prSet/>
      <dgm:spPr/>
      <dgm:t>
        <a:bodyPr/>
        <a:lstStyle/>
        <a:p>
          <a:endParaRPr lang="en-US"/>
        </a:p>
      </dgm:t>
    </dgm:pt>
    <dgm:pt modelId="{2EFA23D8-4795-4E75-AE54-B9CE649DA7ED}" type="sibTrans" cxnId="{F03709D8-0D80-4288-8B96-2A8FE68BDD2D}">
      <dgm:prSet/>
      <dgm:spPr/>
      <dgm:t>
        <a:bodyPr/>
        <a:lstStyle/>
        <a:p>
          <a:endParaRPr lang="en-US"/>
        </a:p>
      </dgm:t>
    </dgm:pt>
    <dgm:pt modelId="{2EBDE081-AE6C-433F-8564-C6BDA1F911ED}">
      <dgm:prSet phldrT="[Text]"/>
      <dgm:spPr/>
      <dgm:t>
        <a:bodyPr/>
        <a:lstStyle/>
        <a:p>
          <a:r>
            <a:rPr lang="en-US"/>
            <a:t>2017</a:t>
          </a:r>
          <a:br>
            <a:rPr lang="en-US"/>
          </a:br>
          <a:r>
            <a:rPr lang="en-US"/>
            <a:t>Started at RPI</a:t>
          </a:r>
        </a:p>
      </dgm:t>
    </dgm:pt>
    <dgm:pt modelId="{C5838324-54C5-486C-BE56-69BD1C8A66F4}" type="parTrans" cxnId="{FB270170-DE86-41BF-9F86-81C4CE074E07}">
      <dgm:prSet/>
      <dgm:spPr/>
      <dgm:t>
        <a:bodyPr/>
        <a:lstStyle/>
        <a:p>
          <a:endParaRPr lang="en-US"/>
        </a:p>
      </dgm:t>
    </dgm:pt>
    <dgm:pt modelId="{A209DC6B-0276-4AA5-8B3D-C7DE7BA3AF68}" type="sibTrans" cxnId="{FB270170-DE86-41BF-9F86-81C4CE074E07}">
      <dgm:prSet/>
      <dgm:spPr/>
      <dgm:t>
        <a:bodyPr/>
        <a:lstStyle/>
        <a:p>
          <a:endParaRPr lang="en-US"/>
        </a:p>
      </dgm:t>
    </dgm:pt>
    <dgm:pt modelId="{50F4889B-992E-40D7-B8FA-2737FBBAE7C7}">
      <dgm:prSet phldrT="[Text]"/>
      <dgm:spPr/>
      <dgm:t>
        <a:bodyPr/>
        <a:lstStyle/>
        <a:p>
          <a:r>
            <a:rPr lang="en-US"/>
            <a:t>2021 to present</a:t>
          </a:r>
          <a:br>
            <a:rPr lang="en-US"/>
          </a:br>
          <a:r>
            <a:rPr lang="en-US"/>
            <a:t>Usability Engineer </a:t>
          </a:r>
          <a:br>
            <a:rPr lang="en-US"/>
          </a:br>
          <a:r>
            <a:rPr lang="en-US"/>
            <a:t>at ZOLL</a:t>
          </a:r>
        </a:p>
      </dgm:t>
    </dgm:pt>
    <dgm:pt modelId="{8B7E96A5-47C6-4F0B-ABE0-D6523748AB3F}" type="parTrans" cxnId="{816CEC8C-F717-4E0A-B8C8-39E9A8EB55E2}">
      <dgm:prSet/>
      <dgm:spPr/>
      <dgm:t>
        <a:bodyPr/>
        <a:lstStyle/>
        <a:p>
          <a:endParaRPr lang="en-US"/>
        </a:p>
      </dgm:t>
    </dgm:pt>
    <dgm:pt modelId="{E45F0C12-F41C-4800-A848-91C166ADD432}" type="sibTrans" cxnId="{816CEC8C-F717-4E0A-B8C8-39E9A8EB55E2}">
      <dgm:prSet/>
      <dgm:spPr/>
      <dgm:t>
        <a:bodyPr/>
        <a:lstStyle/>
        <a:p>
          <a:endParaRPr lang="en-US"/>
        </a:p>
      </dgm:t>
    </dgm:pt>
    <dgm:pt modelId="{B7E1A5FD-2980-49C9-8CE4-D0F121809851}">
      <dgm:prSet phldrT="[Text]"/>
      <dgm:spPr/>
      <dgm:t>
        <a:bodyPr/>
        <a:lstStyle/>
        <a:p>
          <a:r>
            <a:rPr lang="en-US"/>
            <a:t>2020</a:t>
          </a:r>
          <a:br>
            <a:rPr lang="en-US"/>
          </a:br>
          <a:r>
            <a:rPr lang="en-US"/>
            <a:t>Graduated RPI</a:t>
          </a:r>
        </a:p>
      </dgm:t>
    </dgm:pt>
    <dgm:pt modelId="{C97BCEA1-3ABC-48E0-B04A-EA9BCCABABCE}" type="parTrans" cxnId="{C720C36D-0680-4CB1-A420-72204E618754}">
      <dgm:prSet/>
      <dgm:spPr/>
      <dgm:t>
        <a:bodyPr/>
        <a:lstStyle/>
        <a:p>
          <a:endParaRPr lang="en-US"/>
        </a:p>
      </dgm:t>
    </dgm:pt>
    <dgm:pt modelId="{520AFC0C-E8CE-44CB-B316-78493D46F1B1}" type="sibTrans" cxnId="{C720C36D-0680-4CB1-A420-72204E618754}">
      <dgm:prSet/>
      <dgm:spPr/>
      <dgm:t>
        <a:bodyPr/>
        <a:lstStyle/>
        <a:p>
          <a:endParaRPr lang="en-US"/>
        </a:p>
      </dgm:t>
    </dgm:pt>
    <dgm:pt modelId="{132388AC-A615-42CC-B65C-2C9DF56232DF}">
      <dgm:prSet phldrT="[Text]"/>
      <dgm:spPr/>
      <dgm:t>
        <a:bodyPr/>
        <a:lstStyle/>
        <a:p>
          <a:r>
            <a:rPr lang="en-US"/>
            <a:t>2019</a:t>
          </a:r>
          <a:br>
            <a:rPr lang="en-US"/>
          </a:br>
          <a:r>
            <a:rPr lang="en-US"/>
            <a:t>JnJ DePuy Synthes</a:t>
          </a:r>
        </a:p>
      </dgm:t>
    </dgm:pt>
    <dgm:pt modelId="{B1FF2F4D-F778-4F96-B968-A28055E02418}" type="parTrans" cxnId="{F3D0BCB1-40D2-4BA1-93B4-D422F3EE3A58}">
      <dgm:prSet/>
      <dgm:spPr/>
      <dgm:t>
        <a:bodyPr/>
        <a:lstStyle/>
        <a:p>
          <a:endParaRPr lang="en-US"/>
        </a:p>
      </dgm:t>
    </dgm:pt>
    <dgm:pt modelId="{2014A1A8-01C4-478F-883F-F8E1BB8346D1}" type="sibTrans" cxnId="{F3D0BCB1-40D2-4BA1-93B4-D422F3EE3A58}">
      <dgm:prSet/>
      <dgm:spPr/>
      <dgm:t>
        <a:bodyPr/>
        <a:lstStyle/>
        <a:p>
          <a:endParaRPr lang="en-US"/>
        </a:p>
      </dgm:t>
    </dgm:pt>
    <dgm:pt modelId="{8C3CAB1B-B022-4694-9962-6EF465248E81}" type="pres">
      <dgm:prSet presAssocID="{D392BCAE-5F98-40C8-9F60-FDECAABD0E86}" presName="Name0" presStyleCnt="0">
        <dgm:presLayoutVars>
          <dgm:dir/>
          <dgm:resizeHandles val="exact"/>
        </dgm:presLayoutVars>
      </dgm:prSet>
      <dgm:spPr/>
    </dgm:pt>
    <dgm:pt modelId="{C9FE20F8-A1F1-4678-94FC-16AAB2637DC3}" type="pres">
      <dgm:prSet presAssocID="{D392BCAE-5F98-40C8-9F60-FDECAABD0E86}" presName="arrow" presStyleLbl="bgShp" presStyleIdx="0" presStyleCnt="1" custLinFactNeighborY="1376"/>
      <dgm:spPr/>
    </dgm:pt>
    <dgm:pt modelId="{CDE3C59B-7F5E-4E88-A298-33C064534908}" type="pres">
      <dgm:prSet presAssocID="{D392BCAE-5F98-40C8-9F60-FDECAABD0E86}" presName="points" presStyleCnt="0"/>
      <dgm:spPr/>
    </dgm:pt>
    <dgm:pt modelId="{25F64588-3BC4-4516-9D34-D2664438B407}" type="pres">
      <dgm:prSet presAssocID="{A17ED4D8-2E8E-4AD2-975D-1AEA24A9ECA2}" presName="compositeA" presStyleCnt="0"/>
      <dgm:spPr/>
    </dgm:pt>
    <dgm:pt modelId="{6E0D92FA-C98A-497D-BB53-DC671321FF25}" type="pres">
      <dgm:prSet presAssocID="{A17ED4D8-2E8E-4AD2-975D-1AEA24A9ECA2}" presName="textA" presStyleLbl="revTx" presStyleIdx="0" presStyleCnt="5">
        <dgm:presLayoutVars>
          <dgm:bulletEnabled val="1"/>
        </dgm:presLayoutVars>
      </dgm:prSet>
      <dgm:spPr/>
    </dgm:pt>
    <dgm:pt modelId="{BC8781CB-3423-4B72-9CA5-5B427AD62EC1}" type="pres">
      <dgm:prSet presAssocID="{A17ED4D8-2E8E-4AD2-975D-1AEA24A9ECA2}" presName="circleA" presStyleLbl="node1" presStyleIdx="0" presStyleCnt="5"/>
      <dgm:spPr/>
    </dgm:pt>
    <dgm:pt modelId="{AD2F18F6-25D7-45EB-BE2F-EBD3D6963BCE}" type="pres">
      <dgm:prSet presAssocID="{A17ED4D8-2E8E-4AD2-975D-1AEA24A9ECA2}" presName="spaceA" presStyleCnt="0"/>
      <dgm:spPr/>
    </dgm:pt>
    <dgm:pt modelId="{4E1D557E-7C87-4522-B754-706A8EDFC9E6}" type="pres">
      <dgm:prSet presAssocID="{2EFA23D8-4795-4E75-AE54-B9CE649DA7ED}" presName="space" presStyleCnt="0"/>
      <dgm:spPr/>
    </dgm:pt>
    <dgm:pt modelId="{702A60DA-8555-4AAD-AEEE-4F8C67E4EAFC}" type="pres">
      <dgm:prSet presAssocID="{2EBDE081-AE6C-433F-8564-C6BDA1F911ED}" presName="compositeB" presStyleCnt="0"/>
      <dgm:spPr/>
    </dgm:pt>
    <dgm:pt modelId="{DB758EE7-E90D-4746-80F5-A43786D0C725}" type="pres">
      <dgm:prSet presAssocID="{2EBDE081-AE6C-433F-8564-C6BDA1F911ED}" presName="textB" presStyleLbl="revTx" presStyleIdx="1" presStyleCnt="5">
        <dgm:presLayoutVars>
          <dgm:bulletEnabled val="1"/>
        </dgm:presLayoutVars>
      </dgm:prSet>
      <dgm:spPr/>
    </dgm:pt>
    <dgm:pt modelId="{D379AF44-8B3D-465A-938C-A712E1478E7A}" type="pres">
      <dgm:prSet presAssocID="{2EBDE081-AE6C-433F-8564-C6BDA1F911ED}" presName="circleB" presStyleLbl="node1" presStyleIdx="1" presStyleCnt="5"/>
      <dgm:spPr/>
    </dgm:pt>
    <dgm:pt modelId="{46F0AFCC-730D-4176-832A-634920D61971}" type="pres">
      <dgm:prSet presAssocID="{2EBDE081-AE6C-433F-8564-C6BDA1F911ED}" presName="spaceB" presStyleCnt="0"/>
      <dgm:spPr/>
    </dgm:pt>
    <dgm:pt modelId="{D7DDDAE7-136C-4274-B92A-917773292F5C}" type="pres">
      <dgm:prSet presAssocID="{A209DC6B-0276-4AA5-8B3D-C7DE7BA3AF68}" presName="space" presStyleCnt="0"/>
      <dgm:spPr/>
    </dgm:pt>
    <dgm:pt modelId="{4E2D20D1-D2FC-4266-B4BC-7FF9A85D55B2}" type="pres">
      <dgm:prSet presAssocID="{132388AC-A615-42CC-B65C-2C9DF56232DF}" presName="compositeA" presStyleCnt="0"/>
      <dgm:spPr/>
    </dgm:pt>
    <dgm:pt modelId="{CC4C964F-560B-4C78-84A7-1207E99D93BB}" type="pres">
      <dgm:prSet presAssocID="{132388AC-A615-42CC-B65C-2C9DF56232DF}" presName="textA" presStyleLbl="revTx" presStyleIdx="2" presStyleCnt="5">
        <dgm:presLayoutVars>
          <dgm:bulletEnabled val="1"/>
        </dgm:presLayoutVars>
      </dgm:prSet>
      <dgm:spPr/>
    </dgm:pt>
    <dgm:pt modelId="{831966F8-B67B-44F4-8031-D97B8406E6AD}" type="pres">
      <dgm:prSet presAssocID="{132388AC-A615-42CC-B65C-2C9DF56232DF}" presName="circleA" presStyleLbl="node1" presStyleIdx="2" presStyleCnt="5"/>
      <dgm:spPr/>
    </dgm:pt>
    <dgm:pt modelId="{84912E93-5283-4A79-8366-F4EFBF6DBDE8}" type="pres">
      <dgm:prSet presAssocID="{132388AC-A615-42CC-B65C-2C9DF56232DF}" presName="spaceA" presStyleCnt="0"/>
      <dgm:spPr/>
    </dgm:pt>
    <dgm:pt modelId="{D0D17184-2B08-44E8-93B2-E98BA1A1D9D9}" type="pres">
      <dgm:prSet presAssocID="{2014A1A8-01C4-478F-883F-F8E1BB8346D1}" presName="space" presStyleCnt="0"/>
      <dgm:spPr/>
    </dgm:pt>
    <dgm:pt modelId="{E6D0278D-2639-426F-AD58-42AF27315498}" type="pres">
      <dgm:prSet presAssocID="{B7E1A5FD-2980-49C9-8CE4-D0F121809851}" presName="compositeB" presStyleCnt="0"/>
      <dgm:spPr/>
    </dgm:pt>
    <dgm:pt modelId="{26D134D0-E206-4741-BF7B-8A8E4FB71167}" type="pres">
      <dgm:prSet presAssocID="{B7E1A5FD-2980-49C9-8CE4-D0F121809851}" presName="textB" presStyleLbl="revTx" presStyleIdx="3" presStyleCnt="5">
        <dgm:presLayoutVars>
          <dgm:bulletEnabled val="1"/>
        </dgm:presLayoutVars>
      </dgm:prSet>
      <dgm:spPr/>
    </dgm:pt>
    <dgm:pt modelId="{244CFE99-1EBB-49AA-BAFE-CD322EC8AD3F}" type="pres">
      <dgm:prSet presAssocID="{B7E1A5FD-2980-49C9-8CE4-D0F121809851}" presName="circleB" presStyleLbl="node1" presStyleIdx="3" presStyleCnt="5"/>
      <dgm:spPr/>
    </dgm:pt>
    <dgm:pt modelId="{99CBEE31-F7B1-4B7D-8455-3C74A6F2DE42}" type="pres">
      <dgm:prSet presAssocID="{B7E1A5FD-2980-49C9-8CE4-D0F121809851}" presName="spaceB" presStyleCnt="0"/>
      <dgm:spPr/>
    </dgm:pt>
    <dgm:pt modelId="{588B00C6-EDCC-4F71-86BF-2D1953A3E44A}" type="pres">
      <dgm:prSet presAssocID="{520AFC0C-E8CE-44CB-B316-78493D46F1B1}" presName="space" presStyleCnt="0"/>
      <dgm:spPr/>
    </dgm:pt>
    <dgm:pt modelId="{9710B0A2-5E39-4E22-B201-0F7EBD6E3ACB}" type="pres">
      <dgm:prSet presAssocID="{50F4889B-992E-40D7-B8FA-2737FBBAE7C7}" presName="compositeA" presStyleCnt="0"/>
      <dgm:spPr/>
    </dgm:pt>
    <dgm:pt modelId="{E223B1A7-51A4-4677-A8B4-ACDBAD66A417}" type="pres">
      <dgm:prSet presAssocID="{50F4889B-992E-40D7-B8FA-2737FBBAE7C7}" presName="textA" presStyleLbl="revTx" presStyleIdx="4" presStyleCnt="5">
        <dgm:presLayoutVars>
          <dgm:bulletEnabled val="1"/>
        </dgm:presLayoutVars>
      </dgm:prSet>
      <dgm:spPr/>
    </dgm:pt>
    <dgm:pt modelId="{CDD09C01-4000-4092-8981-697AF7AF2489}" type="pres">
      <dgm:prSet presAssocID="{50F4889B-992E-40D7-B8FA-2737FBBAE7C7}" presName="circleA" presStyleLbl="node1" presStyleIdx="4" presStyleCnt="5"/>
      <dgm:spPr/>
    </dgm:pt>
    <dgm:pt modelId="{EC3CC8B3-784F-48B1-969B-FAB08AACCDE9}" type="pres">
      <dgm:prSet presAssocID="{50F4889B-992E-40D7-B8FA-2737FBBAE7C7}" presName="spaceA" presStyleCnt="0"/>
      <dgm:spPr/>
    </dgm:pt>
  </dgm:ptLst>
  <dgm:cxnLst>
    <dgm:cxn modelId="{FE055104-9323-42D1-AF40-41A2CC6529E9}" type="presOf" srcId="{D392BCAE-5F98-40C8-9F60-FDECAABD0E86}" destId="{8C3CAB1B-B022-4694-9962-6EF465248E81}" srcOrd="0" destOrd="0" presId="urn:microsoft.com/office/officeart/2005/8/layout/hProcess11"/>
    <dgm:cxn modelId="{C720C36D-0680-4CB1-A420-72204E618754}" srcId="{D392BCAE-5F98-40C8-9F60-FDECAABD0E86}" destId="{B7E1A5FD-2980-49C9-8CE4-D0F121809851}" srcOrd="3" destOrd="0" parTransId="{C97BCEA1-3ABC-48E0-B04A-EA9BCCABABCE}" sibTransId="{520AFC0C-E8CE-44CB-B316-78493D46F1B1}"/>
    <dgm:cxn modelId="{FB270170-DE86-41BF-9F86-81C4CE074E07}" srcId="{D392BCAE-5F98-40C8-9F60-FDECAABD0E86}" destId="{2EBDE081-AE6C-433F-8564-C6BDA1F911ED}" srcOrd="1" destOrd="0" parTransId="{C5838324-54C5-486C-BE56-69BD1C8A66F4}" sibTransId="{A209DC6B-0276-4AA5-8B3D-C7DE7BA3AF68}"/>
    <dgm:cxn modelId="{096D037B-6A36-443E-B5E2-065AE4B7150C}" type="presOf" srcId="{A17ED4D8-2E8E-4AD2-975D-1AEA24A9ECA2}" destId="{6E0D92FA-C98A-497D-BB53-DC671321FF25}" srcOrd="0" destOrd="0" presId="urn:microsoft.com/office/officeart/2005/8/layout/hProcess11"/>
    <dgm:cxn modelId="{DC921185-48D0-45B8-A4C3-2F5868E4933F}" type="presOf" srcId="{B7E1A5FD-2980-49C9-8CE4-D0F121809851}" destId="{26D134D0-E206-4741-BF7B-8A8E4FB71167}" srcOrd="0" destOrd="0" presId="urn:microsoft.com/office/officeart/2005/8/layout/hProcess11"/>
    <dgm:cxn modelId="{816CEC8C-F717-4E0A-B8C8-39E9A8EB55E2}" srcId="{D392BCAE-5F98-40C8-9F60-FDECAABD0E86}" destId="{50F4889B-992E-40D7-B8FA-2737FBBAE7C7}" srcOrd="4" destOrd="0" parTransId="{8B7E96A5-47C6-4F0B-ABE0-D6523748AB3F}" sibTransId="{E45F0C12-F41C-4800-A848-91C166ADD432}"/>
    <dgm:cxn modelId="{F129B4AF-07CC-4CE1-93B5-1AB3B2ADE0F1}" type="presOf" srcId="{132388AC-A615-42CC-B65C-2C9DF56232DF}" destId="{CC4C964F-560B-4C78-84A7-1207E99D93BB}" srcOrd="0" destOrd="0" presId="urn:microsoft.com/office/officeart/2005/8/layout/hProcess11"/>
    <dgm:cxn modelId="{F3D0BCB1-40D2-4BA1-93B4-D422F3EE3A58}" srcId="{D392BCAE-5F98-40C8-9F60-FDECAABD0E86}" destId="{132388AC-A615-42CC-B65C-2C9DF56232DF}" srcOrd="2" destOrd="0" parTransId="{B1FF2F4D-F778-4F96-B968-A28055E02418}" sibTransId="{2014A1A8-01C4-478F-883F-F8E1BB8346D1}"/>
    <dgm:cxn modelId="{B553FABB-9BD6-4674-841A-2D8E78FDCB7D}" type="presOf" srcId="{50F4889B-992E-40D7-B8FA-2737FBBAE7C7}" destId="{E223B1A7-51A4-4677-A8B4-ACDBAD66A417}" srcOrd="0" destOrd="0" presId="urn:microsoft.com/office/officeart/2005/8/layout/hProcess11"/>
    <dgm:cxn modelId="{F03709D8-0D80-4288-8B96-2A8FE68BDD2D}" srcId="{D392BCAE-5F98-40C8-9F60-FDECAABD0E86}" destId="{A17ED4D8-2E8E-4AD2-975D-1AEA24A9ECA2}" srcOrd="0" destOrd="0" parTransId="{75C4ADF4-92FF-4A5F-81C7-4132FE945FF2}" sibTransId="{2EFA23D8-4795-4E75-AE54-B9CE649DA7ED}"/>
    <dgm:cxn modelId="{114273F0-9667-4596-92F8-BE3E311B3663}" type="presOf" srcId="{2EBDE081-AE6C-433F-8564-C6BDA1F911ED}" destId="{DB758EE7-E90D-4746-80F5-A43786D0C725}" srcOrd="0" destOrd="0" presId="urn:microsoft.com/office/officeart/2005/8/layout/hProcess11"/>
    <dgm:cxn modelId="{8DB4665F-16E5-4B05-87CA-51A5B2AC2883}" type="presParOf" srcId="{8C3CAB1B-B022-4694-9962-6EF465248E81}" destId="{C9FE20F8-A1F1-4678-94FC-16AAB2637DC3}" srcOrd="0" destOrd="0" presId="urn:microsoft.com/office/officeart/2005/8/layout/hProcess11"/>
    <dgm:cxn modelId="{8E70E4F3-4D4B-4BCC-9E5C-91CE81D4F7F2}" type="presParOf" srcId="{8C3CAB1B-B022-4694-9962-6EF465248E81}" destId="{CDE3C59B-7F5E-4E88-A298-33C064534908}" srcOrd="1" destOrd="0" presId="urn:microsoft.com/office/officeart/2005/8/layout/hProcess11"/>
    <dgm:cxn modelId="{D33AB763-B160-4396-8302-668320962C1E}" type="presParOf" srcId="{CDE3C59B-7F5E-4E88-A298-33C064534908}" destId="{25F64588-3BC4-4516-9D34-D2664438B407}" srcOrd="0" destOrd="0" presId="urn:microsoft.com/office/officeart/2005/8/layout/hProcess11"/>
    <dgm:cxn modelId="{8B7039F9-C2BF-446D-A5AB-13AC9B7A79DC}" type="presParOf" srcId="{25F64588-3BC4-4516-9D34-D2664438B407}" destId="{6E0D92FA-C98A-497D-BB53-DC671321FF25}" srcOrd="0" destOrd="0" presId="urn:microsoft.com/office/officeart/2005/8/layout/hProcess11"/>
    <dgm:cxn modelId="{B120CE06-CB10-4024-BDC2-A4B5C9D9A89C}" type="presParOf" srcId="{25F64588-3BC4-4516-9D34-D2664438B407}" destId="{BC8781CB-3423-4B72-9CA5-5B427AD62EC1}" srcOrd="1" destOrd="0" presId="urn:microsoft.com/office/officeart/2005/8/layout/hProcess11"/>
    <dgm:cxn modelId="{81E1CDE1-D330-454F-A221-A840E52A0942}" type="presParOf" srcId="{25F64588-3BC4-4516-9D34-D2664438B407}" destId="{AD2F18F6-25D7-45EB-BE2F-EBD3D6963BCE}" srcOrd="2" destOrd="0" presId="urn:microsoft.com/office/officeart/2005/8/layout/hProcess11"/>
    <dgm:cxn modelId="{02EDEAB5-C14D-458A-837B-1E6D0CECE45C}" type="presParOf" srcId="{CDE3C59B-7F5E-4E88-A298-33C064534908}" destId="{4E1D557E-7C87-4522-B754-706A8EDFC9E6}" srcOrd="1" destOrd="0" presId="urn:microsoft.com/office/officeart/2005/8/layout/hProcess11"/>
    <dgm:cxn modelId="{1D2DCB5B-55A0-4350-9E7E-FE2AFBE1AFD5}" type="presParOf" srcId="{CDE3C59B-7F5E-4E88-A298-33C064534908}" destId="{702A60DA-8555-4AAD-AEEE-4F8C67E4EAFC}" srcOrd="2" destOrd="0" presId="urn:microsoft.com/office/officeart/2005/8/layout/hProcess11"/>
    <dgm:cxn modelId="{690242A2-FD21-481E-81BA-B5E4A726697F}" type="presParOf" srcId="{702A60DA-8555-4AAD-AEEE-4F8C67E4EAFC}" destId="{DB758EE7-E90D-4746-80F5-A43786D0C725}" srcOrd="0" destOrd="0" presId="urn:microsoft.com/office/officeart/2005/8/layout/hProcess11"/>
    <dgm:cxn modelId="{C4783E07-9A2A-495D-9253-45F6B12F5A9A}" type="presParOf" srcId="{702A60DA-8555-4AAD-AEEE-4F8C67E4EAFC}" destId="{D379AF44-8B3D-465A-938C-A712E1478E7A}" srcOrd="1" destOrd="0" presId="urn:microsoft.com/office/officeart/2005/8/layout/hProcess11"/>
    <dgm:cxn modelId="{A598E86A-B087-489C-96B4-A6E190624BB0}" type="presParOf" srcId="{702A60DA-8555-4AAD-AEEE-4F8C67E4EAFC}" destId="{46F0AFCC-730D-4176-832A-634920D61971}" srcOrd="2" destOrd="0" presId="urn:microsoft.com/office/officeart/2005/8/layout/hProcess11"/>
    <dgm:cxn modelId="{808B2BE3-6495-49D4-BAFD-7054F3F785B3}" type="presParOf" srcId="{CDE3C59B-7F5E-4E88-A298-33C064534908}" destId="{D7DDDAE7-136C-4274-B92A-917773292F5C}" srcOrd="3" destOrd="0" presId="urn:microsoft.com/office/officeart/2005/8/layout/hProcess11"/>
    <dgm:cxn modelId="{B788BE70-5A73-45AD-A43A-31F9ED3CB661}" type="presParOf" srcId="{CDE3C59B-7F5E-4E88-A298-33C064534908}" destId="{4E2D20D1-D2FC-4266-B4BC-7FF9A85D55B2}" srcOrd="4" destOrd="0" presId="urn:microsoft.com/office/officeart/2005/8/layout/hProcess11"/>
    <dgm:cxn modelId="{C3BC8543-91E5-4ABF-B85A-54E9D1A55341}" type="presParOf" srcId="{4E2D20D1-D2FC-4266-B4BC-7FF9A85D55B2}" destId="{CC4C964F-560B-4C78-84A7-1207E99D93BB}" srcOrd="0" destOrd="0" presId="urn:microsoft.com/office/officeart/2005/8/layout/hProcess11"/>
    <dgm:cxn modelId="{03CD2179-C24D-483E-A6F4-0EC99B9461D4}" type="presParOf" srcId="{4E2D20D1-D2FC-4266-B4BC-7FF9A85D55B2}" destId="{831966F8-B67B-44F4-8031-D97B8406E6AD}" srcOrd="1" destOrd="0" presId="urn:microsoft.com/office/officeart/2005/8/layout/hProcess11"/>
    <dgm:cxn modelId="{6D59961E-563C-4B58-AC3B-BA0745E627C4}" type="presParOf" srcId="{4E2D20D1-D2FC-4266-B4BC-7FF9A85D55B2}" destId="{84912E93-5283-4A79-8366-F4EFBF6DBDE8}" srcOrd="2" destOrd="0" presId="urn:microsoft.com/office/officeart/2005/8/layout/hProcess11"/>
    <dgm:cxn modelId="{D27F2B55-BD66-4F77-9F46-903CDE668818}" type="presParOf" srcId="{CDE3C59B-7F5E-4E88-A298-33C064534908}" destId="{D0D17184-2B08-44E8-93B2-E98BA1A1D9D9}" srcOrd="5" destOrd="0" presId="urn:microsoft.com/office/officeart/2005/8/layout/hProcess11"/>
    <dgm:cxn modelId="{04D57F58-C984-4E94-BDF0-CC83A02A9385}" type="presParOf" srcId="{CDE3C59B-7F5E-4E88-A298-33C064534908}" destId="{E6D0278D-2639-426F-AD58-42AF27315498}" srcOrd="6" destOrd="0" presId="urn:microsoft.com/office/officeart/2005/8/layout/hProcess11"/>
    <dgm:cxn modelId="{F084D378-36CD-41F4-8A76-4FACDBAF7126}" type="presParOf" srcId="{E6D0278D-2639-426F-AD58-42AF27315498}" destId="{26D134D0-E206-4741-BF7B-8A8E4FB71167}" srcOrd="0" destOrd="0" presId="urn:microsoft.com/office/officeart/2005/8/layout/hProcess11"/>
    <dgm:cxn modelId="{CF7CFB72-7BFA-482D-A92A-0129AAB8E6D6}" type="presParOf" srcId="{E6D0278D-2639-426F-AD58-42AF27315498}" destId="{244CFE99-1EBB-49AA-BAFE-CD322EC8AD3F}" srcOrd="1" destOrd="0" presId="urn:microsoft.com/office/officeart/2005/8/layout/hProcess11"/>
    <dgm:cxn modelId="{7F7CE334-8423-4BFA-8D41-A6313C74170F}" type="presParOf" srcId="{E6D0278D-2639-426F-AD58-42AF27315498}" destId="{99CBEE31-F7B1-4B7D-8455-3C74A6F2DE42}" srcOrd="2" destOrd="0" presId="urn:microsoft.com/office/officeart/2005/8/layout/hProcess11"/>
    <dgm:cxn modelId="{D8E16F96-E0E5-4DC7-942F-F8E9C595D0C2}" type="presParOf" srcId="{CDE3C59B-7F5E-4E88-A298-33C064534908}" destId="{588B00C6-EDCC-4F71-86BF-2D1953A3E44A}" srcOrd="7" destOrd="0" presId="urn:microsoft.com/office/officeart/2005/8/layout/hProcess11"/>
    <dgm:cxn modelId="{4E5761F4-7104-4E13-9CB1-39AF9043708C}" type="presParOf" srcId="{CDE3C59B-7F5E-4E88-A298-33C064534908}" destId="{9710B0A2-5E39-4E22-B201-0F7EBD6E3ACB}" srcOrd="8" destOrd="0" presId="urn:microsoft.com/office/officeart/2005/8/layout/hProcess11"/>
    <dgm:cxn modelId="{B67F8739-D35C-4D28-B392-38E29ECDBDF8}" type="presParOf" srcId="{9710B0A2-5E39-4E22-B201-0F7EBD6E3ACB}" destId="{E223B1A7-51A4-4677-A8B4-ACDBAD66A417}" srcOrd="0" destOrd="0" presId="urn:microsoft.com/office/officeart/2005/8/layout/hProcess11"/>
    <dgm:cxn modelId="{FC9AD981-3287-4881-BF08-1D3E39BD06C6}" type="presParOf" srcId="{9710B0A2-5E39-4E22-B201-0F7EBD6E3ACB}" destId="{CDD09C01-4000-4092-8981-697AF7AF2489}" srcOrd="1" destOrd="0" presId="urn:microsoft.com/office/officeart/2005/8/layout/hProcess11"/>
    <dgm:cxn modelId="{BB7FDE35-705C-4721-A8D6-6F8B636F8CF2}" type="presParOf" srcId="{9710B0A2-5E39-4E22-B201-0F7EBD6E3ACB}" destId="{EC3CC8B3-784F-48B1-969B-FAB08AACCDE9}"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D03D2-5197-4285-861C-8C6D60420612}">
      <dsp:nvSpPr>
        <dsp:cNvPr id="0" name=""/>
        <dsp:cNvSpPr/>
      </dsp:nvSpPr>
      <dsp:spPr>
        <a:xfrm>
          <a:off x="0" y="1280872"/>
          <a:ext cx="11266488" cy="25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A918A6E-A2CA-4580-84A8-12ED1B9C6A22}">
      <dsp:nvSpPr>
        <dsp:cNvPr id="0" name=""/>
        <dsp:cNvSpPr/>
      </dsp:nvSpPr>
      <dsp:spPr>
        <a:xfrm>
          <a:off x="0" y="0"/>
          <a:ext cx="9467292" cy="14874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092" tIns="0" rIns="298092" bIns="0" numCol="1" spcCol="1270" anchor="ctr" anchorCtr="0">
          <a:noAutofit/>
        </a:bodyPr>
        <a:lstStyle/>
        <a:p>
          <a:pPr marL="0" lvl="0" indent="0" algn="l" defTabSz="1066800">
            <a:lnSpc>
              <a:spcPct val="90000"/>
            </a:lnSpc>
            <a:spcBef>
              <a:spcPct val="0"/>
            </a:spcBef>
            <a:spcAft>
              <a:spcPct val="35000"/>
            </a:spcAft>
            <a:buNone/>
          </a:pPr>
          <a:r>
            <a:rPr lang="en-US" sz="2400" kern="1200"/>
            <a:t>A </a:t>
          </a:r>
          <a:r>
            <a:rPr lang="en-US" sz="2400" b="1" kern="1200"/>
            <a:t>hazard</a:t>
          </a:r>
          <a:r>
            <a:rPr lang="en-US" sz="2400" kern="1200"/>
            <a:t> is a potential source of harm.	</a:t>
          </a:r>
        </a:p>
      </dsp:txBody>
      <dsp:txXfrm>
        <a:off x="72609" y="72609"/>
        <a:ext cx="9322074" cy="1342191"/>
      </dsp:txXfrm>
    </dsp:sp>
    <dsp:sp modelId="{A309B986-08C0-4CCF-B2DC-85976F2EC262}">
      <dsp:nvSpPr>
        <dsp:cNvPr id="0" name=""/>
        <dsp:cNvSpPr/>
      </dsp:nvSpPr>
      <dsp:spPr>
        <a:xfrm>
          <a:off x="0" y="3220651"/>
          <a:ext cx="11266488" cy="25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F051E94-A8DA-4FDE-840B-209D230051AE}">
      <dsp:nvSpPr>
        <dsp:cNvPr id="0" name=""/>
        <dsp:cNvSpPr/>
      </dsp:nvSpPr>
      <dsp:spPr>
        <a:xfrm>
          <a:off x="0" y="1815168"/>
          <a:ext cx="9467292" cy="14874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092" tIns="0" rIns="298092" bIns="0" numCol="1" spcCol="1270" anchor="ctr" anchorCtr="0">
          <a:noAutofit/>
        </a:bodyPr>
        <a:lstStyle/>
        <a:p>
          <a:pPr marL="0" lvl="0" indent="0" algn="l" defTabSz="1066800">
            <a:lnSpc>
              <a:spcPct val="90000"/>
            </a:lnSpc>
            <a:spcBef>
              <a:spcPct val="0"/>
            </a:spcBef>
            <a:spcAft>
              <a:spcPct val="35000"/>
            </a:spcAft>
            <a:buNone/>
          </a:pPr>
          <a:r>
            <a:rPr lang="en-US" sz="2400" kern="1200"/>
            <a:t>A </a:t>
          </a:r>
          <a:r>
            <a:rPr lang="en-US" sz="2400" b="1" kern="1200"/>
            <a:t>hazardous situation </a:t>
          </a:r>
          <a:r>
            <a:rPr lang="en-US" sz="2400" kern="1200"/>
            <a:t>may arise when a foreseeable sequence of events</a:t>
          </a:r>
          <a:r>
            <a:rPr lang="en-US" sz="2400" i="0" u="none" kern="1200"/>
            <a:t> exposes people, property or environment to one or more hazards</a:t>
          </a:r>
        </a:p>
      </dsp:txBody>
      <dsp:txXfrm>
        <a:off x="72609" y="1887777"/>
        <a:ext cx="9322074" cy="1342191"/>
      </dsp:txXfrm>
    </dsp:sp>
    <dsp:sp modelId="{16076E18-BB79-4D64-8542-EB07C540BD2D}">
      <dsp:nvSpPr>
        <dsp:cNvPr id="0" name=""/>
        <dsp:cNvSpPr/>
      </dsp:nvSpPr>
      <dsp:spPr>
        <a:xfrm>
          <a:off x="0" y="5101493"/>
          <a:ext cx="11266488" cy="25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D109448-4FE2-4A0D-BDC9-A04362F51FB5}">
      <dsp:nvSpPr>
        <dsp:cNvPr id="0" name=""/>
        <dsp:cNvSpPr/>
      </dsp:nvSpPr>
      <dsp:spPr>
        <a:xfrm>
          <a:off x="37266" y="3848755"/>
          <a:ext cx="9467292" cy="14874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092" tIns="0" rIns="298092" bIns="0" numCol="1" spcCol="1270" anchor="ctr" anchorCtr="0">
          <a:noAutofit/>
        </a:bodyPr>
        <a:lstStyle/>
        <a:p>
          <a:pPr marL="0" lvl="0" indent="0" algn="l" defTabSz="1066800">
            <a:lnSpc>
              <a:spcPct val="90000"/>
            </a:lnSpc>
            <a:spcBef>
              <a:spcPct val="0"/>
            </a:spcBef>
            <a:spcAft>
              <a:spcPct val="35000"/>
            </a:spcAft>
            <a:buNone/>
          </a:pPr>
          <a:r>
            <a:rPr lang="en-US" sz="2400" b="1" kern="1200"/>
            <a:t>Harm</a:t>
          </a:r>
          <a:r>
            <a:rPr lang="en-US" sz="2400" kern="1200"/>
            <a:t> is Injury or damage to people, property, or the environment.</a:t>
          </a:r>
        </a:p>
      </dsp:txBody>
      <dsp:txXfrm>
        <a:off x="109875" y="3921364"/>
        <a:ext cx="9322074" cy="13421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F64A83-5B1A-4111-AD9E-985D05953BD1}">
      <dsp:nvSpPr>
        <dsp:cNvPr id="0" name=""/>
        <dsp:cNvSpPr/>
      </dsp:nvSpPr>
      <dsp:spPr>
        <a:xfrm>
          <a:off x="3055" y="1519032"/>
          <a:ext cx="1837531" cy="688059"/>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a:t>Physical</a:t>
          </a:r>
        </a:p>
      </dsp:txBody>
      <dsp:txXfrm>
        <a:off x="3055" y="1519032"/>
        <a:ext cx="1837531" cy="688059"/>
      </dsp:txXfrm>
    </dsp:sp>
    <dsp:sp modelId="{4F05602C-B86B-44DB-BEFE-CAE39630510E}">
      <dsp:nvSpPr>
        <dsp:cNvPr id="0" name=""/>
        <dsp:cNvSpPr/>
      </dsp:nvSpPr>
      <dsp:spPr>
        <a:xfrm>
          <a:off x="3055" y="2207092"/>
          <a:ext cx="1837531" cy="169254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a:t>Slippery floors</a:t>
          </a:r>
        </a:p>
        <a:p>
          <a:pPr marL="171450" lvl="1" indent="-171450" algn="l" defTabSz="844550">
            <a:lnSpc>
              <a:spcPct val="90000"/>
            </a:lnSpc>
            <a:spcBef>
              <a:spcPct val="0"/>
            </a:spcBef>
            <a:spcAft>
              <a:spcPct val="15000"/>
            </a:spcAft>
            <a:buChar char="•"/>
          </a:pPr>
          <a:r>
            <a:rPr lang="en-US" sz="1900" kern="1200"/>
            <a:t>Heavy objects</a:t>
          </a:r>
        </a:p>
      </dsp:txBody>
      <dsp:txXfrm>
        <a:off x="3055" y="2207092"/>
        <a:ext cx="1837531" cy="1692541"/>
      </dsp:txXfrm>
    </dsp:sp>
    <dsp:sp modelId="{9B3EB61D-DFCA-4E77-B4C2-DD042ED65E50}">
      <dsp:nvSpPr>
        <dsp:cNvPr id="0" name=""/>
        <dsp:cNvSpPr/>
      </dsp:nvSpPr>
      <dsp:spPr>
        <a:xfrm>
          <a:off x="2097841" y="1519032"/>
          <a:ext cx="1837531" cy="688059"/>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a:t>Chemical</a:t>
          </a:r>
        </a:p>
      </dsp:txBody>
      <dsp:txXfrm>
        <a:off x="2097841" y="1519032"/>
        <a:ext cx="1837531" cy="688059"/>
      </dsp:txXfrm>
    </dsp:sp>
    <dsp:sp modelId="{B24FA7E0-83B8-4129-A47B-64B19E78DDD7}">
      <dsp:nvSpPr>
        <dsp:cNvPr id="0" name=""/>
        <dsp:cNvSpPr/>
      </dsp:nvSpPr>
      <dsp:spPr>
        <a:xfrm>
          <a:off x="2097841" y="2207092"/>
          <a:ext cx="1837531" cy="169254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a:t>Strong cleaning agents</a:t>
          </a:r>
        </a:p>
        <a:p>
          <a:pPr marL="171450" lvl="1" indent="-171450" algn="l" defTabSz="844550">
            <a:lnSpc>
              <a:spcPct val="90000"/>
            </a:lnSpc>
            <a:spcBef>
              <a:spcPct val="0"/>
            </a:spcBef>
            <a:spcAft>
              <a:spcPct val="15000"/>
            </a:spcAft>
            <a:buChar char="•"/>
          </a:pPr>
          <a:r>
            <a:rPr lang="en-US" sz="1900" kern="1200"/>
            <a:t>Flammable materials</a:t>
          </a:r>
        </a:p>
      </dsp:txBody>
      <dsp:txXfrm>
        <a:off x="2097841" y="2207092"/>
        <a:ext cx="1837531" cy="1692541"/>
      </dsp:txXfrm>
    </dsp:sp>
    <dsp:sp modelId="{B4A62046-A899-4C10-8C14-9963C0252858}">
      <dsp:nvSpPr>
        <dsp:cNvPr id="0" name=""/>
        <dsp:cNvSpPr/>
      </dsp:nvSpPr>
      <dsp:spPr>
        <a:xfrm>
          <a:off x="4192627" y="1519032"/>
          <a:ext cx="1837531" cy="688059"/>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a:t>Biological</a:t>
          </a:r>
        </a:p>
      </dsp:txBody>
      <dsp:txXfrm>
        <a:off x="4192627" y="1519032"/>
        <a:ext cx="1837531" cy="688059"/>
      </dsp:txXfrm>
    </dsp:sp>
    <dsp:sp modelId="{9F1A4FBC-7951-493E-8A85-952E41C45A44}">
      <dsp:nvSpPr>
        <dsp:cNvPr id="0" name=""/>
        <dsp:cNvSpPr/>
      </dsp:nvSpPr>
      <dsp:spPr>
        <a:xfrm>
          <a:off x="4192627" y="2207092"/>
          <a:ext cx="1837531" cy="169254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a:t>Bacteria</a:t>
          </a:r>
        </a:p>
        <a:p>
          <a:pPr marL="171450" lvl="1" indent="-171450" algn="l" defTabSz="844550">
            <a:lnSpc>
              <a:spcPct val="90000"/>
            </a:lnSpc>
            <a:spcBef>
              <a:spcPct val="0"/>
            </a:spcBef>
            <a:spcAft>
              <a:spcPct val="15000"/>
            </a:spcAft>
            <a:buChar char="•"/>
          </a:pPr>
          <a:r>
            <a:rPr lang="en-US" sz="1900" kern="1200"/>
            <a:t>Viruses</a:t>
          </a:r>
        </a:p>
        <a:p>
          <a:pPr marL="171450" lvl="1" indent="-171450" algn="l" defTabSz="844550">
            <a:lnSpc>
              <a:spcPct val="90000"/>
            </a:lnSpc>
            <a:spcBef>
              <a:spcPct val="0"/>
            </a:spcBef>
            <a:spcAft>
              <a:spcPct val="15000"/>
            </a:spcAft>
            <a:buChar char="•"/>
          </a:pPr>
          <a:r>
            <a:rPr lang="en-US" sz="1900" kern="1200"/>
            <a:t>Mold</a:t>
          </a:r>
        </a:p>
      </dsp:txBody>
      <dsp:txXfrm>
        <a:off x="4192627" y="2207092"/>
        <a:ext cx="1837531" cy="1692541"/>
      </dsp:txXfrm>
    </dsp:sp>
    <dsp:sp modelId="{CF22432B-4A6A-4F00-8669-FB0E0F8642F2}">
      <dsp:nvSpPr>
        <dsp:cNvPr id="0" name=""/>
        <dsp:cNvSpPr/>
      </dsp:nvSpPr>
      <dsp:spPr>
        <a:xfrm>
          <a:off x="6287412" y="1519032"/>
          <a:ext cx="1837531" cy="688059"/>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a:t>Human Factors	</a:t>
          </a:r>
        </a:p>
      </dsp:txBody>
      <dsp:txXfrm>
        <a:off x="6287412" y="1519032"/>
        <a:ext cx="1837531" cy="688059"/>
      </dsp:txXfrm>
    </dsp:sp>
    <dsp:sp modelId="{E5A71200-ACE4-45E3-A679-1C5E02BBC93D}">
      <dsp:nvSpPr>
        <dsp:cNvPr id="0" name=""/>
        <dsp:cNvSpPr/>
      </dsp:nvSpPr>
      <dsp:spPr>
        <a:xfrm>
          <a:off x="6287412" y="2207092"/>
          <a:ext cx="1837531" cy="169254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a:t>Poor posture</a:t>
          </a:r>
        </a:p>
        <a:p>
          <a:pPr marL="171450" lvl="1" indent="-171450" algn="l" defTabSz="844550">
            <a:lnSpc>
              <a:spcPct val="90000"/>
            </a:lnSpc>
            <a:spcBef>
              <a:spcPct val="0"/>
            </a:spcBef>
            <a:spcAft>
              <a:spcPct val="15000"/>
            </a:spcAft>
            <a:buChar char="•"/>
          </a:pPr>
          <a:r>
            <a:rPr lang="en-US" sz="1900" kern="1200"/>
            <a:t>Repetitive strain</a:t>
          </a:r>
        </a:p>
        <a:p>
          <a:pPr marL="171450" lvl="1" indent="-171450" algn="l" defTabSz="844550">
            <a:lnSpc>
              <a:spcPct val="90000"/>
            </a:lnSpc>
            <a:spcBef>
              <a:spcPct val="0"/>
            </a:spcBef>
            <a:spcAft>
              <a:spcPct val="15000"/>
            </a:spcAft>
            <a:buChar char="•"/>
          </a:pPr>
          <a:r>
            <a:rPr lang="en-US" sz="1900" kern="1200"/>
            <a:t>Long shifts</a:t>
          </a:r>
        </a:p>
      </dsp:txBody>
      <dsp:txXfrm>
        <a:off x="6287412" y="2207092"/>
        <a:ext cx="1837531" cy="16925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23243A-F31A-4594-871C-CE18F0F36B10}">
      <dsp:nvSpPr>
        <dsp:cNvPr id="0" name=""/>
        <dsp:cNvSpPr/>
      </dsp:nvSpPr>
      <dsp:spPr>
        <a:xfrm>
          <a:off x="1924575" y="364298"/>
          <a:ext cx="4707864" cy="4707864"/>
        </a:xfrm>
        <a:prstGeom prst="pie">
          <a:avLst>
            <a:gd name="adj1" fmla="val 16200000"/>
            <a:gd name="adj2" fmla="val 180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a:t>Task Analysis</a:t>
          </a:r>
        </a:p>
        <a:p>
          <a:pPr marL="0" lvl="0" indent="0" algn="ctr" defTabSz="666750">
            <a:lnSpc>
              <a:spcPct val="90000"/>
            </a:lnSpc>
            <a:spcBef>
              <a:spcPct val="0"/>
            </a:spcBef>
            <a:spcAft>
              <a:spcPct val="35000"/>
            </a:spcAft>
            <a:buNone/>
          </a:pPr>
          <a:r>
            <a:rPr lang="en-US" sz="1500" kern="1200"/>
            <a:t>Break down the user interactions, step by step</a:t>
          </a:r>
        </a:p>
      </dsp:txBody>
      <dsp:txXfrm>
        <a:off x="4405731" y="1361917"/>
        <a:ext cx="1681380" cy="1401150"/>
      </dsp:txXfrm>
    </dsp:sp>
    <dsp:sp modelId="{1F7F5F18-5D85-46F9-87A7-B99654443231}">
      <dsp:nvSpPr>
        <dsp:cNvPr id="0" name=""/>
        <dsp:cNvSpPr/>
      </dsp:nvSpPr>
      <dsp:spPr>
        <a:xfrm>
          <a:off x="1827615" y="532436"/>
          <a:ext cx="4707864" cy="4707864"/>
        </a:xfrm>
        <a:prstGeom prst="pie">
          <a:avLst>
            <a:gd name="adj1" fmla="val 1800000"/>
            <a:gd name="adj2" fmla="val 900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a:t>DFMEA</a:t>
          </a:r>
        </a:p>
        <a:p>
          <a:pPr marL="0" lvl="0" indent="0" algn="ctr" defTabSz="666750">
            <a:lnSpc>
              <a:spcPct val="90000"/>
            </a:lnSpc>
            <a:spcBef>
              <a:spcPct val="0"/>
            </a:spcBef>
            <a:spcAft>
              <a:spcPct val="35000"/>
            </a:spcAft>
            <a:buNone/>
          </a:pPr>
          <a:r>
            <a:rPr lang="en-US" sz="1500" kern="1200"/>
            <a:t>Assess materials and parts specs for limitations and modes of failure.</a:t>
          </a:r>
        </a:p>
      </dsp:txBody>
      <dsp:txXfrm>
        <a:off x="2948535" y="3586944"/>
        <a:ext cx="2522070" cy="1233012"/>
      </dsp:txXfrm>
    </dsp:sp>
    <dsp:sp modelId="{3C015986-7EAB-4FE4-BDA9-EEF4EFBFE874}">
      <dsp:nvSpPr>
        <dsp:cNvPr id="0" name=""/>
        <dsp:cNvSpPr/>
      </dsp:nvSpPr>
      <dsp:spPr>
        <a:xfrm>
          <a:off x="1730656" y="364298"/>
          <a:ext cx="4707864" cy="4707864"/>
        </a:xfrm>
        <a:prstGeom prst="pie">
          <a:avLst>
            <a:gd name="adj1" fmla="val 9000000"/>
            <a:gd name="adj2" fmla="val 1620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a:t>Hazard Analysis</a:t>
          </a:r>
        </a:p>
        <a:p>
          <a:pPr marL="0" lvl="0" indent="0" algn="ctr" defTabSz="666750">
            <a:lnSpc>
              <a:spcPct val="90000"/>
            </a:lnSpc>
            <a:spcBef>
              <a:spcPct val="0"/>
            </a:spcBef>
            <a:spcAft>
              <a:spcPct val="35000"/>
            </a:spcAft>
            <a:buNone/>
          </a:pPr>
          <a:r>
            <a:rPr lang="en-US" sz="1500" kern="1200"/>
            <a:t>Captures the harm, probability, severity, and mitigations.</a:t>
          </a:r>
        </a:p>
      </dsp:txBody>
      <dsp:txXfrm>
        <a:off x="2275983" y="1361917"/>
        <a:ext cx="1681380" cy="1401150"/>
      </dsp:txXfrm>
    </dsp:sp>
    <dsp:sp modelId="{7C04A2B6-1738-4A1E-8668-13BBE7D02FE7}">
      <dsp:nvSpPr>
        <dsp:cNvPr id="0" name=""/>
        <dsp:cNvSpPr/>
      </dsp:nvSpPr>
      <dsp:spPr>
        <a:xfrm>
          <a:off x="1633524" y="72859"/>
          <a:ext cx="5290742" cy="5290742"/>
        </a:xfrm>
        <a:prstGeom prst="circularArrow">
          <a:avLst>
            <a:gd name="adj1" fmla="val 5085"/>
            <a:gd name="adj2" fmla="val 327528"/>
            <a:gd name="adj3" fmla="val 1472472"/>
            <a:gd name="adj4" fmla="val 16199432"/>
            <a:gd name="adj5" fmla="val 5932"/>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5ECB679-1F70-4C2A-93A6-734A5647BE85}">
      <dsp:nvSpPr>
        <dsp:cNvPr id="0" name=""/>
        <dsp:cNvSpPr/>
      </dsp:nvSpPr>
      <dsp:spPr>
        <a:xfrm>
          <a:off x="1536176" y="240700"/>
          <a:ext cx="5290742" cy="5290742"/>
        </a:xfrm>
        <a:prstGeom prst="circularArrow">
          <a:avLst>
            <a:gd name="adj1" fmla="val 5085"/>
            <a:gd name="adj2" fmla="val 327528"/>
            <a:gd name="adj3" fmla="val 8671970"/>
            <a:gd name="adj4" fmla="val 1800502"/>
            <a:gd name="adj5" fmla="val 5932"/>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F76DB09-FFFA-4066-B181-4A6AB3AA1853}">
      <dsp:nvSpPr>
        <dsp:cNvPr id="0" name=""/>
        <dsp:cNvSpPr/>
      </dsp:nvSpPr>
      <dsp:spPr>
        <a:xfrm>
          <a:off x="1438828" y="72859"/>
          <a:ext cx="5290742" cy="5290742"/>
        </a:xfrm>
        <a:prstGeom prst="circularArrow">
          <a:avLst>
            <a:gd name="adj1" fmla="val 5085"/>
            <a:gd name="adj2" fmla="val 327528"/>
            <a:gd name="adj3" fmla="val 15873039"/>
            <a:gd name="adj4" fmla="val 9000000"/>
            <a:gd name="adj5" fmla="val 5932"/>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FE20F8-A1F1-4678-94FC-16AAB2637DC3}">
      <dsp:nvSpPr>
        <dsp:cNvPr id="0" name=""/>
        <dsp:cNvSpPr/>
      </dsp:nvSpPr>
      <dsp:spPr>
        <a:xfrm>
          <a:off x="0" y="792954"/>
          <a:ext cx="10972800" cy="1038224"/>
        </a:xfrm>
        <a:prstGeom prst="notched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0D92FA-C98A-497D-BB53-DC671321FF25}">
      <dsp:nvSpPr>
        <dsp:cNvPr id="0" name=""/>
        <dsp:cNvSpPr/>
      </dsp:nvSpPr>
      <dsp:spPr>
        <a:xfrm>
          <a:off x="4339" y="0"/>
          <a:ext cx="1897469" cy="1038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kern="1200"/>
            <a:t>2013-2017</a:t>
          </a:r>
          <a:br>
            <a:rPr lang="en-US" sz="1500" kern="1200"/>
          </a:br>
          <a:r>
            <a:rPr lang="en-US" sz="1500" kern="1200"/>
            <a:t>Bronx Science</a:t>
          </a:r>
        </a:p>
      </dsp:txBody>
      <dsp:txXfrm>
        <a:off x="4339" y="0"/>
        <a:ext cx="1897469" cy="1038224"/>
      </dsp:txXfrm>
    </dsp:sp>
    <dsp:sp modelId="{BC8781CB-3423-4B72-9CA5-5B427AD62EC1}">
      <dsp:nvSpPr>
        <dsp:cNvPr id="0" name=""/>
        <dsp:cNvSpPr/>
      </dsp:nvSpPr>
      <dsp:spPr>
        <a:xfrm>
          <a:off x="823296" y="1168002"/>
          <a:ext cx="259556" cy="259556"/>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758EE7-E90D-4746-80F5-A43786D0C725}">
      <dsp:nvSpPr>
        <dsp:cNvPr id="0" name=""/>
        <dsp:cNvSpPr/>
      </dsp:nvSpPr>
      <dsp:spPr>
        <a:xfrm>
          <a:off x="1996682" y="1557337"/>
          <a:ext cx="1897469" cy="1038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kern="1200"/>
            <a:t>2017</a:t>
          </a:r>
          <a:br>
            <a:rPr lang="en-US" sz="1500" kern="1200"/>
          </a:br>
          <a:r>
            <a:rPr lang="en-US" sz="1500" kern="1200"/>
            <a:t>Started at RPI</a:t>
          </a:r>
        </a:p>
      </dsp:txBody>
      <dsp:txXfrm>
        <a:off x="1996682" y="1557337"/>
        <a:ext cx="1897469" cy="1038224"/>
      </dsp:txXfrm>
    </dsp:sp>
    <dsp:sp modelId="{D379AF44-8B3D-465A-938C-A712E1478E7A}">
      <dsp:nvSpPr>
        <dsp:cNvPr id="0" name=""/>
        <dsp:cNvSpPr/>
      </dsp:nvSpPr>
      <dsp:spPr>
        <a:xfrm>
          <a:off x="2815639" y="1168002"/>
          <a:ext cx="259556" cy="259556"/>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4C964F-560B-4C78-84A7-1207E99D93BB}">
      <dsp:nvSpPr>
        <dsp:cNvPr id="0" name=""/>
        <dsp:cNvSpPr/>
      </dsp:nvSpPr>
      <dsp:spPr>
        <a:xfrm>
          <a:off x="3989025" y="0"/>
          <a:ext cx="1897469" cy="1038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kern="1200"/>
            <a:t>2019</a:t>
          </a:r>
          <a:br>
            <a:rPr lang="en-US" sz="1500" kern="1200"/>
          </a:br>
          <a:r>
            <a:rPr lang="en-US" sz="1500" kern="1200"/>
            <a:t>JnJ DePuy Synthes</a:t>
          </a:r>
        </a:p>
      </dsp:txBody>
      <dsp:txXfrm>
        <a:off x="3989025" y="0"/>
        <a:ext cx="1897469" cy="1038224"/>
      </dsp:txXfrm>
    </dsp:sp>
    <dsp:sp modelId="{831966F8-B67B-44F4-8031-D97B8406E6AD}">
      <dsp:nvSpPr>
        <dsp:cNvPr id="0" name=""/>
        <dsp:cNvSpPr/>
      </dsp:nvSpPr>
      <dsp:spPr>
        <a:xfrm>
          <a:off x="4807981" y="1168002"/>
          <a:ext cx="259556" cy="259556"/>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D134D0-E206-4741-BF7B-8A8E4FB71167}">
      <dsp:nvSpPr>
        <dsp:cNvPr id="0" name=""/>
        <dsp:cNvSpPr/>
      </dsp:nvSpPr>
      <dsp:spPr>
        <a:xfrm>
          <a:off x="5981368" y="1557337"/>
          <a:ext cx="1897469" cy="1038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kern="1200"/>
            <a:t>2020</a:t>
          </a:r>
          <a:br>
            <a:rPr lang="en-US" sz="1500" kern="1200"/>
          </a:br>
          <a:r>
            <a:rPr lang="en-US" sz="1500" kern="1200"/>
            <a:t>Graduated RPI</a:t>
          </a:r>
        </a:p>
      </dsp:txBody>
      <dsp:txXfrm>
        <a:off x="5981368" y="1557337"/>
        <a:ext cx="1897469" cy="1038224"/>
      </dsp:txXfrm>
    </dsp:sp>
    <dsp:sp modelId="{244CFE99-1EBB-49AA-BAFE-CD322EC8AD3F}">
      <dsp:nvSpPr>
        <dsp:cNvPr id="0" name=""/>
        <dsp:cNvSpPr/>
      </dsp:nvSpPr>
      <dsp:spPr>
        <a:xfrm>
          <a:off x="6800324" y="1168002"/>
          <a:ext cx="259556" cy="259556"/>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23B1A7-51A4-4677-A8B4-ACDBAD66A417}">
      <dsp:nvSpPr>
        <dsp:cNvPr id="0" name=""/>
        <dsp:cNvSpPr/>
      </dsp:nvSpPr>
      <dsp:spPr>
        <a:xfrm>
          <a:off x="7973710" y="0"/>
          <a:ext cx="1897469" cy="1038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kern="1200"/>
            <a:t>2021 to present</a:t>
          </a:r>
          <a:br>
            <a:rPr lang="en-US" sz="1500" kern="1200"/>
          </a:br>
          <a:r>
            <a:rPr lang="en-US" sz="1500" kern="1200"/>
            <a:t>Usability Engineer </a:t>
          </a:r>
          <a:br>
            <a:rPr lang="en-US" sz="1500" kern="1200"/>
          </a:br>
          <a:r>
            <a:rPr lang="en-US" sz="1500" kern="1200"/>
            <a:t>at ZOLL</a:t>
          </a:r>
        </a:p>
      </dsp:txBody>
      <dsp:txXfrm>
        <a:off x="7973710" y="0"/>
        <a:ext cx="1897469" cy="1038224"/>
      </dsp:txXfrm>
    </dsp:sp>
    <dsp:sp modelId="{CDD09C01-4000-4092-8981-697AF7AF2489}">
      <dsp:nvSpPr>
        <dsp:cNvPr id="0" name=""/>
        <dsp:cNvSpPr/>
      </dsp:nvSpPr>
      <dsp:spPr>
        <a:xfrm>
          <a:off x="8792667" y="1168002"/>
          <a:ext cx="259556" cy="259556"/>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65ACC-A2DD-4E78-948A-BD3CB0F31BDF}"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319DF7-1637-4355-BDE2-E7A3C33BC2F6}" type="slidenum">
              <a:rPr lang="en-US" smtClean="0"/>
              <a:t>‹#›</a:t>
            </a:fld>
            <a:endParaRPr lang="en-US"/>
          </a:p>
        </p:txBody>
      </p:sp>
    </p:spTree>
    <p:extLst>
      <p:ext uri="{BB962C8B-B14F-4D97-AF65-F5344CB8AC3E}">
        <p14:creationId xmlns:p14="http://schemas.microsoft.com/office/powerpoint/2010/main" val="2171367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D2B36-E485-5035-21FA-135586F784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F404A-CAE2-9613-76B7-71B6FFDED5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235BE-F6C5-8CF4-E321-7FE9806238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I am sure that many of you are familiar with different terms like usability, human factors, or user experience, but the concept of usability engineering as its own department may still be new to some people so I think that it is worth defining so that others understand what it is that we do.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Usability - the extent to which a product can be used by specified users to achieve its intended use in a specified context of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Human Factors – a scientific discipline concerning the understanding of interactions among humans and other elements of a system (technology, equipment, environment, </a:t>
            </a:r>
            <a:r>
              <a:rPr lang="en-US" sz="1200" i="0" err="1">
                <a:solidFill>
                  <a:schemeClr val="bg1"/>
                </a:solidFill>
              </a:rPr>
              <a:t>etc</a:t>
            </a:r>
            <a:r>
              <a:rPr lang="en-US" sz="1200" i="0">
                <a:solidFill>
                  <a:schemeClr val="bg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User Experience – describes the “feeling” of using a product, overall ease of use and satisfaction with the product.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All three of these disciplines include different measurements of the device, the user’s capabilities, and the subjective feedback of the user.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Usability Engineering is combination of all three of these principles and that puts the users of the device at the center of the development process.</a:t>
            </a:r>
          </a:p>
          <a:p>
            <a:endParaRPr lang="en-US"/>
          </a:p>
        </p:txBody>
      </p:sp>
      <p:sp>
        <p:nvSpPr>
          <p:cNvPr id="4" name="Slide Number Placeholder 3">
            <a:extLst>
              <a:ext uri="{FF2B5EF4-FFF2-40B4-BE49-F238E27FC236}">
                <a16:creationId xmlns:a16="http://schemas.microsoft.com/office/drawing/2014/main" id="{B1CC3CB2-88D9-4369-98E0-B7DE5B19D5CA}"/>
              </a:ext>
            </a:extLst>
          </p:cNvPr>
          <p:cNvSpPr>
            <a:spLocks noGrp="1"/>
          </p:cNvSpPr>
          <p:nvPr>
            <p:ph type="sldNum" sz="quarter" idx="5"/>
          </p:nvPr>
        </p:nvSpPr>
        <p:spPr/>
        <p:txBody>
          <a:bodyPr/>
          <a:lstStyle/>
          <a:p>
            <a:fld id="{FFE550DD-D53A-42CA-8EBA-004B3C26D880}" type="slidenum">
              <a:rPr lang="en-US" smtClean="0"/>
              <a:t>5</a:t>
            </a:fld>
            <a:endParaRPr lang="en-US"/>
          </a:p>
        </p:txBody>
      </p:sp>
    </p:spTree>
    <p:extLst>
      <p:ext uri="{BB962C8B-B14F-4D97-AF65-F5344CB8AC3E}">
        <p14:creationId xmlns:p14="http://schemas.microsoft.com/office/powerpoint/2010/main" val="3445087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I am sure that many of you are familiar with different terms like usability, human factors, or user experience, but the concept of usability engineering as its own department may still be new to some people so I think that it is worth defining so that others understand what it is that we do.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Usability - the extent to which a product can be used by specified users to achieve its intended use in a specified context of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Human Factors – a scientific discipline concerning the understanding of interactions among humans and other elements of a system (technology, equipment, environment, </a:t>
            </a:r>
            <a:r>
              <a:rPr lang="en-US" sz="1200" i="0" err="1">
                <a:solidFill>
                  <a:schemeClr val="bg1"/>
                </a:solidFill>
              </a:rPr>
              <a:t>etc</a:t>
            </a:r>
            <a:r>
              <a:rPr lang="en-US" sz="1200" i="0">
                <a:solidFill>
                  <a:schemeClr val="bg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User Experience – describes the “feeling” of using a product, overall ease of use and satisfaction with the product.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All three of these disciplines include different measurements of the device, the user’s capabilities, and the subjective feedback of the user.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a:solidFill>
                  <a:schemeClr val="bg1"/>
                </a:solidFill>
              </a:rPr>
              <a:t>Usability Engineering is combination of all three of these principles and that puts the users of the device at the center of the development process.</a:t>
            </a:r>
          </a:p>
          <a:p>
            <a:endParaRPr lang="en-US"/>
          </a:p>
        </p:txBody>
      </p:sp>
      <p:sp>
        <p:nvSpPr>
          <p:cNvPr id="4" name="Slide Number Placeholder 3"/>
          <p:cNvSpPr>
            <a:spLocks noGrp="1"/>
          </p:cNvSpPr>
          <p:nvPr>
            <p:ph type="sldNum" sz="quarter" idx="5"/>
          </p:nvPr>
        </p:nvSpPr>
        <p:spPr/>
        <p:txBody>
          <a:bodyPr/>
          <a:lstStyle/>
          <a:p>
            <a:fld id="{FFE550DD-D53A-42CA-8EBA-004B3C26D880}" type="slidenum">
              <a:rPr lang="en-US" smtClean="0"/>
              <a:t>6</a:t>
            </a:fld>
            <a:endParaRPr lang="en-US"/>
          </a:p>
        </p:txBody>
      </p:sp>
    </p:spTree>
    <p:extLst>
      <p:ext uri="{BB962C8B-B14F-4D97-AF65-F5344CB8AC3E}">
        <p14:creationId xmlns:p14="http://schemas.microsoft.com/office/powerpoint/2010/main" val="3885804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Because we’re standards driven, whether we perform human performance testing is determined by the severity of a </a:t>
            </a:r>
          </a:p>
        </p:txBody>
      </p:sp>
      <p:sp>
        <p:nvSpPr>
          <p:cNvPr id="4" name="Slide Number Placeholder 3"/>
          <p:cNvSpPr>
            <a:spLocks noGrp="1"/>
          </p:cNvSpPr>
          <p:nvPr>
            <p:ph type="sldNum" sz="quarter" idx="5"/>
          </p:nvPr>
        </p:nvSpPr>
        <p:spPr/>
        <p:txBody>
          <a:bodyPr/>
          <a:lstStyle/>
          <a:p>
            <a:fld id="{27319DF7-1637-4355-BDE2-E7A3C33BC2F6}" type="slidenum">
              <a:rPr lang="en-US" smtClean="0"/>
              <a:t>7</a:t>
            </a:fld>
            <a:endParaRPr lang="en-US"/>
          </a:p>
        </p:txBody>
      </p:sp>
    </p:spTree>
    <p:extLst>
      <p:ext uri="{BB962C8B-B14F-4D97-AF65-F5344CB8AC3E}">
        <p14:creationId xmlns:p14="http://schemas.microsoft.com/office/powerpoint/2010/main" val="1785136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9DC01-1920-8E5E-D6EF-FB6856B49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BAA37-01DE-9924-FBE5-19BA4CE75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66611-11E2-2F33-9547-8787337C0400}"/>
              </a:ext>
            </a:extLst>
          </p:cNvPr>
          <p:cNvSpPr>
            <a:spLocks noGrp="1"/>
          </p:cNvSpPr>
          <p:nvPr>
            <p:ph type="body" idx="1"/>
          </p:nvPr>
        </p:nvSpPr>
        <p:spPr/>
        <p:txBody>
          <a:bodyPr/>
          <a:lstStyle/>
          <a:p>
            <a:r>
              <a:rPr lang="en-US"/>
              <a:t>We look at all of the things that can go wrong, look at it in PCA perspective </a:t>
            </a:r>
          </a:p>
          <a:p>
            <a:endParaRPr lang="en-US"/>
          </a:p>
          <a:p>
            <a:r>
              <a:rPr lang="en-US"/>
              <a:t>Make sure to note/define CRITICAL TASK</a:t>
            </a:r>
          </a:p>
        </p:txBody>
      </p:sp>
      <p:sp>
        <p:nvSpPr>
          <p:cNvPr id="4" name="Slide Number Placeholder 3">
            <a:extLst>
              <a:ext uri="{FF2B5EF4-FFF2-40B4-BE49-F238E27FC236}">
                <a16:creationId xmlns:a16="http://schemas.microsoft.com/office/drawing/2014/main" id="{FE5E4E9F-290A-7F85-BC4B-98736047FD15}"/>
              </a:ext>
            </a:extLst>
          </p:cNvPr>
          <p:cNvSpPr>
            <a:spLocks noGrp="1"/>
          </p:cNvSpPr>
          <p:nvPr>
            <p:ph type="sldNum" sz="quarter" idx="5"/>
          </p:nvPr>
        </p:nvSpPr>
        <p:spPr/>
        <p:txBody>
          <a:bodyPr/>
          <a:lstStyle/>
          <a:p>
            <a:fld id="{FFE550DD-D53A-42CA-8EBA-004B3C26D880}" type="slidenum">
              <a:rPr lang="en-US" smtClean="0"/>
              <a:t>19</a:t>
            </a:fld>
            <a:endParaRPr lang="en-US"/>
          </a:p>
        </p:txBody>
      </p:sp>
    </p:spTree>
    <p:extLst>
      <p:ext uri="{BB962C8B-B14F-4D97-AF65-F5344CB8AC3E}">
        <p14:creationId xmlns:p14="http://schemas.microsoft.com/office/powerpoint/2010/main" val="13998828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hemeOverride" Target="../theme/themeOverride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xml"/><Relationship Id="rId1" Type="http://schemas.openxmlformats.org/officeDocument/2006/relationships/themeOverride" Target="../theme/themeOverride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Master" Target="../slideMasters/slideMaster1.xml"/><Relationship Id="rId1" Type="http://schemas.openxmlformats.org/officeDocument/2006/relationships/themeOverride" Target="../theme/themeOverride7.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Master" Target="../slideMasters/slideMaster1.xml"/><Relationship Id="rId1" Type="http://schemas.openxmlformats.org/officeDocument/2006/relationships/themeOverride" Target="../theme/themeOverride8.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Master" Target="../slideMasters/slideMaster1.xml"/><Relationship Id="rId1" Type="http://schemas.openxmlformats.org/officeDocument/2006/relationships/themeOverride" Target="../theme/themeOverride9.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hemeOverride" Target="../theme/themeOverride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33209" y="1080944"/>
            <a:ext cx="5787736" cy="1470025"/>
          </a:xfrm>
          <a:prstGeom prst="rect">
            <a:avLst/>
          </a:prstGeom>
        </p:spPr>
        <p:txBody>
          <a:bodyPr/>
          <a:lstStyle>
            <a:lvl1pPr>
              <a:defRPr sz="4000" b="1"/>
            </a:lvl1pPr>
          </a:lstStyle>
          <a:p>
            <a:r>
              <a:rPr lang="en-US"/>
              <a:t>CORPORATE TEMPLATE</a:t>
            </a:r>
            <a:br>
              <a:rPr lang="en-US"/>
            </a:br>
            <a:r>
              <a:rPr lang="en-US"/>
              <a:t>HEADLINE</a:t>
            </a:r>
          </a:p>
        </p:txBody>
      </p:sp>
      <p:cxnSp>
        <p:nvCxnSpPr>
          <p:cNvPr id="8" name="Straight Connector 7">
            <a:extLst>
              <a:ext uri="{FF2B5EF4-FFF2-40B4-BE49-F238E27FC236}">
                <a16:creationId xmlns:a16="http://schemas.microsoft.com/office/drawing/2014/main" id="{BCFE813F-B96F-3441-A3A3-9FE6AF881686}"/>
              </a:ext>
            </a:extLst>
          </p:cNvPr>
          <p:cNvCxnSpPr/>
          <p:nvPr/>
        </p:nvCxnSpPr>
        <p:spPr>
          <a:xfrm>
            <a:off x="5746173" y="1278082"/>
            <a:ext cx="0" cy="1184563"/>
          </a:xfrm>
          <a:prstGeom prst="line">
            <a:avLst/>
          </a:prstGeom>
          <a:ln w="28575"/>
          <a:effectLst/>
        </p:spPr>
        <p:style>
          <a:lnRef idx="2">
            <a:schemeClr val="accent2"/>
          </a:lnRef>
          <a:fillRef idx="0">
            <a:schemeClr val="accent2"/>
          </a:fillRef>
          <a:effectRef idx="1">
            <a:schemeClr val="accent2"/>
          </a:effectRef>
          <a:fontRef idx="minor">
            <a:schemeClr val="tx1"/>
          </a:fontRef>
        </p:style>
      </p:cxnSp>
      <p:sp>
        <p:nvSpPr>
          <p:cNvPr id="12" name="Text Placeholder 11">
            <a:extLst>
              <a:ext uri="{FF2B5EF4-FFF2-40B4-BE49-F238E27FC236}">
                <a16:creationId xmlns:a16="http://schemas.microsoft.com/office/drawing/2014/main" id="{702BC52A-B81B-504E-B5F9-E05F1A2C40B5}"/>
              </a:ext>
            </a:extLst>
          </p:cNvPr>
          <p:cNvSpPr>
            <a:spLocks noGrp="1"/>
          </p:cNvSpPr>
          <p:nvPr>
            <p:ph type="body" sz="quarter" idx="10" hasCustomPrompt="1"/>
          </p:nvPr>
        </p:nvSpPr>
        <p:spPr>
          <a:xfrm>
            <a:off x="5933209" y="3251923"/>
            <a:ext cx="5694218" cy="426460"/>
          </a:xfrm>
          <a:prstGeom prst="rect">
            <a:avLst/>
          </a:prstGeom>
        </p:spPr>
        <p:txBody>
          <a:bodyPr/>
          <a:lstStyle>
            <a:lvl1pPr>
              <a:buNone/>
              <a:defRPr>
                <a:solidFill>
                  <a:srgbClr val="0081C5"/>
                </a:solidFill>
              </a:defRPr>
            </a:lvl1pPr>
          </a:lstStyle>
          <a:p>
            <a:pPr lvl="0"/>
            <a:r>
              <a:rPr lang="en-US"/>
              <a:t>YOUR SUBHEADLINE HERE</a:t>
            </a:r>
          </a:p>
        </p:txBody>
      </p:sp>
    </p:spTree>
    <p:extLst>
      <p:ext uri="{BB962C8B-B14F-4D97-AF65-F5344CB8AC3E}">
        <p14:creationId xmlns:p14="http://schemas.microsoft.com/office/powerpoint/2010/main" val="34454355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Divider - Military">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84963" y="2076638"/>
            <a:ext cx="3439392" cy="1323439"/>
          </a:xfrm>
          <a:prstGeom prst="rect">
            <a:avLst/>
          </a:prstGeom>
        </p:spPr>
        <p:txBody>
          <a:bodyPr wrap="square" anchor="ctr" anchorCtr="0">
            <a:spAutoFit/>
          </a:bodyPr>
          <a:lstStyle>
            <a:lvl1pPr algn="ctr">
              <a:defRPr sz="4000" b="1">
                <a:solidFill>
                  <a:schemeClr val="bg2"/>
                </a:solidFill>
              </a:defRPr>
            </a:lvl1pPr>
          </a:lstStyle>
          <a:p>
            <a:r>
              <a:rPr lang="en-US"/>
              <a:t>HEADLINE GOES HERE</a:t>
            </a:r>
          </a:p>
        </p:txBody>
      </p:sp>
      <p:sp>
        <p:nvSpPr>
          <p:cNvPr id="12" name="Text Placeholder 11">
            <a:extLst>
              <a:ext uri="{FF2B5EF4-FFF2-40B4-BE49-F238E27FC236}">
                <a16:creationId xmlns:a16="http://schemas.microsoft.com/office/drawing/2014/main" id="{702BC52A-B81B-504E-B5F9-E05F1A2C40B5}"/>
              </a:ext>
            </a:extLst>
          </p:cNvPr>
          <p:cNvSpPr>
            <a:spLocks noGrp="1"/>
          </p:cNvSpPr>
          <p:nvPr>
            <p:ph type="body" sz="quarter" idx="10" hasCustomPrompt="1"/>
          </p:nvPr>
        </p:nvSpPr>
        <p:spPr>
          <a:xfrm>
            <a:off x="4384963" y="3965276"/>
            <a:ext cx="3439392" cy="400110"/>
          </a:xfrm>
          <a:prstGeom prst="rect">
            <a:avLst/>
          </a:prstGeom>
        </p:spPr>
        <p:txBody>
          <a:bodyPr wrap="square" anchor="ctr" anchorCtr="0">
            <a:spAutoFit/>
          </a:bodyPr>
          <a:lstStyle>
            <a:lvl1pPr algn="ctr">
              <a:buNone/>
              <a:defRPr>
                <a:solidFill>
                  <a:schemeClr val="bg2"/>
                </a:solidFill>
              </a:defRPr>
            </a:lvl1pPr>
          </a:lstStyle>
          <a:p>
            <a:pPr lvl="0"/>
            <a:r>
              <a:rPr lang="en-US"/>
              <a:t>SUBHEADLINE</a:t>
            </a:r>
          </a:p>
        </p:txBody>
      </p:sp>
      <p:sp>
        <p:nvSpPr>
          <p:cNvPr id="4" name="TextBox 3">
            <a:extLst>
              <a:ext uri="{FF2B5EF4-FFF2-40B4-BE49-F238E27FC236}">
                <a16:creationId xmlns:a16="http://schemas.microsoft.com/office/drawing/2014/main" id="{40B06813-BDAD-6842-83A8-7240BA88E239}"/>
              </a:ext>
            </a:extLst>
          </p:cNvPr>
          <p:cNvSpPr txBox="1"/>
          <p:nvPr/>
        </p:nvSpPr>
        <p:spPr>
          <a:xfrm>
            <a:off x="1309255" y="2098964"/>
            <a:ext cx="184731" cy="477054"/>
          </a:xfrm>
          <a:prstGeom prst="rect">
            <a:avLst/>
          </a:prstGeom>
          <a:noFill/>
        </p:spPr>
        <p:txBody>
          <a:bodyPr wrap="none" rtlCol="0">
            <a:spAutoFit/>
          </a:bodyPr>
          <a:lstStyle/>
          <a:p>
            <a:pPr algn="l"/>
            <a:endParaRPr lang="en-US" sz="2500">
              <a:latin typeface="+mj-lt"/>
            </a:endParaRPr>
          </a:p>
        </p:txBody>
      </p:sp>
    </p:spTree>
    <p:extLst>
      <p:ext uri="{BB962C8B-B14F-4D97-AF65-F5344CB8AC3E}">
        <p14:creationId xmlns:p14="http://schemas.microsoft.com/office/powerpoint/2010/main" val="209020715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Divider - TMS">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84963" y="2076638"/>
            <a:ext cx="3439392" cy="1323439"/>
          </a:xfrm>
          <a:prstGeom prst="rect">
            <a:avLst/>
          </a:prstGeom>
        </p:spPr>
        <p:txBody>
          <a:bodyPr wrap="square" anchor="ctr" anchorCtr="0">
            <a:spAutoFit/>
          </a:bodyPr>
          <a:lstStyle>
            <a:lvl1pPr algn="ctr">
              <a:defRPr sz="4000" b="1">
                <a:solidFill>
                  <a:schemeClr val="bg2"/>
                </a:solidFill>
              </a:defRPr>
            </a:lvl1pPr>
          </a:lstStyle>
          <a:p>
            <a:r>
              <a:rPr lang="en-US"/>
              <a:t>HEADLINE GOES HERE</a:t>
            </a:r>
          </a:p>
        </p:txBody>
      </p:sp>
      <p:sp>
        <p:nvSpPr>
          <p:cNvPr id="12" name="Text Placeholder 11">
            <a:extLst>
              <a:ext uri="{FF2B5EF4-FFF2-40B4-BE49-F238E27FC236}">
                <a16:creationId xmlns:a16="http://schemas.microsoft.com/office/drawing/2014/main" id="{702BC52A-B81B-504E-B5F9-E05F1A2C40B5}"/>
              </a:ext>
            </a:extLst>
          </p:cNvPr>
          <p:cNvSpPr>
            <a:spLocks noGrp="1"/>
          </p:cNvSpPr>
          <p:nvPr>
            <p:ph type="body" sz="quarter" idx="10" hasCustomPrompt="1"/>
          </p:nvPr>
        </p:nvSpPr>
        <p:spPr>
          <a:xfrm>
            <a:off x="4384963" y="3965276"/>
            <a:ext cx="3439392" cy="400110"/>
          </a:xfrm>
          <a:prstGeom prst="rect">
            <a:avLst/>
          </a:prstGeom>
        </p:spPr>
        <p:txBody>
          <a:bodyPr wrap="square" anchor="ctr" anchorCtr="0">
            <a:spAutoFit/>
          </a:bodyPr>
          <a:lstStyle>
            <a:lvl1pPr algn="ctr">
              <a:buNone/>
              <a:defRPr>
                <a:solidFill>
                  <a:schemeClr val="bg2"/>
                </a:solidFill>
              </a:defRPr>
            </a:lvl1pPr>
          </a:lstStyle>
          <a:p>
            <a:pPr lvl="0"/>
            <a:r>
              <a:rPr lang="en-US"/>
              <a:t>SUBHEADLINE</a:t>
            </a:r>
          </a:p>
        </p:txBody>
      </p:sp>
      <p:sp>
        <p:nvSpPr>
          <p:cNvPr id="4" name="TextBox 3">
            <a:extLst>
              <a:ext uri="{FF2B5EF4-FFF2-40B4-BE49-F238E27FC236}">
                <a16:creationId xmlns:a16="http://schemas.microsoft.com/office/drawing/2014/main" id="{40B06813-BDAD-6842-83A8-7240BA88E239}"/>
              </a:ext>
            </a:extLst>
          </p:cNvPr>
          <p:cNvSpPr txBox="1"/>
          <p:nvPr/>
        </p:nvSpPr>
        <p:spPr>
          <a:xfrm>
            <a:off x="1309255" y="2098964"/>
            <a:ext cx="184731" cy="477054"/>
          </a:xfrm>
          <a:prstGeom prst="rect">
            <a:avLst/>
          </a:prstGeom>
          <a:noFill/>
        </p:spPr>
        <p:txBody>
          <a:bodyPr wrap="none" rtlCol="0">
            <a:spAutoFit/>
          </a:bodyPr>
          <a:lstStyle/>
          <a:p>
            <a:pPr algn="l"/>
            <a:endParaRPr lang="en-US" sz="2500">
              <a:latin typeface="+mj-lt"/>
            </a:endParaRPr>
          </a:p>
        </p:txBody>
      </p:sp>
    </p:spTree>
    <p:extLst>
      <p:ext uri="{BB962C8B-B14F-4D97-AF65-F5344CB8AC3E}">
        <p14:creationId xmlns:p14="http://schemas.microsoft.com/office/powerpoint/2010/main" val="74497994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ivider - Data">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84963" y="2076638"/>
            <a:ext cx="3439392" cy="1323439"/>
          </a:xfrm>
          <a:prstGeom prst="rect">
            <a:avLst/>
          </a:prstGeom>
        </p:spPr>
        <p:txBody>
          <a:bodyPr wrap="square" anchor="ctr" anchorCtr="0">
            <a:spAutoFit/>
          </a:bodyPr>
          <a:lstStyle>
            <a:lvl1pPr algn="ctr">
              <a:defRPr sz="4000" b="1">
                <a:solidFill>
                  <a:schemeClr val="bg2"/>
                </a:solidFill>
              </a:defRPr>
            </a:lvl1pPr>
          </a:lstStyle>
          <a:p>
            <a:r>
              <a:rPr lang="en-US"/>
              <a:t>HEADLINE GOES HERE</a:t>
            </a:r>
          </a:p>
        </p:txBody>
      </p:sp>
      <p:sp>
        <p:nvSpPr>
          <p:cNvPr id="12" name="Text Placeholder 11">
            <a:extLst>
              <a:ext uri="{FF2B5EF4-FFF2-40B4-BE49-F238E27FC236}">
                <a16:creationId xmlns:a16="http://schemas.microsoft.com/office/drawing/2014/main" id="{702BC52A-B81B-504E-B5F9-E05F1A2C40B5}"/>
              </a:ext>
            </a:extLst>
          </p:cNvPr>
          <p:cNvSpPr>
            <a:spLocks noGrp="1"/>
          </p:cNvSpPr>
          <p:nvPr>
            <p:ph type="body" sz="quarter" idx="10" hasCustomPrompt="1"/>
          </p:nvPr>
        </p:nvSpPr>
        <p:spPr>
          <a:xfrm>
            <a:off x="4384963" y="3965276"/>
            <a:ext cx="3439392" cy="400110"/>
          </a:xfrm>
          <a:prstGeom prst="rect">
            <a:avLst/>
          </a:prstGeom>
        </p:spPr>
        <p:txBody>
          <a:bodyPr wrap="square" anchor="ctr" anchorCtr="0">
            <a:spAutoFit/>
          </a:bodyPr>
          <a:lstStyle>
            <a:lvl1pPr algn="ctr">
              <a:buNone/>
              <a:defRPr>
                <a:solidFill>
                  <a:schemeClr val="bg2"/>
                </a:solidFill>
              </a:defRPr>
            </a:lvl1pPr>
          </a:lstStyle>
          <a:p>
            <a:pPr lvl="0"/>
            <a:r>
              <a:rPr lang="en-US"/>
              <a:t>SUBHEADLINE</a:t>
            </a:r>
          </a:p>
        </p:txBody>
      </p:sp>
      <p:sp>
        <p:nvSpPr>
          <p:cNvPr id="4" name="TextBox 3">
            <a:extLst>
              <a:ext uri="{FF2B5EF4-FFF2-40B4-BE49-F238E27FC236}">
                <a16:creationId xmlns:a16="http://schemas.microsoft.com/office/drawing/2014/main" id="{40B06813-BDAD-6842-83A8-7240BA88E239}"/>
              </a:ext>
            </a:extLst>
          </p:cNvPr>
          <p:cNvSpPr txBox="1"/>
          <p:nvPr/>
        </p:nvSpPr>
        <p:spPr>
          <a:xfrm>
            <a:off x="1309255" y="2098964"/>
            <a:ext cx="184731" cy="477054"/>
          </a:xfrm>
          <a:prstGeom prst="rect">
            <a:avLst/>
          </a:prstGeom>
          <a:noFill/>
        </p:spPr>
        <p:txBody>
          <a:bodyPr wrap="none" rtlCol="0">
            <a:spAutoFit/>
          </a:bodyPr>
          <a:lstStyle/>
          <a:p>
            <a:pPr algn="l"/>
            <a:endParaRPr lang="en-US" sz="2500">
              <a:latin typeface="+mj-lt"/>
            </a:endParaRPr>
          </a:p>
        </p:txBody>
      </p:sp>
    </p:spTree>
    <p:extLst>
      <p:ext uri="{BB962C8B-B14F-4D97-AF65-F5344CB8AC3E}">
        <p14:creationId xmlns:p14="http://schemas.microsoft.com/office/powerpoint/2010/main" val="99077428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 LifeVest">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84963" y="2076638"/>
            <a:ext cx="3439392" cy="1323439"/>
          </a:xfrm>
          <a:prstGeom prst="rect">
            <a:avLst/>
          </a:prstGeom>
        </p:spPr>
        <p:txBody>
          <a:bodyPr wrap="square" anchor="ctr" anchorCtr="0">
            <a:spAutoFit/>
          </a:bodyPr>
          <a:lstStyle>
            <a:lvl1pPr algn="ctr">
              <a:defRPr sz="4000" b="1">
                <a:solidFill>
                  <a:schemeClr val="bg2"/>
                </a:solidFill>
              </a:defRPr>
            </a:lvl1pPr>
          </a:lstStyle>
          <a:p>
            <a:r>
              <a:rPr lang="en-US"/>
              <a:t>HEADLINE GOES HERE</a:t>
            </a:r>
          </a:p>
        </p:txBody>
      </p:sp>
      <p:sp>
        <p:nvSpPr>
          <p:cNvPr id="12" name="Text Placeholder 11">
            <a:extLst>
              <a:ext uri="{FF2B5EF4-FFF2-40B4-BE49-F238E27FC236}">
                <a16:creationId xmlns:a16="http://schemas.microsoft.com/office/drawing/2014/main" id="{702BC52A-B81B-504E-B5F9-E05F1A2C40B5}"/>
              </a:ext>
            </a:extLst>
          </p:cNvPr>
          <p:cNvSpPr>
            <a:spLocks noGrp="1"/>
          </p:cNvSpPr>
          <p:nvPr>
            <p:ph type="body" sz="quarter" idx="10" hasCustomPrompt="1"/>
          </p:nvPr>
        </p:nvSpPr>
        <p:spPr>
          <a:xfrm>
            <a:off x="4384963" y="3965276"/>
            <a:ext cx="3439392" cy="400110"/>
          </a:xfrm>
          <a:prstGeom prst="rect">
            <a:avLst/>
          </a:prstGeom>
        </p:spPr>
        <p:txBody>
          <a:bodyPr wrap="square" anchor="ctr" anchorCtr="0">
            <a:spAutoFit/>
          </a:bodyPr>
          <a:lstStyle>
            <a:lvl1pPr algn="ctr">
              <a:buNone/>
              <a:defRPr>
                <a:solidFill>
                  <a:schemeClr val="bg2"/>
                </a:solidFill>
              </a:defRPr>
            </a:lvl1pPr>
          </a:lstStyle>
          <a:p>
            <a:pPr lvl="0"/>
            <a:r>
              <a:rPr lang="en-US"/>
              <a:t>SUBHEADLINE</a:t>
            </a:r>
          </a:p>
        </p:txBody>
      </p:sp>
      <p:sp>
        <p:nvSpPr>
          <p:cNvPr id="4" name="TextBox 3">
            <a:extLst>
              <a:ext uri="{FF2B5EF4-FFF2-40B4-BE49-F238E27FC236}">
                <a16:creationId xmlns:a16="http://schemas.microsoft.com/office/drawing/2014/main" id="{40B06813-BDAD-6842-83A8-7240BA88E239}"/>
              </a:ext>
            </a:extLst>
          </p:cNvPr>
          <p:cNvSpPr txBox="1"/>
          <p:nvPr/>
        </p:nvSpPr>
        <p:spPr>
          <a:xfrm>
            <a:off x="1309255" y="2098964"/>
            <a:ext cx="184731" cy="477054"/>
          </a:xfrm>
          <a:prstGeom prst="rect">
            <a:avLst/>
          </a:prstGeom>
          <a:noFill/>
        </p:spPr>
        <p:txBody>
          <a:bodyPr wrap="none" rtlCol="0">
            <a:spAutoFit/>
          </a:bodyPr>
          <a:lstStyle/>
          <a:p>
            <a:pPr algn="l"/>
            <a:endParaRPr lang="en-US" sz="2500">
              <a:latin typeface="+mj-lt"/>
            </a:endParaRPr>
          </a:p>
        </p:txBody>
      </p:sp>
    </p:spTree>
    <p:extLst>
      <p:ext uri="{BB962C8B-B14F-4D97-AF65-F5344CB8AC3E}">
        <p14:creationId xmlns:p14="http://schemas.microsoft.com/office/powerpoint/2010/main" val="230867853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 Public Safety">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84963" y="2076638"/>
            <a:ext cx="3439392" cy="1323439"/>
          </a:xfrm>
          <a:prstGeom prst="rect">
            <a:avLst/>
          </a:prstGeom>
        </p:spPr>
        <p:txBody>
          <a:bodyPr wrap="square" anchor="ctr" anchorCtr="0">
            <a:spAutoFit/>
          </a:bodyPr>
          <a:lstStyle>
            <a:lvl1pPr algn="ctr">
              <a:defRPr sz="4000" b="1">
                <a:solidFill>
                  <a:schemeClr val="bg2"/>
                </a:solidFill>
              </a:defRPr>
            </a:lvl1pPr>
          </a:lstStyle>
          <a:p>
            <a:r>
              <a:rPr lang="en-US"/>
              <a:t>HEADLINE GOES HERE</a:t>
            </a:r>
          </a:p>
        </p:txBody>
      </p:sp>
      <p:sp>
        <p:nvSpPr>
          <p:cNvPr id="12" name="Text Placeholder 11">
            <a:extLst>
              <a:ext uri="{FF2B5EF4-FFF2-40B4-BE49-F238E27FC236}">
                <a16:creationId xmlns:a16="http://schemas.microsoft.com/office/drawing/2014/main" id="{702BC52A-B81B-504E-B5F9-E05F1A2C40B5}"/>
              </a:ext>
            </a:extLst>
          </p:cNvPr>
          <p:cNvSpPr>
            <a:spLocks noGrp="1"/>
          </p:cNvSpPr>
          <p:nvPr>
            <p:ph type="body" sz="quarter" idx="10" hasCustomPrompt="1"/>
          </p:nvPr>
        </p:nvSpPr>
        <p:spPr>
          <a:xfrm>
            <a:off x="4384963" y="3965276"/>
            <a:ext cx="3439392" cy="400110"/>
          </a:xfrm>
          <a:prstGeom prst="rect">
            <a:avLst/>
          </a:prstGeom>
        </p:spPr>
        <p:txBody>
          <a:bodyPr wrap="square" anchor="ctr" anchorCtr="0">
            <a:spAutoFit/>
          </a:bodyPr>
          <a:lstStyle>
            <a:lvl1pPr algn="ctr">
              <a:buNone/>
              <a:defRPr>
                <a:solidFill>
                  <a:schemeClr val="bg2"/>
                </a:solidFill>
              </a:defRPr>
            </a:lvl1pPr>
          </a:lstStyle>
          <a:p>
            <a:pPr lvl="0"/>
            <a:r>
              <a:rPr lang="en-US"/>
              <a:t>SUBHEADLINE</a:t>
            </a:r>
          </a:p>
        </p:txBody>
      </p:sp>
      <p:sp>
        <p:nvSpPr>
          <p:cNvPr id="4" name="TextBox 3">
            <a:extLst>
              <a:ext uri="{FF2B5EF4-FFF2-40B4-BE49-F238E27FC236}">
                <a16:creationId xmlns:a16="http://schemas.microsoft.com/office/drawing/2014/main" id="{40B06813-BDAD-6842-83A8-7240BA88E239}"/>
              </a:ext>
            </a:extLst>
          </p:cNvPr>
          <p:cNvSpPr txBox="1"/>
          <p:nvPr/>
        </p:nvSpPr>
        <p:spPr>
          <a:xfrm>
            <a:off x="1309255" y="2098964"/>
            <a:ext cx="184731" cy="477054"/>
          </a:xfrm>
          <a:prstGeom prst="rect">
            <a:avLst/>
          </a:prstGeom>
          <a:noFill/>
        </p:spPr>
        <p:txBody>
          <a:bodyPr wrap="none" rtlCol="0">
            <a:spAutoFit/>
          </a:bodyPr>
          <a:lstStyle/>
          <a:p>
            <a:pPr algn="l"/>
            <a:endParaRPr lang="en-US" sz="2500">
              <a:latin typeface="+mj-lt"/>
            </a:endParaRPr>
          </a:p>
        </p:txBody>
      </p:sp>
    </p:spTree>
    <p:extLst>
      <p:ext uri="{BB962C8B-B14F-4D97-AF65-F5344CB8AC3E}">
        <p14:creationId xmlns:p14="http://schemas.microsoft.com/office/powerpoint/2010/main" val="339265307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 - EMS">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84963" y="2076638"/>
            <a:ext cx="3439392" cy="1323439"/>
          </a:xfrm>
          <a:prstGeom prst="rect">
            <a:avLst/>
          </a:prstGeom>
        </p:spPr>
        <p:txBody>
          <a:bodyPr wrap="square" anchor="ctr" anchorCtr="0">
            <a:spAutoFit/>
          </a:bodyPr>
          <a:lstStyle>
            <a:lvl1pPr algn="ctr">
              <a:defRPr sz="4000" b="1">
                <a:solidFill>
                  <a:schemeClr val="bg2"/>
                </a:solidFill>
              </a:defRPr>
            </a:lvl1pPr>
          </a:lstStyle>
          <a:p>
            <a:r>
              <a:rPr lang="en-US"/>
              <a:t>HEADLINE GOES HERE</a:t>
            </a:r>
          </a:p>
        </p:txBody>
      </p:sp>
      <p:sp>
        <p:nvSpPr>
          <p:cNvPr id="12" name="Text Placeholder 11">
            <a:extLst>
              <a:ext uri="{FF2B5EF4-FFF2-40B4-BE49-F238E27FC236}">
                <a16:creationId xmlns:a16="http://schemas.microsoft.com/office/drawing/2014/main" id="{702BC52A-B81B-504E-B5F9-E05F1A2C40B5}"/>
              </a:ext>
            </a:extLst>
          </p:cNvPr>
          <p:cNvSpPr>
            <a:spLocks noGrp="1"/>
          </p:cNvSpPr>
          <p:nvPr>
            <p:ph type="body" sz="quarter" idx="10" hasCustomPrompt="1"/>
          </p:nvPr>
        </p:nvSpPr>
        <p:spPr>
          <a:xfrm>
            <a:off x="4384963" y="3965276"/>
            <a:ext cx="3439392" cy="400110"/>
          </a:xfrm>
          <a:prstGeom prst="rect">
            <a:avLst/>
          </a:prstGeom>
        </p:spPr>
        <p:txBody>
          <a:bodyPr wrap="square" anchor="ctr" anchorCtr="0">
            <a:spAutoFit/>
          </a:bodyPr>
          <a:lstStyle>
            <a:lvl1pPr algn="ctr">
              <a:buNone/>
              <a:defRPr>
                <a:solidFill>
                  <a:schemeClr val="bg2"/>
                </a:solidFill>
              </a:defRPr>
            </a:lvl1pPr>
          </a:lstStyle>
          <a:p>
            <a:pPr lvl="0"/>
            <a:r>
              <a:rPr lang="en-US"/>
              <a:t>SUBHEADLINE</a:t>
            </a:r>
          </a:p>
        </p:txBody>
      </p:sp>
      <p:sp>
        <p:nvSpPr>
          <p:cNvPr id="4" name="TextBox 3">
            <a:extLst>
              <a:ext uri="{FF2B5EF4-FFF2-40B4-BE49-F238E27FC236}">
                <a16:creationId xmlns:a16="http://schemas.microsoft.com/office/drawing/2014/main" id="{40B06813-BDAD-6842-83A8-7240BA88E239}"/>
              </a:ext>
            </a:extLst>
          </p:cNvPr>
          <p:cNvSpPr txBox="1"/>
          <p:nvPr/>
        </p:nvSpPr>
        <p:spPr>
          <a:xfrm>
            <a:off x="1309255" y="2098964"/>
            <a:ext cx="184731" cy="477054"/>
          </a:xfrm>
          <a:prstGeom prst="rect">
            <a:avLst/>
          </a:prstGeom>
          <a:noFill/>
        </p:spPr>
        <p:txBody>
          <a:bodyPr wrap="none" rtlCol="0">
            <a:spAutoFit/>
          </a:bodyPr>
          <a:lstStyle/>
          <a:p>
            <a:pPr algn="l"/>
            <a:endParaRPr lang="en-US" sz="2500">
              <a:latin typeface="+mj-lt"/>
            </a:endParaRPr>
          </a:p>
        </p:txBody>
      </p:sp>
    </p:spTree>
    <p:extLst>
      <p:ext uri="{BB962C8B-B14F-4D97-AF65-F5344CB8AC3E}">
        <p14:creationId xmlns:p14="http://schemas.microsoft.com/office/powerpoint/2010/main" val="204457910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 Hospital">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84963" y="2076638"/>
            <a:ext cx="3439392" cy="1323439"/>
          </a:xfrm>
          <a:prstGeom prst="rect">
            <a:avLst/>
          </a:prstGeom>
        </p:spPr>
        <p:txBody>
          <a:bodyPr wrap="square" anchor="ctr" anchorCtr="0">
            <a:spAutoFit/>
          </a:bodyPr>
          <a:lstStyle>
            <a:lvl1pPr algn="ctr">
              <a:defRPr sz="4000" b="1">
                <a:solidFill>
                  <a:schemeClr val="bg2"/>
                </a:solidFill>
              </a:defRPr>
            </a:lvl1pPr>
          </a:lstStyle>
          <a:p>
            <a:r>
              <a:rPr lang="en-US"/>
              <a:t>HEADLINE GOES HERE</a:t>
            </a:r>
          </a:p>
        </p:txBody>
      </p:sp>
      <p:sp>
        <p:nvSpPr>
          <p:cNvPr id="12" name="Text Placeholder 11">
            <a:extLst>
              <a:ext uri="{FF2B5EF4-FFF2-40B4-BE49-F238E27FC236}">
                <a16:creationId xmlns:a16="http://schemas.microsoft.com/office/drawing/2014/main" id="{702BC52A-B81B-504E-B5F9-E05F1A2C40B5}"/>
              </a:ext>
            </a:extLst>
          </p:cNvPr>
          <p:cNvSpPr>
            <a:spLocks noGrp="1"/>
          </p:cNvSpPr>
          <p:nvPr>
            <p:ph type="body" sz="quarter" idx="10" hasCustomPrompt="1"/>
          </p:nvPr>
        </p:nvSpPr>
        <p:spPr>
          <a:xfrm>
            <a:off x="4384963" y="3965276"/>
            <a:ext cx="3439392" cy="400110"/>
          </a:xfrm>
          <a:prstGeom prst="rect">
            <a:avLst/>
          </a:prstGeom>
        </p:spPr>
        <p:txBody>
          <a:bodyPr wrap="square" anchor="ctr" anchorCtr="0">
            <a:spAutoFit/>
          </a:bodyPr>
          <a:lstStyle>
            <a:lvl1pPr algn="ctr">
              <a:buNone/>
              <a:defRPr>
                <a:solidFill>
                  <a:schemeClr val="bg2"/>
                </a:solidFill>
              </a:defRPr>
            </a:lvl1pPr>
          </a:lstStyle>
          <a:p>
            <a:pPr lvl="0"/>
            <a:r>
              <a:rPr lang="en-US"/>
              <a:t>SUBHEADLINE</a:t>
            </a:r>
          </a:p>
        </p:txBody>
      </p:sp>
      <p:sp>
        <p:nvSpPr>
          <p:cNvPr id="4" name="TextBox 3">
            <a:extLst>
              <a:ext uri="{FF2B5EF4-FFF2-40B4-BE49-F238E27FC236}">
                <a16:creationId xmlns:a16="http://schemas.microsoft.com/office/drawing/2014/main" id="{40B06813-BDAD-6842-83A8-7240BA88E239}"/>
              </a:ext>
            </a:extLst>
          </p:cNvPr>
          <p:cNvSpPr txBox="1"/>
          <p:nvPr/>
        </p:nvSpPr>
        <p:spPr>
          <a:xfrm>
            <a:off x="1309255" y="2098964"/>
            <a:ext cx="184731" cy="477054"/>
          </a:xfrm>
          <a:prstGeom prst="rect">
            <a:avLst/>
          </a:prstGeom>
          <a:noFill/>
        </p:spPr>
        <p:txBody>
          <a:bodyPr wrap="none" rtlCol="0">
            <a:spAutoFit/>
          </a:bodyPr>
          <a:lstStyle/>
          <a:p>
            <a:pPr algn="l"/>
            <a:endParaRPr lang="en-US" sz="2500">
              <a:latin typeface="+mj-lt"/>
            </a:endParaRPr>
          </a:p>
        </p:txBody>
      </p:sp>
    </p:spTree>
    <p:extLst>
      <p:ext uri="{BB962C8B-B14F-4D97-AF65-F5344CB8AC3E}">
        <p14:creationId xmlns:p14="http://schemas.microsoft.com/office/powerpoint/2010/main" val="109389119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 EMS ZVent">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84963" y="2076638"/>
            <a:ext cx="3439392" cy="1323439"/>
          </a:xfrm>
          <a:prstGeom prst="rect">
            <a:avLst/>
          </a:prstGeom>
        </p:spPr>
        <p:txBody>
          <a:bodyPr wrap="square" anchor="ctr" anchorCtr="0">
            <a:spAutoFit/>
          </a:bodyPr>
          <a:lstStyle>
            <a:lvl1pPr algn="ctr">
              <a:defRPr sz="4000" b="1">
                <a:solidFill>
                  <a:schemeClr val="bg2"/>
                </a:solidFill>
              </a:defRPr>
            </a:lvl1pPr>
          </a:lstStyle>
          <a:p>
            <a:r>
              <a:rPr lang="en-US"/>
              <a:t>HEADLINE GOES HERE</a:t>
            </a:r>
          </a:p>
        </p:txBody>
      </p:sp>
      <p:sp>
        <p:nvSpPr>
          <p:cNvPr id="12" name="Text Placeholder 11">
            <a:extLst>
              <a:ext uri="{FF2B5EF4-FFF2-40B4-BE49-F238E27FC236}">
                <a16:creationId xmlns:a16="http://schemas.microsoft.com/office/drawing/2014/main" id="{702BC52A-B81B-504E-B5F9-E05F1A2C40B5}"/>
              </a:ext>
            </a:extLst>
          </p:cNvPr>
          <p:cNvSpPr>
            <a:spLocks noGrp="1"/>
          </p:cNvSpPr>
          <p:nvPr>
            <p:ph type="body" sz="quarter" idx="10" hasCustomPrompt="1"/>
          </p:nvPr>
        </p:nvSpPr>
        <p:spPr>
          <a:xfrm>
            <a:off x="4384963" y="3965276"/>
            <a:ext cx="3439392" cy="400110"/>
          </a:xfrm>
          <a:prstGeom prst="rect">
            <a:avLst/>
          </a:prstGeom>
        </p:spPr>
        <p:txBody>
          <a:bodyPr wrap="square" anchor="ctr" anchorCtr="0">
            <a:spAutoFit/>
          </a:bodyPr>
          <a:lstStyle>
            <a:lvl1pPr algn="ctr">
              <a:buNone/>
              <a:defRPr>
                <a:solidFill>
                  <a:schemeClr val="bg2"/>
                </a:solidFill>
              </a:defRPr>
            </a:lvl1pPr>
          </a:lstStyle>
          <a:p>
            <a:pPr lvl="0"/>
            <a:r>
              <a:rPr lang="en-US"/>
              <a:t>SUBHEADLINE</a:t>
            </a:r>
          </a:p>
        </p:txBody>
      </p:sp>
      <p:sp>
        <p:nvSpPr>
          <p:cNvPr id="4" name="TextBox 3">
            <a:extLst>
              <a:ext uri="{FF2B5EF4-FFF2-40B4-BE49-F238E27FC236}">
                <a16:creationId xmlns:a16="http://schemas.microsoft.com/office/drawing/2014/main" id="{40B06813-BDAD-6842-83A8-7240BA88E239}"/>
              </a:ext>
            </a:extLst>
          </p:cNvPr>
          <p:cNvSpPr txBox="1"/>
          <p:nvPr/>
        </p:nvSpPr>
        <p:spPr>
          <a:xfrm>
            <a:off x="1309255" y="2098964"/>
            <a:ext cx="184731" cy="477054"/>
          </a:xfrm>
          <a:prstGeom prst="rect">
            <a:avLst/>
          </a:prstGeom>
          <a:noFill/>
        </p:spPr>
        <p:txBody>
          <a:bodyPr wrap="none" rtlCol="0">
            <a:spAutoFit/>
          </a:bodyPr>
          <a:lstStyle/>
          <a:p>
            <a:pPr algn="l"/>
            <a:endParaRPr lang="en-US" sz="2500">
              <a:latin typeface="+mj-lt"/>
            </a:endParaRPr>
          </a:p>
        </p:txBody>
      </p:sp>
    </p:spTree>
    <p:extLst>
      <p:ext uri="{BB962C8B-B14F-4D97-AF65-F5344CB8AC3E}">
        <p14:creationId xmlns:p14="http://schemas.microsoft.com/office/powerpoint/2010/main" val="140556748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Divider - Public Safety 2">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84963" y="2076638"/>
            <a:ext cx="3439392" cy="1323439"/>
          </a:xfrm>
          <a:prstGeom prst="rect">
            <a:avLst/>
          </a:prstGeom>
        </p:spPr>
        <p:txBody>
          <a:bodyPr wrap="square" anchor="ctr" anchorCtr="0">
            <a:spAutoFit/>
          </a:bodyPr>
          <a:lstStyle>
            <a:lvl1pPr algn="ctr">
              <a:defRPr sz="4000" b="1">
                <a:solidFill>
                  <a:schemeClr val="bg2"/>
                </a:solidFill>
              </a:defRPr>
            </a:lvl1pPr>
          </a:lstStyle>
          <a:p>
            <a:r>
              <a:rPr lang="en-US"/>
              <a:t>HEADLINE GOES HERE</a:t>
            </a:r>
          </a:p>
        </p:txBody>
      </p:sp>
      <p:sp>
        <p:nvSpPr>
          <p:cNvPr id="12" name="Text Placeholder 11">
            <a:extLst>
              <a:ext uri="{FF2B5EF4-FFF2-40B4-BE49-F238E27FC236}">
                <a16:creationId xmlns:a16="http://schemas.microsoft.com/office/drawing/2014/main" id="{702BC52A-B81B-504E-B5F9-E05F1A2C40B5}"/>
              </a:ext>
            </a:extLst>
          </p:cNvPr>
          <p:cNvSpPr>
            <a:spLocks noGrp="1"/>
          </p:cNvSpPr>
          <p:nvPr>
            <p:ph type="body" sz="quarter" idx="10" hasCustomPrompt="1"/>
          </p:nvPr>
        </p:nvSpPr>
        <p:spPr>
          <a:xfrm>
            <a:off x="4384963" y="3965276"/>
            <a:ext cx="3439392" cy="400110"/>
          </a:xfrm>
          <a:prstGeom prst="rect">
            <a:avLst/>
          </a:prstGeom>
        </p:spPr>
        <p:txBody>
          <a:bodyPr wrap="square" anchor="ctr" anchorCtr="0">
            <a:spAutoFit/>
          </a:bodyPr>
          <a:lstStyle>
            <a:lvl1pPr algn="ctr">
              <a:buNone/>
              <a:defRPr>
                <a:solidFill>
                  <a:schemeClr val="bg2"/>
                </a:solidFill>
              </a:defRPr>
            </a:lvl1pPr>
          </a:lstStyle>
          <a:p>
            <a:pPr lvl="0"/>
            <a:r>
              <a:rPr lang="en-US"/>
              <a:t>SUBHEADLINE</a:t>
            </a:r>
          </a:p>
        </p:txBody>
      </p:sp>
      <p:sp>
        <p:nvSpPr>
          <p:cNvPr id="4" name="TextBox 3">
            <a:extLst>
              <a:ext uri="{FF2B5EF4-FFF2-40B4-BE49-F238E27FC236}">
                <a16:creationId xmlns:a16="http://schemas.microsoft.com/office/drawing/2014/main" id="{40B06813-BDAD-6842-83A8-7240BA88E239}"/>
              </a:ext>
            </a:extLst>
          </p:cNvPr>
          <p:cNvSpPr txBox="1"/>
          <p:nvPr/>
        </p:nvSpPr>
        <p:spPr>
          <a:xfrm>
            <a:off x="1309255" y="2098964"/>
            <a:ext cx="184731" cy="477054"/>
          </a:xfrm>
          <a:prstGeom prst="rect">
            <a:avLst/>
          </a:prstGeom>
          <a:noFill/>
        </p:spPr>
        <p:txBody>
          <a:bodyPr wrap="none" rtlCol="0">
            <a:spAutoFit/>
          </a:bodyPr>
          <a:lstStyle/>
          <a:p>
            <a:pPr algn="l"/>
            <a:endParaRPr lang="en-US" sz="2500">
              <a:latin typeface="+mj-lt"/>
            </a:endParaRPr>
          </a:p>
        </p:txBody>
      </p:sp>
    </p:spTree>
    <p:extLst>
      <p:ext uri="{BB962C8B-B14F-4D97-AF65-F5344CB8AC3E}">
        <p14:creationId xmlns:p14="http://schemas.microsoft.com/office/powerpoint/2010/main" val="30366030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202465C-40B3-AF2C-BED1-AD932A9EA6EF}"/>
              </a:ext>
            </a:extLst>
          </p:cNvPr>
          <p:cNvSpPr>
            <a:spLocks noGrp="1" noChangeArrowheads="1"/>
          </p:cNvSpPr>
          <p:nvPr>
            <p:ph type="title"/>
          </p:nvPr>
        </p:nvSpPr>
        <p:spPr bwMode="auto">
          <a:xfrm>
            <a:off x="425450" y="266700"/>
            <a:ext cx="11266364"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p>
            <a:pPr lvl="0"/>
            <a:r>
              <a:rPr lang="en-US" altLang="en-US"/>
              <a:t>Click to edit Master title style</a:t>
            </a:r>
          </a:p>
        </p:txBody>
      </p:sp>
      <p:sp>
        <p:nvSpPr>
          <p:cNvPr id="3" name="Rectangle 17">
            <a:extLst>
              <a:ext uri="{FF2B5EF4-FFF2-40B4-BE49-F238E27FC236}">
                <a16:creationId xmlns:a16="http://schemas.microsoft.com/office/drawing/2014/main" id="{4F38E6F7-59B8-B814-A4C1-97B3113D40AD}"/>
              </a:ext>
            </a:extLst>
          </p:cNvPr>
          <p:cNvSpPr>
            <a:spLocks noGrp="1" noChangeArrowheads="1"/>
          </p:cNvSpPr>
          <p:nvPr>
            <p:ph idx="1"/>
          </p:nvPr>
        </p:nvSpPr>
        <p:spPr bwMode="auto">
          <a:xfrm>
            <a:off x="425450" y="1143000"/>
            <a:ext cx="11266364" cy="456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26372287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79ADA80E-1C26-E745-8142-AD27EA2A6779}"/>
              </a:ext>
            </a:extLst>
          </p:cNvPr>
          <p:cNvSpPr>
            <a:spLocks noGrp="1"/>
          </p:cNvSpPr>
          <p:nvPr>
            <p:ph sz="half" idx="1"/>
          </p:nvPr>
        </p:nvSpPr>
        <p:spPr>
          <a:xfrm>
            <a:off x="425450" y="1166018"/>
            <a:ext cx="55689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2">
            <a:extLst>
              <a:ext uri="{FF2B5EF4-FFF2-40B4-BE49-F238E27FC236}">
                <a16:creationId xmlns:a16="http://schemas.microsoft.com/office/drawing/2014/main" id="{D664CE77-B237-88F9-8DEF-822367A1460D}"/>
              </a:ext>
            </a:extLst>
          </p:cNvPr>
          <p:cNvSpPr>
            <a:spLocks noGrp="1" noChangeArrowheads="1"/>
          </p:cNvSpPr>
          <p:nvPr>
            <p:ph type="title"/>
          </p:nvPr>
        </p:nvSpPr>
        <p:spPr bwMode="auto">
          <a:xfrm>
            <a:off x="425450" y="266700"/>
            <a:ext cx="11266364"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p>
            <a:pPr lvl="0"/>
            <a:r>
              <a:rPr lang="en-US" altLang="en-US"/>
              <a:t>Click to edit Master title style</a:t>
            </a:r>
          </a:p>
        </p:txBody>
      </p:sp>
    </p:spTree>
    <p:extLst>
      <p:ext uri="{BB962C8B-B14F-4D97-AF65-F5344CB8AC3E}">
        <p14:creationId xmlns:p14="http://schemas.microsoft.com/office/powerpoint/2010/main" val="34661254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4A0213F1-D037-1643-8711-13A10770CDFA}"/>
              </a:ext>
            </a:extLst>
          </p:cNvPr>
          <p:cNvSpPr>
            <a:spLocks noGrp="1"/>
          </p:cNvSpPr>
          <p:nvPr>
            <p:ph type="body" idx="1"/>
          </p:nvPr>
        </p:nvSpPr>
        <p:spPr>
          <a:xfrm>
            <a:off x="425450" y="998290"/>
            <a:ext cx="557106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3">
            <a:extLst>
              <a:ext uri="{FF2B5EF4-FFF2-40B4-BE49-F238E27FC236}">
                <a16:creationId xmlns:a16="http://schemas.microsoft.com/office/drawing/2014/main" id="{77215045-C48B-3D4E-ACCE-266EFF4C6601}"/>
              </a:ext>
            </a:extLst>
          </p:cNvPr>
          <p:cNvSpPr>
            <a:spLocks noGrp="1"/>
          </p:cNvSpPr>
          <p:nvPr>
            <p:ph sz="half" idx="2"/>
          </p:nvPr>
        </p:nvSpPr>
        <p:spPr>
          <a:xfrm>
            <a:off x="425450" y="1638052"/>
            <a:ext cx="557106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hart Placeholder 10">
            <a:extLst>
              <a:ext uri="{FF2B5EF4-FFF2-40B4-BE49-F238E27FC236}">
                <a16:creationId xmlns:a16="http://schemas.microsoft.com/office/drawing/2014/main" id="{6DBA303A-4F3C-9147-8A26-801BE537C576}"/>
              </a:ext>
            </a:extLst>
          </p:cNvPr>
          <p:cNvSpPr>
            <a:spLocks noGrp="1"/>
          </p:cNvSpPr>
          <p:nvPr>
            <p:ph type="chart" sz="quarter" idx="10"/>
          </p:nvPr>
        </p:nvSpPr>
        <p:spPr>
          <a:xfrm>
            <a:off x="6567488" y="1417390"/>
            <a:ext cx="4311650" cy="3760787"/>
          </a:xfrm>
        </p:spPr>
        <p:txBody>
          <a:bodyPr/>
          <a:lstStyle/>
          <a:p>
            <a:r>
              <a:rPr lang="en-US"/>
              <a:t>Click icon to add chart</a:t>
            </a:r>
          </a:p>
        </p:txBody>
      </p:sp>
      <p:sp>
        <p:nvSpPr>
          <p:cNvPr id="2" name="Rectangle 2">
            <a:extLst>
              <a:ext uri="{FF2B5EF4-FFF2-40B4-BE49-F238E27FC236}">
                <a16:creationId xmlns:a16="http://schemas.microsoft.com/office/drawing/2014/main" id="{31E1DFA3-E881-2D64-E48C-C7C4F996C46C}"/>
              </a:ext>
            </a:extLst>
          </p:cNvPr>
          <p:cNvSpPr>
            <a:spLocks noGrp="1" noChangeArrowheads="1"/>
          </p:cNvSpPr>
          <p:nvPr>
            <p:ph type="title"/>
          </p:nvPr>
        </p:nvSpPr>
        <p:spPr bwMode="auto">
          <a:xfrm>
            <a:off x="425450" y="266700"/>
            <a:ext cx="11266364"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p>
            <a:pPr lvl="0"/>
            <a:r>
              <a:rPr lang="en-US" altLang="en-US"/>
              <a:t>Click to edit Master title style</a:t>
            </a:r>
          </a:p>
        </p:txBody>
      </p:sp>
    </p:spTree>
    <p:extLst>
      <p:ext uri="{BB962C8B-B14F-4D97-AF65-F5344CB8AC3E}">
        <p14:creationId xmlns:p14="http://schemas.microsoft.com/office/powerpoint/2010/main" val="1905490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75395B9-1FA2-5547-AE73-284A39CC21CB}"/>
              </a:ext>
            </a:extLst>
          </p:cNvPr>
          <p:cNvSpPr>
            <a:spLocks noGrp="1"/>
          </p:cNvSpPr>
          <p:nvPr>
            <p:ph idx="1"/>
          </p:nvPr>
        </p:nvSpPr>
        <p:spPr>
          <a:xfrm>
            <a:off x="425450" y="1135195"/>
            <a:ext cx="11266364" cy="1913357"/>
          </a:xfrm>
        </p:spPr>
        <p:txBody>
          <a:bodyPr/>
          <a:lstStyle/>
          <a:p>
            <a:pPr marL="0" lvl="0" indent="0">
              <a:buNone/>
            </a:pPr>
            <a:r>
              <a:rPr lang="en-US" sz="2800"/>
              <a:t>Click to edit Master text styles</a:t>
            </a:r>
          </a:p>
        </p:txBody>
      </p:sp>
      <p:sp>
        <p:nvSpPr>
          <p:cNvPr id="2" name="Rectangle 2">
            <a:extLst>
              <a:ext uri="{FF2B5EF4-FFF2-40B4-BE49-F238E27FC236}">
                <a16:creationId xmlns:a16="http://schemas.microsoft.com/office/drawing/2014/main" id="{23CE9CC0-85EB-1816-F23A-7ED469475280}"/>
              </a:ext>
            </a:extLst>
          </p:cNvPr>
          <p:cNvSpPr>
            <a:spLocks noGrp="1" noChangeArrowheads="1"/>
          </p:cNvSpPr>
          <p:nvPr>
            <p:ph type="title"/>
          </p:nvPr>
        </p:nvSpPr>
        <p:spPr bwMode="auto">
          <a:xfrm>
            <a:off x="425450" y="266700"/>
            <a:ext cx="11266364"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p>
            <a:pPr lvl="0"/>
            <a:r>
              <a:rPr lang="en-US" altLang="en-US"/>
              <a:t>Click to edit Master title style</a:t>
            </a:r>
          </a:p>
        </p:txBody>
      </p:sp>
    </p:spTree>
    <p:extLst>
      <p:ext uri="{BB962C8B-B14F-4D97-AF65-F5344CB8AC3E}">
        <p14:creationId xmlns:p14="http://schemas.microsoft.com/office/powerpoint/2010/main" val="3428346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74654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872303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287558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66700"/>
            <a:ext cx="10972800" cy="11811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600" y="1600200"/>
            <a:ext cx="10972800" cy="480060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10308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28601"/>
            <a:ext cx="2743200" cy="5745163"/>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28601"/>
            <a:ext cx="8026400" cy="57451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93709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8498EFC7-4C56-F848-BD23-F6F14FCD5EDA}"/>
              </a:ext>
            </a:extLst>
          </p:cNvPr>
          <p:cNvSpPr>
            <a:spLocks noGrp="1"/>
          </p:cNvSpPr>
          <p:nvPr>
            <p:ph type="body" sz="half" idx="1"/>
          </p:nvPr>
        </p:nvSpPr>
        <p:spPr>
          <a:xfrm>
            <a:off x="425450" y="1041401"/>
            <a:ext cx="556895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D01557D8-205F-3447-B8E3-812FE4837F9A}"/>
              </a:ext>
            </a:extLst>
          </p:cNvPr>
          <p:cNvSpPr>
            <a:spLocks noGrp="1"/>
          </p:cNvSpPr>
          <p:nvPr>
            <p:ph sz="half" idx="2"/>
          </p:nvPr>
        </p:nvSpPr>
        <p:spPr>
          <a:xfrm>
            <a:off x="6197602" y="1041401"/>
            <a:ext cx="549421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2">
            <a:extLst>
              <a:ext uri="{FF2B5EF4-FFF2-40B4-BE49-F238E27FC236}">
                <a16:creationId xmlns:a16="http://schemas.microsoft.com/office/drawing/2014/main" id="{816412F6-DBE9-2A5E-2373-2310EB404F3A}"/>
              </a:ext>
            </a:extLst>
          </p:cNvPr>
          <p:cNvSpPr>
            <a:spLocks noGrp="1" noChangeArrowheads="1"/>
          </p:cNvSpPr>
          <p:nvPr>
            <p:ph type="title"/>
          </p:nvPr>
        </p:nvSpPr>
        <p:spPr bwMode="auto">
          <a:xfrm>
            <a:off x="425450" y="266700"/>
            <a:ext cx="11266364"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p>
            <a:pPr lvl="0"/>
            <a:r>
              <a:rPr lang="en-US" altLang="en-US"/>
              <a:t>Click to edit Master title style</a:t>
            </a:r>
          </a:p>
        </p:txBody>
      </p:sp>
    </p:spTree>
    <p:extLst>
      <p:ext uri="{BB962C8B-B14F-4D97-AF65-F5344CB8AC3E}">
        <p14:creationId xmlns:p14="http://schemas.microsoft.com/office/powerpoint/2010/main" val="8581196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clusi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81522-5E2F-F14A-AA49-9AF614BF1DB7}"/>
              </a:ext>
            </a:extLst>
          </p:cNvPr>
          <p:cNvSpPr>
            <a:spLocks noGrp="1"/>
          </p:cNvSpPr>
          <p:nvPr>
            <p:ph type="title" hasCustomPrompt="1"/>
          </p:nvPr>
        </p:nvSpPr>
        <p:spPr>
          <a:xfrm>
            <a:off x="609600" y="3172691"/>
            <a:ext cx="10972800" cy="1181100"/>
          </a:xfrm>
          <a:prstGeom prst="rect">
            <a:avLst/>
          </a:prstGeom>
        </p:spPr>
        <p:txBody>
          <a:bodyPr>
            <a:normAutofit/>
          </a:bodyPr>
          <a:lstStyle>
            <a:lvl1pPr algn="ctr">
              <a:defRPr sz="4400" b="0"/>
            </a:lvl1pPr>
          </a:lstStyle>
          <a:p>
            <a:r>
              <a:rPr lang="en-US"/>
              <a:t>Questions?</a:t>
            </a:r>
          </a:p>
        </p:txBody>
      </p:sp>
      <p:sp>
        <p:nvSpPr>
          <p:cNvPr id="3" name="Title 1">
            <a:extLst>
              <a:ext uri="{FF2B5EF4-FFF2-40B4-BE49-F238E27FC236}">
                <a16:creationId xmlns:a16="http://schemas.microsoft.com/office/drawing/2014/main" id="{C49218D6-E949-9448-B3F4-84BC3FE51F88}"/>
              </a:ext>
            </a:extLst>
          </p:cNvPr>
          <p:cNvSpPr txBox="1">
            <a:spLocks/>
          </p:cNvSpPr>
          <p:nvPr/>
        </p:nvSpPr>
        <p:spPr bwMode="auto">
          <a:xfrm>
            <a:off x="609600" y="1603664"/>
            <a:ext cx="10972800"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a:bodyPr>
          <a:lstStyle>
            <a:lvl1pPr algn="ctr" rtl="0" eaLnBrk="0" fontAlgn="base" hangingPunct="0">
              <a:spcBef>
                <a:spcPct val="0"/>
              </a:spcBef>
              <a:spcAft>
                <a:spcPct val="0"/>
              </a:spcAft>
              <a:defRPr sz="5400" b="1" baseline="0">
                <a:solidFill>
                  <a:srgbClr val="0487C9"/>
                </a:solidFill>
                <a:latin typeface="Century Gothic Bold" charset="0"/>
                <a:ea typeface="MS PGothic" panose="020B0600070205080204" pitchFamily="34" charset="-128"/>
                <a:cs typeface="Geneva" charset="-128"/>
              </a:defRPr>
            </a:lvl1pPr>
            <a:lvl2pPr algn="l" rtl="0" eaLnBrk="0" fontAlgn="base" hangingPunct="0">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2pPr>
            <a:lvl3pPr algn="l" rtl="0" eaLnBrk="0" fontAlgn="base" hangingPunct="0">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3pPr>
            <a:lvl4pPr algn="l" rtl="0" eaLnBrk="0" fontAlgn="base" hangingPunct="0">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4pPr>
            <a:lvl5pPr algn="l" rtl="0" eaLnBrk="0" fontAlgn="base" hangingPunct="0">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5pPr>
            <a:lvl6pPr marL="457200" algn="l" rtl="0" eaLnBrk="1" fontAlgn="base" hangingPunct="1">
              <a:spcBef>
                <a:spcPct val="0"/>
              </a:spcBef>
              <a:spcAft>
                <a:spcPct val="0"/>
              </a:spcAft>
              <a:defRPr sz="3600" b="1">
                <a:solidFill>
                  <a:srgbClr val="0487C9"/>
                </a:solidFill>
                <a:latin typeface="Arial" charset="0"/>
              </a:defRPr>
            </a:lvl6pPr>
            <a:lvl7pPr marL="914400" algn="l" rtl="0" eaLnBrk="1" fontAlgn="base" hangingPunct="1">
              <a:spcBef>
                <a:spcPct val="0"/>
              </a:spcBef>
              <a:spcAft>
                <a:spcPct val="0"/>
              </a:spcAft>
              <a:defRPr sz="3600" b="1">
                <a:solidFill>
                  <a:srgbClr val="0487C9"/>
                </a:solidFill>
                <a:latin typeface="Arial" charset="0"/>
              </a:defRPr>
            </a:lvl7pPr>
            <a:lvl8pPr marL="1371600" algn="l" rtl="0" eaLnBrk="1" fontAlgn="base" hangingPunct="1">
              <a:spcBef>
                <a:spcPct val="0"/>
              </a:spcBef>
              <a:spcAft>
                <a:spcPct val="0"/>
              </a:spcAft>
              <a:defRPr sz="3600" b="1">
                <a:solidFill>
                  <a:srgbClr val="0487C9"/>
                </a:solidFill>
                <a:latin typeface="Arial" charset="0"/>
              </a:defRPr>
            </a:lvl8pPr>
            <a:lvl9pPr marL="1828800" algn="l" rtl="0" eaLnBrk="1" fontAlgn="base" hangingPunct="1">
              <a:spcBef>
                <a:spcPct val="0"/>
              </a:spcBef>
              <a:spcAft>
                <a:spcPct val="0"/>
              </a:spcAft>
              <a:defRPr sz="3600" b="1">
                <a:solidFill>
                  <a:srgbClr val="0487C9"/>
                </a:solidFill>
                <a:latin typeface="Arial" charset="0"/>
              </a:defRPr>
            </a:lvl9pPr>
          </a:lstStyle>
          <a:p>
            <a:r>
              <a:rPr lang="en-US" kern="0"/>
              <a:t>THANK YOU</a:t>
            </a:r>
          </a:p>
        </p:txBody>
      </p:sp>
      <p:sp>
        <p:nvSpPr>
          <p:cNvPr id="4" name="Title 1">
            <a:extLst>
              <a:ext uri="{FF2B5EF4-FFF2-40B4-BE49-F238E27FC236}">
                <a16:creationId xmlns:a16="http://schemas.microsoft.com/office/drawing/2014/main" id="{4DF230CF-AA87-914F-8AE7-DC7CC7EEDE77}"/>
              </a:ext>
            </a:extLst>
          </p:cNvPr>
          <p:cNvSpPr txBox="1">
            <a:spLocks/>
          </p:cNvSpPr>
          <p:nvPr/>
        </p:nvSpPr>
        <p:spPr bwMode="auto">
          <a:xfrm>
            <a:off x="3498272" y="5493327"/>
            <a:ext cx="5195455" cy="782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4400" b="0" baseline="0">
                <a:solidFill>
                  <a:srgbClr val="0487C9"/>
                </a:solidFill>
                <a:latin typeface="Century Gothic Bold" charset="0"/>
                <a:ea typeface="MS PGothic" panose="020B0600070205080204" pitchFamily="34" charset="-128"/>
                <a:cs typeface="Geneva" charset="-128"/>
              </a:defRPr>
            </a:lvl1pPr>
            <a:lvl2pPr algn="l" rtl="0" eaLnBrk="0" fontAlgn="base" hangingPunct="0">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2pPr>
            <a:lvl3pPr algn="l" rtl="0" eaLnBrk="0" fontAlgn="base" hangingPunct="0">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3pPr>
            <a:lvl4pPr algn="l" rtl="0" eaLnBrk="0" fontAlgn="base" hangingPunct="0">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4pPr>
            <a:lvl5pPr algn="l" rtl="0" eaLnBrk="0" fontAlgn="base" hangingPunct="0">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5pPr>
            <a:lvl6pPr marL="457200" algn="l" rtl="0" eaLnBrk="1" fontAlgn="base" hangingPunct="1">
              <a:spcBef>
                <a:spcPct val="0"/>
              </a:spcBef>
              <a:spcAft>
                <a:spcPct val="0"/>
              </a:spcAft>
              <a:defRPr sz="3600" b="1">
                <a:solidFill>
                  <a:srgbClr val="0487C9"/>
                </a:solidFill>
                <a:latin typeface="Arial" charset="0"/>
              </a:defRPr>
            </a:lvl6pPr>
            <a:lvl7pPr marL="914400" algn="l" rtl="0" eaLnBrk="1" fontAlgn="base" hangingPunct="1">
              <a:spcBef>
                <a:spcPct val="0"/>
              </a:spcBef>
              <a:spcAft>
                <a:spcPct val="0"/>
              </a:spcAft>
              <a:defRPr sz="3600" b="1">
                <a:solidFill>
                  <a:srgbClr val="0487C9"/>
                </a:solidFill>
                <a:latin typeface="Arial" charset="0"/>
              </a:defRPr>
            </a:lvl7pPr>
            <a:lvl8pPr marL="1371600" algn="l" rtl="0" eaLnBrk="1" fontAlgn="base" hangingPunct="1">
              <a:spcBef>
                <a:spcPct val="0"/>
              </a:spcBef>
              <a:spcAft>
                <a:spcPct val="0"/>
              </a:spcAft>
              <a:defRPr sz="3600" b="1">
                <a:solidFill>
                  <a:srgbClr val="0487C9"/>
                </a:solidFill>
                <a:latin typeface="Arial" charset="0"/>
              </a:defRPr>
            </a:lvl8pPr>
            <a:lvl9pPr marL="1828800" algn="l" rtl="0" eaLnBrk="1" fontAlgn="base" hangingPunct="1">
              <a:spcBef>
                <a:spcPct val="0"/>
              </a:spcBef>
              <a:spcAft>
                <a:spcPct val="0"/>
              </a:spcAft>
              <a:defRPr sz="3600" b="1">
                <a:solidFill>
                  <a:srgbClr val="0487C9"/>
                </a:solidFill>
                <a:latin typeface="Arial" charset="0"/>
              </a:defRPr>
            </a:lvl9pPr>
          </a:lstStyle>
          <a:p>
            <a:r>
              <a:rPr lang="en-US" sz="1100" b="0" i="0" kern="1200" baseline="0">
                <a:solidFill>
                  <a:srgbClr val="0487C9"/>
                </a:solidFill>
                <a:effectLst/>
                <a:latin typeface="Century Gothic Bold" charset="0"/>
                <a:ea typeface="MS PGothic" panose="020B0600070205080204" pitchFamily="34" charset="-128"/>
                <a:cs typeface="Geneva" charset="-128"/>
              </a:rPr>
              <a:t>© 2023 ZOLL Medical Corporation</a:t>
            </a:r>
            <a:br>
              <a:rPr lang="en-US" sz="1100"/>
            </a:br>
            <a:r>
              <a:rPr lang="en-US" sz="1100" b="0" i="0" kern="1200" baseline="0">
                <a:solidFill>
                  <a:srgbClr val="0487C9"/>
                </a:solidFill>
                <a:effectLst/>
                <a:latin typeface="Century Gothic Bold" charset="0"/>
                <a:ea typeface="MS PGothic" panose="020B0600070205080204" pitchFamily="34" charset="-128"/>
                <a:cs typeface="Geneva" charset="-128"/>
              </a:rPr>
              <a:t>All rights reserved.</a:t>
            </a:r>
            <a:endParaRPr lang="en-US" sz="1100" kern="0"/>
          </a:p>
        </p:txBody>
      </p:sp>
    </p:spTree>
    <p:extLst>
      <p:ext uri="{BB962C8B-B14F-4D97-AF65-F5344CB8AC3E}">
        <p14:creationId xmlns:p14="http://schemas.microsoft.com/office/powerpoint/2010/main" val="39056339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35B87-19AC-B8BB-0A4A-21CBE24B75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EE624C-6B8F-8CAD-6B70-AD76FA539E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219984-7EB8-5986-9C4B-A0CF279A6545}"/>
              </a:ext>
            </a:extLst>
          </p:cNvPr>
          <p:cNvSpPr>
            <a:spLocks noGrp="1"/>
          </p:cNvSpPr>
          <p:nvPr>
            <p:ph type="dt" sz="half" idx="10"/>
          </p:nvPr>
        </p:nvSpPr>
        <p:spPr/>
        <p:txBody>
          <a:bodyPr/>
          <a:lstStyle/>
          <a:p>
            <a:fld id="{D3E524E8-2829-4E66-832A-729E16C75A23}" type="datetimeFigureOut">
              <a:rPr lang="en-US" smtClean="0"/>
              <a:t>3/27/2026</a:t>
            </a:fld>
            <a:endParaRPr lang="en-US"/>
          </a:p>
        </p:txBody>
      </p:sp>
      <p:sp>
        <p:nvSpPr>
          <p:cNvPr id="5" name="Footer Placeholder 4">
            <a:extLst>
              <a:ext uri="{FF2B5EF4-FFF2-40B4-BE49-F238E27FC236}">
                <a16:creationId xmlns:a16="http://schemas.microsoft.com/office/drawing/2014/main" id="{48CC6001-1206-9659-D8CA-42D6AD8F5F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0D6F02-E447-825D-1B22-F6337C226FB4}"/>
              </a:ext>
            </a:extLst>
          </p:cNvPr>
          <p:cNvSpPr>
            <a:spLocks noGrp="1"/>
          </p:cNvSpPr>
          <p:nvPr>
            <p:ph type="sldNum" sz="quarter" idx="12"/>
          </p:nvPr>
        </p:nvSpPr>
        <p:spPr/>
        <p:txBody>
          <a:bodyPr/>
          <a:lstStyle/>
          <a:p>
            <a:fld id="{C6A4796D-7750-4A26-ADC3-A03C05007CD7}" type="slidenum">
              <a:rPr lang="en-US" smtClean="0"/>
              <a:t>‹#›</a:t>
            </a:fld>
            <a:endParaRPr lang="en-US"/>
          </a:p>
        </p:txBody>
      </p:sp>
    </p:spTree>
    <p:extLst>
      <p:ext uri="{BB962C8B-B14F-4D97-AF65-F5344CB8AC3E}">
        <p14:creationId xmlns:p14="http://schemas.microsoft.com/office/powerpoint/2010/main" val="2401144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4"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29" name="TextBox 36"/>
          <p:cNvSpPr txBox="1">
            <a:spLocks noChangeArrowheads="1"/>
          </p:cNvSpPr>
          <p:nvPr/>
        </p:nvSpPr>
        <p:spPr bwMode="auto">
          <a:xfrm>
            <a:off x="11251095" y="6550699"/>
            <a:ext cx="440719"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MS PGothic" pitchFamily="34" charset="-128"/>
              </a:defRPr>
            </a:lvl1pPr>
            <a:lvl2pPr marL="742950" indent="-285750">
              <a:defRPr>
                <a:solidFill>
                  <a:schemeClr val="tx1"/>
                </a:solidFill>
                <a:latin typeface="Arial" pitchFamily="34" charset="0"/>
                <a:ea typeface="MS PGothic" pitchFamily="34" charset="-128"/>
              </a:defRPr>
            </a:lvl2pPr>
            <a:lvl3pPr marL="1143000" indent="-228600">
              <a:defRPr>
                <a:solidFill>
                  <a:schemeClr val="tx1"/>
                </a:solidFill>
                <a:latin typeface="Arial" pitchFamily="34" charset="0"/>
                <a:ea typeface="MS PGothic" pitchFamily="34" charset="-128"/>
              </a:defRPr>
            </a:lvl3pPr>
            <a:lvl4pPr marL="1600200" indent="-228600">
              <a:defRPr>
                <a:solidFill>
                  <a:schemeClr val="tx1"/>
                </a:solidFill>
                <a:latin typeface="Arial" pitchFamily="34" charset="0"/>
                <a:ea typeface="MS PGothic" pitchFamily="34" charset="-128"/>
              </a:defRPr>
            </a:lvl4pPr>
            <a:lvl5pPr marL="2057400" indent="-228600">
              <a:defRPr>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Arial" pitchFamily="34" charset="0"/>
                <a:ea typeface="MS PGothic" pitchFamily="34" charset="-128"/>
              </a:defRPr>
            </a:lvl9pPr>
          </a:lstStyle>
          <a:p>
            <a:pPr algn="ctr"/>
            <a:fld id="{AF57D348-581F-4DD2-8FCA-812F48EB842A}" type="slidenum">
              <a:rPr lang="en-US" altLang="en-US" sz="1200" b="1" i="0" baseline="0">
                <a:solidFill>
                  <a:srgbClr val="018CD2"/>
                </a:solidFill>
                <a:latin typeface="Tw Cen MT" pitchFamily="34" charset="0"/>
              </a:rPr>
              <a:pPr algn="ctr"/>
              <a:t>‹#›</a:t>
            </a:fld>
            <a:endParaRPr lang="en-US" altLang="en-US" sz="1200" b="1" i="0" baseline="0">
              <a:solidFill>
                <a:srgbClr val="018CD2"/>
              </a:solidFill>
              <a:latin typeface="Tw Cen MT" pitchFamily="34" charset="0"/>
            </a:endParaRPr>
          </a:p>
        </p:txBody>
      </p:sp>
      <p:sp>
        <p:nvSpPr>
          <p:cNvPr id="6" name="Rectangle 2">
            <a:extLst>
              <a:ext uri="{FF2B5EF4-FFF2-40B4-BE49-F238E27FC236}">
                <a16:creationId xmlns:a16="http://schemas.microsoft.com/office/drawing/2014/main" id="{9EAD74A7-AA24-F141-A880-4DA6EB2AD6B8}"/>
              </a:ext>
            </a:extLst>
          </p:cNvPr>
          <p:cNvSpPr>
            <a:spLocks noGrp="1" noChangeArrowheads="1"/>
          </p:cNvSpPr>
          <p:nvPr>
            <p:ph type="title"/>
          </p:nvPr>
        </p:nvSpPr>
        <p:spPr bwMode="auto">
          <a:xfrm>
            <a:off x="425450" y="266700"/>
            <a:ext cx="11266364"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p>
            <a:pPr lvl="0"/>
            <a:r>
              <a:rPr lang="en-US" altLang="en-US"/>
              <a:t>Click to edit Master title style</a:t>
            </a:r>
          </a:p>
        </p:txBody>
      </p:sp>
      <p:sp>
        <p:nvSpPr>
          <p:cNvPr id="7" name="Rectangle 17">
            <a:extLst>
              <a:ext uri="{FF2B5EF4-FFF2-40B4-BE49-F238E27FC236}">
                <a16:creationId xmlns:a16="http://schemas.microsoft.com/office/drawing/2014/main" id="{E358CD7F-D10F-C946-8D29-BEBF64DA6AC9}"/>
              </a:ext>
            </a:extLst>
          </p:cNvPr>
          <p:cNvSpPr>
            <a:spLocks noGrp="1" noChangeArrowheads="1"/>
          </p:cNvSpPr>
          <p:nvPr>
            <p:ph type="body" idx="1"/>
          </p:nvPr>
        </p:nvSpPr>
        <p:spPr bwMode="auto">
          <a:xfrm>
            <a:off x="425450" y="1143000"/>
            <a:ext cx="11266364" cy="456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40884043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txStyles>
    <p:titleStyle>
      <a:lvl1pPr algn="l" rtl="0" eaLnBrk="1" fontAlgn="base" hangingPunct="1">
        <a:spcBef>
          <a:spcPct val="0"/>
        </a:spcBef>
        <a:spcAft>
          <a:spcPct val="0"/>
        </a:spcAft>
        <a:defRPr sz="4400" b="1" baseline="0">
          <a:solidFill>
            <a:srgbClr val="0487C9"/>
          </a:solidFill>
          <a:latin typeface="Century Gothic Bold" charset="0"/>
          <a:ea typeface="MS PGothic" panose="020B0600070205080204" pitchFamily="34" charset="-128"/>
          <a:cs typeface="Geneva" charset="-128"/>
        </a:defRPr>
      </a:lvl1pPr>
      <a:lvl2pPr algn="l" rtl="0" eaLnBrk="1" fontAlgn="base" hangingPunct="1">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2pPr>
      <a:lvl3pPr algn="l" rtl="0" eaLnBrk="1" fontAlgn="base" hangingPunct="1">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3pPr>
      <a:lvl4pPr algn="l" rtl="0" eaLnBrk="1" fontAlgn="base" hangingPunct="1">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4pPr>
      <a:lvl5pPr algn="l" rtl="0" eaLnBrk="1" fontAlgn="base" hangingPunct="1">
        <a:spcBef>
          <a:spcPct val="0"/>
        </a:spcBef>
        <a:spcAft>
          <a:spcPct val="0"/>
        </a:spcAft>
        <a:defRPr sz="3600" b="1">
          <a:solidFill>
            <a:srgbClr val="0487C9"/>
          </a:solidFill>
          <a:latin typeface="Tw Cen MT" panose="020B0602020104020603" pitchFamily="34" charset="0"/>
          <a:ea typeface="MS PGothic" panose="020B0600070205080204" pitchFamily="34" charset="-128"/>
          <a:cs typeface="Geneva" charset="-128"/>
        </a:defRPr>
      </a:lvl5pPr>
      <a:lvl6pPr marL="457200" algn="l" rtl="0" eaLnBrk="1" fontAlgn="base" hangingPunct="1">
        <a:spcBef>
          <a:spcPct val="0"/>
        </a:spcBef>
        <a:spcAft>
          <a:spcPct val="0"/>
        </a:spcAft>
        <a:defRPr sz="3600" b="1">
          <a:solidFill>
            <a:srgbClr val="0487C9"/>
          </a:solidFill>
          <a:latin typeface="Arial" charset="0"/>
        </a:defRPr>
      </a:lvl6pPr>
      <a:lvl7pPr marL="914400" algn="l" rtl="0" eaLnBrk="1" fontAlgn="base" hangingPunct="1">
        <a:spcBef>
          <a:spcPct val="0"/>
        </a:spcBef>
        <a:spcAft>
          <a:spcPct val="0"/>
        </a:spcAft>
        <a:defRPr sz="3600" b="1">
          <a:solidFill>
            <a:srgbClr val="0487C9"/>
          </a:solidFill>
          <a:latin typeface="Arial" charset="0"/>
        </a:defRPr>
      </a:lvl7pPr>
      <a:lvl8pPr marL="1371600" algn="l" rtl="0" eaLnBrk="1" fontAlgn="base" hangingPunct="1">
        <a:spcBef>
          <a:spcPct val="0"/>
        </a:spcBef>
        <a:spcAft>
          <a:spcPct val="0"/>
        </a:spcAft>
        <a:defRPr sz="3600" b="1">
          <a:solidFill>
            <a:srgbClr val="0487C9"/>
          </a:solidFill>
          <a:latin typeface="Arial" charset="0"/>
        </a:defRPr>
      </a:lvl8pPr>
      <a:lvl9pPr marL="1828800" algn="l" rtl="0" eaLnBrk="1" fontAlgn="base" hangingPunct="1">
        <a:spcBef>
          <a:spcPct val="0"/>
        </a:spcBef>
        <a:spcAft>
          <a:spcPct val="0"/>
        </a:spcAft>
        <a:defRPr sz="3600" b="1">
          <a:solidFill>
            <a:srgbClr val="0487C9"/>
          </a:solidFill>
          <a:latin typeface="Arial" charset="0"/>
        </a:defRPr>
      </a:lvl9pPr>
    </p:titleStyle>
    <p:bodyStyle>
      <a:lvl1pPr marL="342900" indent="-342900" algn="l" rtl="0" eaLnBrk="1" fontAlgn="base" hangingPunct="1">
        <a:spcBef>
          <a:spcPct val="20000"/>
        </a:spcBef>
        <a:spcAft>
          <a:spcPct val="0"/>
        </a:spcAft>
        <a:buClr>
          <a:srgbClr val="0487C9"/>
        </a:buClr>
        <a:buFont typeface="Arial" pitchFamily="34" charset="0"/>
        <a:buChar char="•"/>
        <a:defRPr sz="2000" baseline="0">
          <a:solidFill>
            <a:schemeClr val="tx1"/>
          </a:solidFill>
          <a:latin typeface="Century Gothic" charset="0"/>
          <a:ea typeface="MS PGothic" panose="020B0600070205080204" pitchFamily="34" charset="-128"/>
          <a:cs typeface="Geneva" charset="-128"/>
        </a:defRPr>
      </a:lvl1pPr>
      <a:lvl2pPr marL="628650" indent="-277813" algn="l" rtl="0" eaLnBrk="1" fontAlgn="base" hangingPunct="1">
        <a:spcBef>
          <a:spcPct val="20000"/>
        </a:spcBef>
        <a:spcAft>
          <a:spcPct val="0"/>
        </a:spcAft>
        <a:buClr>
          <a:srgbClr val="0487C9"/>
        </a:buClr>
        <a:buFont typeface="Arial" pitchFamily="34" charset="0"/>
        <a:buChar char="•"/>
        <a:tabLst/>
        <a:defRPr sz="2000" baseline="0">
          <a:solidFill>
            <a:schemeClr val="tx1"/>
          </a:solidFill>
          <a:latin typeface="Century Gothic" charset="0"/>
          <a:ea typeface="Century Gothic" charset="0"/>
          <a:cs typeface="Century Gothic" charset="0"/>
        </a:defRPr>
      </a:lvl2pPr>
      <a:lvl3pPr marL="1031875" marR="0" indent="-174625" algn="l" defTabSz="914400" rtl="0" eaLnBrk="1" fontAlgn="base" latinLnBrk="0" hangingPunct="1">
        <a:lnSpc>
          <a:spcPct val="100000"/>
        </a:lnSpc>
        <a:spcBef>
          <a:spcPct val="20000"/>
        </a:spcBef>
        <a:spcAft>
          <a:spcPct val="0"/>
        </a:spcAft>
        <a:buClr>
          <a:srgbClr val="0487C9"/>
        </a:buClr>
        <a:buSzTx/>
        <a:buFont typeface="Arial" charset="0"/>
        <a:buChar char="•"/>
        <a:tabLst/>
        <a:defRPr sz="2000" baseline="0">
          <a:solidFill>
            <a:schemeClr val="tx1"/>
          </a:solidFill>
          <a:latin typeface="Century Gothic" charset="0"/>
          <a:ea typeface="Century Gothic" charset="0"/>
          <a:cs typeface="Century Gothic" charset="0"/>
        </a:defRPr>
      </a:lvl3pPr>
      <a:lvl4pPr marL="1373188" indent="-228600" algn="l" rtl="0" eaLnBrk="1" fontAlgn="base" hangingPunct="1">
        <a:spcBef>
          <a:spcPct val="20000"/>
        </a:spcBef>
        <a:spcAft>
          <a:spcPct val="0"/>
        </a:spcAft>
        <a:buClr>
          <a:srgbClr val="0487C9"/>
        </a:buClr>
        <a:buFont typeface="Arial" pitchFamily="34" charset="0"/>
        <a:buChar char="•"/>
        <a:tabLst/>
        <a:defRPr sz="1800" baseline="0">
          <a:solidFill>
            <a:schemeClr val="tx1"/>
          </a:solidFill>
          <a:latin typeface="Century Gothic" charset="0"/>
          <a:ea typeface="Century Gothic" charset="0"/>
          <a:cs typeface="Century Gothic" charset="0"/>
        </a:defRPr>
      </a:lvl4pPr>
      <a:lvl5pPr marL="1600200" indent="-227013" algn="l" rtl="0" eaLnBrk="1" fontAlgn="base" hangingPunct="1">
        <a:spcBef>
          <a:spcPct val="20000"/>
        </a:spcBef>
        <a:spcAft>
          <a:spcPct val="0"/>
        </a:spcAft>
        <a:buClr>
          <a:srgbClr val="0487C9"/>
        </a:buClr>
        <a:buFont typeface="Arial" pitchFamily="34" charset="0"/>
        <a:buChar char="•"/>
        <a:tabLst/>
        <a:defRPr sz="1800" baseline="0">
          <a:solidFill>
            <a:schemeClr val="tx1"/>
          </a:solidFill>
          <a:latin typeface="Century Gothic" charset="0"/>
          <a:ea typeface="Century Gothic" charset="0"/>
          <a:cs typeface="Century Gothic" charset="0"/>
        </a:defRPr>
      </a:lvl5pPr>
      <a:lvl6pPr marL="2514600" indent="-228600" algn="l" rtl="0" eaLnBrk="1" fontAlgn="base" hangingPunct="1">
        <a:spcBef>
          <a:spcPct val="20000"/>
        </a:spcBef>
        <a:spcAft>
          <a:spcPct val="0"/>
        </a:spcAft>
        <a:buClr>
          <a:srgbClr val="0487C9"/>
        </a:buClr>
        <a:buChar char="»"/>
        <a:defRPr sz="2000">
          <a:solidFill>
            <a:schemeClr val="tx1"/>
          </a:solidFill>
          <a:latin typeface="+mn-lt"/>
          <a:ea typeface="Geneva" charset="-128"/>
        </a:defRPr>
      </a:lvl6pPr>
      <a:lvl7pPr marL="2971800" indent="-228600" algn="l" rtl="0" eaLnBrk="1" fontAlgn="base" hangingPunct="1">
        <a:spcBef>
          <a:spcPct val="20000"/>
        </a:spcBef>
        <a:spcAft>
          <a:spcPct val="0"/>
        </a:spcAft>
        <a:buClr>
          <a:srgbClr val="0487C9"/>
        </a:buClr>
        <a:buChar char="»"/>
        <a:defRPr sz="2000">
          <a:solidFill>
            <a:schemeClr val="tx1"/>
          </a:solidFill>
          <a:latin typeface="+mn-lt"/>
          <a:ea typeface="Geneva" charset="-128"/>
        </a:defRPr>
      </a:lvl7pPr>
      <a:lvl8pPr marL="3429000" indent="-228600" algn="l" rtl="0" eaLnBrk="1" fontAlgn="base" hangingPunct="1">
        <a:spcBef>
          <a:spcPct val="20000"/>
        </a:spcBef>
        <a:spcAft>
          <a:spcPct val="0"/>
        </a:spcAft>
        <a:buClr>
          <a:srgbClr val="0487C9"/>
        </a:buClr>
        <a:buChar char="»"/>
        <a:defRPr sz="2000">
          <a:solidFill>
            <a:schemeClr val="tx1"/>
          </a:solidFill>
          <a:latin typeface="+mn-lt"/>
          <a:ea typeface="Geneva" charset="-128"/>
        </a:defRPr>
      </a:lvl8pPr>
      <a:lvl9pPr marL="3886200" indent="-228600" algn="l" rtl="0" eaLnBrk="1" fontAlgn="base" hangingPunct="1">
        <a:spcBef>
          <a:spcPct val="20000"/>
        </a:spcBef>
        <a:spcAft>
          <a:spcPct val="0"/>
        </a:spcAft>
        <a:buClr>
          <a:srgbClr val="0487C9"/>
        </a:buClr>
        <a:buChar char="»"/>
        <a:defRPr sz="2000">
          <a:solidFill>
            <a:schemeClr val="tx1"/>
          </a:solidFill>
          <a:latin typeface="+mn-lt"/>
          <a:ea typeface="Geneva"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8">
          <p15:clr>
            <a:srgbClr val="F26B43"/>
          </p15:clr>
        </p15:guide>
        <p15:guide id="2" pos="7296">
          <p15:clr>
            <a:srgbClr val="F26B43"/>
          </p15:clr>
        </p15:guide>
        <p15:guide id="3" pos="384">
          <p15:clr>
            <a:srgbClr val="F26B43"/>
          </p15:clr>
        </p15:guide>
        <p15:guide id="4" orient="horz" pos="4272">
          <p15:clr>
            <a:srgbClr val="F26B43"/>
          </p15:clr>
        </p15:guide>
        <p15:guide id="5" orient="horz" pos="912">
          <p15:clr>
            <a:srgbClr val="F26B43"/>
          </p15:clr>
        </p15:guide>
        <p15:guide id="6" orient="horz" pos="1008">
          <p15:clr>
            <a:srgbClr val="F26B43"/>
          </p15:clr>
        </p15:guide>
        <p15:guide id="7" orient="horz" pos="4032">
          <p15:clr>
            <a:srgbClr val="F26B43"/>
          </p15:clr>
        </p15:guide>
        <p15:guide id="8" pos="7608">
          <p15:clr>
            <a:srgbClr val="F26B43"/>
          </p15:clr>
        </p15:guide>
        <p15:guide id="9" pos="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jpeg"/></Relationships>
</file>

<file path=ppt/slides/_rels/slide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diagramLayout" Target="../diagrams/layout1.xml"/><Relationship Id="rId7" Type="http://schemas.openxmlformats.org/officeDocument/2006/relationships/image" Target="../media/image19.jpeg"/><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1.xml"/><Relationship Id="rId5" Type="http://schemas.openxmlformats.org/officeDocument/2006/relationships/image" Target="../media/image25.jpeg"/><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33.jpe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mailto:Alex.Ngan@ZOLL.com" TargetMode="Externa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8AF9D-1939-A76B-161E-BF06ACD1E3FE}"/>
              </a:ext>
            </a:extLst>
          </p:cNvPr>
          <p:cNvSpPr>
            <a:spLocks noGrp="1"/>
          </p:cNvSpPr>
          <p:nvPr>
            <p:ph type="ctrTitle"/>
          </p:nvPr>
        </p:nvSpPr>
        <p:spPr/>
        <p:txBody>
          <a:bodyPr/>
          <a:lstStyle/>
          <a:p>
            <a:r>
              <a:rPr lang="en-US"/>
              <a:t>Human Factors Engineering (HFE)</a:t>
            </a:r>
          </a:p>
        </p:txBody>
      </p:sp>
      <p:sp>
        <p:nvSpPr>
          <p:cNvPr id="3" name="Subtitle 2">
            <a:extLst>
              <a:ext uri="{FF2B5EF4-FFF2-40B4-BE49-F238E27FC236}">
                <a16:creationId xmlns:a16="http://schemas.microsoft.com/office/drawing/2014/main" id="{78FECBF9-318F-0F7B-E153-29700AD117C5}"/>
              </a:ext>
            </a:extLst>
          </p:cNvPr>
          <p:cNvSpPr>
            <a:spLocks noGrp="1"/>
          </p:cNvSpPr>
          <p:nvPr>
            <p:ph type="body" sz="quarter" idx="10"/>
          </p:nvPr>
        </p:nvSpPr>
        <p:spPr>
          <a:xfrm>
            <a:off x="5933209" y="3251922"/>
            <a:ext cx="5694218" cy="894775"/>
          </a:xfrm>
        </p:spPr>
        <p:txBody>
          <a:bodyPr>
            <a:normAutofit/>
          </a:bodyPr>
          <a:lstStyle/>
          <a:p>
            <a:r>
              <a:rPr lang="en-US" sz="1600"/>
              <a:t>Applications in Medical Device Design</a:t>
            </a:r>
          </a:p>
          <a:p>
            <a:r>
              <a:rPr lang="en-US" sz="1600"/>
              <a:t>Alex Ngan ‘21</a:t>
            </a:r>
          </a:p>
        </p:txBody>
      </p:sp>
    </p:spTree>
    <p:extLst>
      <p:ext uri="{BB962C8B-B14F-4D97-AF65-F5344CB8AC3E}">
        <p14:creationId xmlns:p14="http://schemas.microsoft.com/office/powerpoint/2010/main" val="1330025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5419E-B653-A621-CB35-AC547F3E5295}"/>
              </a:ext>
            </a:extLst>
          </p:cNvPr>
          <p:cNvSpPr>
            <a:spLocks noGrp="1"/>
          </p:cNvSpPr>
          <p:nvPr>
            <p:ph type="title"/>
          </p:nvPr>
        </p:nvSpPr>
        <p:spPr/>
        <p:txBody>
          <a:bodyPr/>
          <a:lstStyle/>
          <a:p>
            <a:r>
              <a:rPr lang="en-US"/>
              <a:t>About Me</a:t>
            </a:r>
          </a:p>
        </p:txBody>
      </p:sp>
      <p:sp>
        <p:nvSpPr>
          <p:cNvPr id="5" name="Rectangle 4">
            <a:extLst>
              <a:ext uri="{FF2B5EF4-FFF2-40B4-BE49-F238E27FC236}">
                <a16:creationId xmlns:a16="http://schemas.microsoft.com/office/drawing/2014/main" id="{BAD64674-F4BF-5E2C-1C8E-129FB550D0CA}"/>
              </a:ext>
            </a:extLst>
          </p:cNvPr>
          <p:cNvSpPr/>
          <p:nvPr/>
        </p:nvSpPr>
        <p:spPr>
          <a:xfrm>
            <a:off x="425450" y="1143000"/>
            <a:ext cx="11266364" cy="456582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a:normAutofit/>
          </a:bodyPr>
          <a:lstStyle/>
          <a:p>
            <a:pPr>
              <a:lnSpc>
                <a:spcPct val="150000"/>
              </a:lnSpc>
            </a:pPr>
            <a:r>
              <a:rPr lang="en-US" b="1">
                <a:solidFill>
                  <a:schemeClr val="tx1"/>
                </a:solidFill>
              </a:rPr>
              <a:t>Dual Major: </a:t>
            </a:r>
            <a:r>
              <a:rPr lang="en-US">
                <a:solidFill>
                  <a:schemeClr val="tx1"/>
                </a:solidFill>
              </a:rPr>
              <a:t>Design, Innovation, and Society, B.S. &amp; Communication, B.S.</a:t>
            </a:r>
          </a:p>
          <a:p>
            <a:pPr marL="742950" lvl="1" indent="-285750">
              <a:lnSpc>
                <a:spcPct val="150000"/>
              </a:lnSpc>
              <a:buFont typeface="Arial" panose="020B0604020202020204" pitchFamily="34" charset="0"/>
              <a:buChar char="•"/>
            </a:pPr>
            <a:r>
              <a:rPr lang="en-US">
                <a:solidFill>
                  <a:schemeClr val="tx1"/>
                </a:solidFill>
              </a:rPr>
              <a:t>Class of 2021</a:t>
            </a:r>
          </a:p>
          <a:p>
            <a:pPr marL="742950" lvl="1" indent="-285750">
              <a:lnSpc>
                <a:spcPct val="150000"/>
              </a:lnSpc>
              <a:buFont typeface="Arial" panose="020B0604020202020204" pitchFamily="34" charset="0"/>
              <a:buChar char="•"/>
            </a:pPr>
            <a:r>
              <a:rPr lang="en-US">
                <a:solidFill>
                  <a:schemeClr val="tx1"/>
                </a:solidFill>
              </a:rPr>
              <a:t>Started as DIS &amp; MechE</a:t>
            </a:r>
          </a:p>
          <a:p>
            <a:endParaRPr lang="en-US">
              <a:solidFill>
                <a:schemeClr val="tx1"/>
              </a:solidFill>
            </a:endParaRPr>
          </a:p>
          <a:p>
            <a:r>
              <a:rPr lang="en-US">
                <a:solidFill>
                  <a:schemeClr val="tx1"/>
                </a:solidFill>
              </a:rPr>
              <a:t>Current role as an R&amp;D Usability Engineer within ZOLL Medical’s Acute Care Technology (ACT) division. Previously worked at DePuy Synthes (J&amp;J) on orthopedic implants/surgical equipment.</a:t>
            </a:r>
          </a:p>
        </p:txBody>
      </p:sp>
      <p:pic>
        <p:nvPicPr>
          <p:cNvPr id="4" name="Picture 3">
            <a:extLst>
              <a:ext uri="{FF2B5EF4-FFF2-40B4-BE49-F238E27FC236}">
                <a16:creationId xmlns:a16="http://schemas.microsoft.com/office/drawing/2014/main" id="{F4365457-F874-FFF5-8362-861ADAE5E0FF}"/>
              </a:ext>
            </a:extLst>
          </p:cNvPr>
          <p:cNvPicPr>
            <a:picLocks noChangeAspect="1"/>
          </p:cNvPicPr>
          <p:nvPr/>
        </p:nvPicPr>
        <p:blipFill>
          <a:blip r:embed="rId2"/>
          <a:stretch>
            <a:fillRect/>
          </a:stretch>
        </p:blipFill>
        <p:spPr>
          <a:xfrm>
            <a:off x="840193" y="4831776"/>
            <a:ext cx="2614280" cy="926580"/>
          </a:xfrm>
          <a:prstGeom prst="rect">
            <a:avLst/>
          </a:prstGeom>
        </p:spPr>
      </p:pic>
      <p:pic>
        <p:nvPicPr>
          <p:cNvPr id="8" name="Picture 7">
            <a:extLst>
              <a:ext uri="{FF2B5EF4-FFF2-40B4-BE49-F238E27FC236}">
                <a16:creationId xmlns:a16="http://schemas.microsoft.com/office/drawing/2014/main" id="{C618049C-A2C3-E572-C2D6-F7DC4073054B}"/>
              </a:ext>
            </a:extLst>
          </p:cNvPr>
          <p:cNvPicPr>
            <a:picLocks noChangeAspect="1"/>
          </p:cNvPicPr>
          <p:nvPr/>
        </p:nvPicPr>
        <p:blipFill>
          <a:blip r:embed="rId3"/>
          <a:stretch>
            <a:fillRect/>
          </a:stretch>
        </p:blipFill>
        <p:spPr>
          <a:xfrm>
            <a:off x="840193" y="3702373"/>
            <a:ext cx="2614280" cy="983353"/>
          </a:xfrm>
          <a:prstGeom prst="rect">
            <a:avLst/>
          </a:prstGeom>
        </p:spPr>
      </p:pic>
      <p:pic>
        <p:nvPicPr>
          <p:cNvPr id="10" name="Picture 9" descr="A logo of a company&#10;&#10;AI-generated content may be incorrect.">
            <a:extLst>
              <a:ext uri="{FF2B5EF4-FFF2-40B4-BE49-F238E27FC236}">
                <a16:creationId xmlns:a16="http://schemas.microsoft.com/office/drawing/2014/main" id="{112651F9-C98C-45F9-7DE2-4398DF45E3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0320" y="4043057"/>
            <a:ext cx="2386344" cy="1478369"/>
          </a:xfrm>
          <a:prstGeom prst="rect">
            <a:avLst/>
          </a:prstGeom>
        </p:spPr>
      </p:pic>
      <p:pic>
        <p:nvPicPr>
          <p:cNvPr id="12" name="Picture 11" descr="A blue letter on a black background&#10;&#10;AI-generated content may be incorrect.">
            <a:extLst>
              <a:ext uri="{FF2B5EF4-FFF2-40B4-BE49-F238E27FC236}">
                <a16:creationId xmlns:a16="http://schemas.microsoft.com/office/drawing/2014/main" id="{6D01D272-501A-C2CF-B4FE-0281E7A40E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18083" y="4269415"/>
            <a:ext cx="3398446" cy="1025651"/>
          </a:xfrm>
          <a:prstGeom prst="rect">
            <a:avLst/>
          </a:prstGeom>
        </p:spPr>
      </p:pic>
      <p:sp>
        <p:nvSpPr>
          <p:cNvPr id="13" name="Arrow: Right 12">
            <a:extLst>
              <a:ext uri="{FF2B5EF4-FFF2-40B4-BE49-F238E27FC236}">
                <a16:creationId xmlns:a16="http://schemas.microsoft.com/office/drawing/2014/main" id="{E7141769-0F5A-5E36-4370-77B765356C09}"/>
              </a:ext>
            </a:extLst>
          </p:cNvPr>
          <p:cNvSpPr/>
          <p:nvPr/>
        </p:nvSpPr>
        <p:spPr>
          <a:xfrm>
            <a:off x="3790935" y="4527106"/>
            <a:ext cx="733647" cy="609340"/>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04F1D647-EFB5-C71E-E3F0-06A7255A0630}"/>
              </a:ext>
            </a:extLst>
          </p:cNvPr>
          <p:cNvSpPr/>
          <p:nvPr/>
        </p:nvSpPr>
        <p:spPr>
          <a:xfrm>
            <a:off x="7275550" y="4527106"/>
            <a:ext cx="733647" cy="609340"/>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8022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292C-93D2-2B3B-615C-468B8925B754}"/>
              </a:ext>
            </a:extLst>
          </p:cNvPr>
          <p:cNvSpPr>
            <a:spLocks noGrp="1"/>
          </p:cNvSpPr>
          <p:nvPr>
            <p:ph type="title"/>
          </p:nvPr>
        </p:nvSpPr>
        <p:spPr/>
        <p:txBody>
          <a:bodyPr/>
          <a:lstStyle/>
          <a:p>
            <a:r>
              <a:rPr lang="en-US"/>
              <a:t>About ZOLL</a:t>
            </a:r>
          </a:p>
        </p:txBody>
      </p:sp>
      <p:sp>
        <p:nvSpPr>
          <p:cNvPr id="3" name="Content Placeholder 2">
            <a:extLst>
              <a:ext uri="{FF2B5EF4-FFF2-40B4-BE49-F238E27FC236}">
                <a16:creationId xmlns:a16="http://schemas.microsoft.com/office/drawing/2014/main" id="{540737CD-8A27-3B49-377A-EA208E86C89E}"/>
              </a:ext>
            </a:extLst>
          </p:cNvPr>
          <p:cNvSpPr>
            <a:spLocks noGrp="1"/>
          </p:cNvSpPr>
          <p:nvPr>
            <p:ph idx="1"/>
          </p:nvPr>
        </p:nvSpPr>
        <p:spPr/>
        <p:txBody>
          <a:bodyPr/>
          <a:lstStyle/>
          <a:p>
            <a:pPr marL="0" indent="0">
              <a:buNone/>
            </a:pPr>
            <a:r>
              <a:rPr lang="en-US"/>
              <a:t>Medical device company with a global footprint for emergency care, both in-hospital and for EMS.</a:t>
            </a:r>
          </a:p>
          <a:p>
            <a:pPr lvl="1"/>
            <a:r>
              <a:rPr lang="en-US"/>
              <a:t>HQ in Chelmsford, MA.</a:t>
            </a:r>
          </a:p>
          <a:p>
            <a:pPr lvl="1"/>
            <a:r>
              <a:rPr lang="en-US"/>
              <a:t>Resuscitation products: Defibrillators, ventilators, and AEDs.</a:t>
            </a:r>
          </a:p>
          <a:p>
            <a:pPr marL="0" indent="0">
              <a:buNone/>
            </a:pPr>
            <a:endParaRPr lang="en-US"/>
          </a:p>
        </p:txBody>
      </p:sp>
      <p:pic>
        <p:nvPicPr>
          <p:cNvPr id="9" name="Picture 8" descr="A building with glass windows&#10;&#10;AI-generated content may be incorrect.">
            <a:extLst>
              <a:ext uri="{FF2B5EF4-FFF2-40B4-BE49-F238E27FC236}">
                <a16:creationId xmlns:a16="http://schemas.microsoft.com/office/drawing/2014/main" id="{86C2C9CB-6605-BB7D-3835-FFA3C830BE4F}"/>
              </a:ext>
            </a:extLst>
          </p:cNvPr>
          <p:cNvPicPr>
            <a:picLocks noChangeAspect="1"/>
          </p:cNvPicPr>
          <p:nvPr/>
        </p:nvPicPr>
        <p:blipFill>
          <a:blip r:embed="rId2">
            <a:extLst>
              <a:ext uri="{28A0092B-C50C-407E-A947-70E740481C1C}">
                <a14:useLocalDpi xmlns:a14="http://schemas.microsoft.com/office/drawing/2010/main" val="0"/>
              </a:ext>
            </a:extLst>
          </a:blip>
          <a:srcRect l="20227" r="8022"/>
          <a:stretch>
            <a:fillRect/>
          </a:stretch>
        </p:blipFill>
        <p:spPr>
          <a:xfrm>
            <a:off x="1119696" y="2845454"/>
            <a:ext cx="4319426" cy="3537502"/>
          </a:xfrm>
          <a:prstGeom prst="rect">
            <a:avLst/>
          </a:prstGeom>
        </p:spPr>
      </p:pic>
      <p:pic>
        <p:nvPicPr>
          <p:cNvPr id="5" name="Picture 4" descr="Several medical devices and a monitor&#10;&#10;AI-generated content may be incorrect.">
            <a:extLst>
              <a:ext uri="{FF2B5EF4-FFF2-40B4-BE49-F238E27FC236}">
                <a16:creationId xmlns:a16="http://schemas.microsoft.com/office/drawing/2014/main" id="{EC1D38F0-74A0-B875-E128-BD970924DAF5}"/>
              </a:ext>
            </a:extLst>
          </p:cNvPr>
          <p:cNvPicPr>
            <a:picLocks noChangeAspect="1"/>
          </p:cNvPicPr>
          <p:nvPr/>
        </p:nvPicPr>
        <p:blipFill>
          <a:blip r:embed="rId3">
            <a:extLst>
              <a:ext uri="{28A0092B-C50C-407E-A947-70E740481C1C}">
                <a14:useLocalDpi xmlns:a14="http://schemas.microsoft.com/office/drawing/2010/main" val="0"/>
              </a:ext>
            </a:extLst>
          </a:blip>
          <a:srcRect l="10537" t="5995" r="9535" b="4702"/>
          <a:stretch>
            <a:fillRect/>
          </a:stretch>
        </p:blipFill>
        <p:spPr>
          <a:xfrm>
            <a:off x="6096000" y="3115217"/>
            <a:ext cx="5132317" cy="3267739"/>
          </a:xfrm>
          <a:prstGeom prst="rect">
            <a:avLst/>
          </a:prstGeom>
        </p:spPr>
      </p:pic>
    </p:spTree>
    <p:extLst>
      <p:ext uri="{BB962C8B-B14F-4D97-AF65-F5344CB8AC3E}">
        <p14:creationId xmlns:p14="http://schemas.microsoft.com/office/powerpoint/2010/main" val="1596267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992280A-BB11-DFEC-5B83-1A7298EAA62A}"/>
              </a:ext>
            </a:extLst>
          </p:cNvPr>
          <p:cNvSpPr>
            <a:spLocks noGrp="1"/>
          </p:cNvSpPr>
          <p:nvPr>
            <p:ph idx="1"/>
          </p:nvPr>
        </p:nvSpPr>
        <p:spPr>
          <a:xfrm>
            <a:off x="425450" y="1151143"/>
            <a:ext cx="11266364" cy="5136817"/>
          </a:xfrm>
        </p:spPr>
        <p:txBody>
          <a:bodyPr>
            <a:normAutofit/>
          </a:bodyPr>
          <a:lstStyle/>
          <a:p>
            <a:pPr marL="0" indent="0">
              <a:lnSpc>
                <a:spcPct val="110000"/>
              </a:lnSpc>
              <a:buNone/>
            </a:pPr>
            <a:r>
              <a:rPr lang="en-US" b="1"/>
              <a:t>Definition: </a:t>
            </a:r>
            <a:r>
              <a:rPr lang="en-US"/>
              <a:t>Designing products to account for human limitations, both physical and cognitive. </a:t>
            </a:r>
          </a:p>
          <a:p>
            <a:endParaRPr lang="en-US"/>
          </a:p>
          <a:p>
            <a:pPr marL="0" indent="0">
              <a:buNone/>
            </a:pPr>
            <a:r>
              <a:rPr lang="en-US"/>
              <a:t>Historically has its roots in high-risk industries:</a:t>
            </a:r>
          </a:p>
          <a:p>
            <a:pPr lvl="1"/>
            <a:r>
              <a:rPr lang="en-US"/>
              <a:t>Nuclear engineering</a:t>
            </a:r>
          </a:p>
          <a:p>
            <a:pPr lvl="1"/>
            <a:r>
              <a:rPr lang="en-US"/>
              <a:t>Aerospace engineering </a:t>
            </a:r>
          </a:p>
          <a:p>
            <a:pPr lvl="1"/>
            <a:r>
              <a:rPr lang="en-US"/>
              <a:t>Military applications</a:t>
            </a:r>
          </a:p>
          <a:p>
            <a:pPr marL="65087" indent="0">
              <a:buNone/>
            </a:pPr>
            <a:endParaRPr lang="en-US"/>
          </a:p>
          <a:p>
            <a:pPr marL="65087" indent="0">
              <a:buNone/>
            </a:pPr>
            <a:r>
              <a:rPr lang="en-US"/>
              <a:t>Human factors is now being integrated into:</a:t>
            </a:r>
          </a:p>
          <a:p>
            <a:pPr marL="693737" lvl="1"/>
            <a:r>
              <a:rPr lang="en-US"/>
              <a:t>Medical device industry</a:t>
            </a:r>
          </a:p>
          <a:p>
            <a:pPr marL="693737" lvl="1"/>
            <a:r>
              <a:rPr lang="en-US"/>
              <a:t>Consumer electronics/technology (ex: Apple)</a:t>
            </a:r>
          </a:p>
          <a:p>
            <a:pPr marL="693737" lvl="1"/>
            <a:r>
              <a:rPr lang="en-US"/>
              <a:t>Robotics</a:t>
            </a:r>
          </a:p>
          <a:p>
            <a:pPr marL="693737" lvl="1"/>
            <a:r>
              <a:rPr lang="en-US"/>
              <a:t>Automotive engineering</a:t>
            </a:r>
          </a:p>
        </p:txBody>
      </p:sp>
      <p:sp>
        <p:nvSpPr>
          <p:cNvPr id="9" name="Title 8">
            <a:extLst>
              <a:ext uri="{FF2B5EF4-FFF2-40B4-BE49-F238E27FC236}">
                <a16:creationId xmlns:a16="http://schemas.microsoft.com/office/drawing/2014/main" id="{6FA2D102-E6DE-2CF0-B2F8-C84C739DD2B4}"/>
              </a:ext>
            </a:extLst>
          </p:cNvPr>
          <p:cNvSpPr>
            <a:spLocks noGrp="1"/>
          </p:cNvSpPr>
          <p:nvPr>
            <p:ph type="title"/>
          </p:nvPr>
        </p:nvSpPr>
        <p:spPr/>
        <p:txBody>
          <a:bodyPr/>
          <a:lstStyle/>
          <a:p>
            <a:r>
              <a:rPr lang="en-US"/>
              <a:t>What is HFE?</a:t>
            </a:r>
          </a:p>
        </p:txBody>
      </p:sp>
      <p:pic>
        <p:nvPicPr>
          <p:cNvPr id="3" name="Picture 2" descr="A person in a white coat and hat standing in front of a large white table with several monitors&#10;&#10;AI-generated content may be incorrect.">
            <a:extLst>
              <a:ext uri="{FF2B5EF4-FFF2-40B4-BE49-F238E27FC236}">
                <a16:creationId xmlns:a16="http://schemas.microsoft.com/office/drawing/2014/main" id="{C015C86B-C86C-1F9F-0C6D-2C7406633C0C}"/>
              </a:ext>
            </a:extLst>
          </p:cNvPr>
          <p:cNvPicPr>
            <a:picLocks noChangeAspect="1"/>
          </p:cNvPicPr>
          <p:nvPr/>
        </p:nvPicPr>
        <p:blipFill>
          <a:blip r:embed="rId2">
            <a:extLst>
              <a:ext uri="{28A0092B-C50C-407E-A947-70E740481C1C}">
                <a14:useLocalDpi xmlns:a14="http://schemas.microsoft.com/office/drawing/2010/main" val="0"/>
              </a:ext>
            </a:extLst>
          </a:blip>
          <a:srcRect l="63222"/>
          <a:stretch>
            <a:fillRect/>
          </a:stretch>
        </p:blipFill>
        <p:spPr>
          <a:xfrm>
            <a:off x="7974960" y="1925510"/>
            <a:ext cx="3716854" cy="4362450"/>
          </a:xfrm>
          <a:prstGeom prst="rect">
            <a:avLst/>
          </a:prstGeom>
        </p:spPr>
      </p:pic>
    </p:spTree>
    <p:extLst>
      <p:ext uri="{BB962C8B-B14F-4D97-AF65-F5344CB8AC3E}">
        <p14:creationId xmlns:p14="http://schemas.microsoft.com/office/powerpoint/2010/main" val="629152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83AE0-5B82-1825-98BE-1BC0A0B97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30CB4-D7CB-E59F-7BAB-EF806C20719B}"/>
              </a:ext>
            </a:extLst>
          </p:cNvPr>
          <p:cNvSpPr>
            <a:spLocks noGrp="1"/>
          </p:cNvSpPr>
          <p:nvPr>
            <p:ph type="title"/>
          </p:nvPr>
        </p:nvSpPr>
        <p:spPr/>
        <p:txBody>
          <a:bodyPr/>
          <a:lstStyle/>
          <a:p>
            <a:r>
              <a:rPr lang="en-US"/>
              <a:t>What is Usability Engineering?</a:t>
            </a:r>
          </a:p>
        </p:txBody>
      </p:sp>
      <p:grpSp>
        <p:nvGrpSpPr>
          <p:cNvPr id="6" name="Group 5">
            <a:extLst>
              <a:ext uri="{FF2B5EF4-FFF2-40B4-BE49-F238E27FC236}">
                <a16:creationId xmlns:a16="http://schemas.microsoft.com/office/drawing/2014/main" id="{02926249-A9EC-4D9F-5B1F-D81947CADFF1}"/>
              </a:ext>
            </a:extLst>
          </p:cNvPr>
          <p:cNvGrpSpPr/>
          <p:nvPr/>
        </p:nvGrpSpPr>
        <p:grpSpPr>
          <a:xfrm>
            <a:off x="138906" y="1793127"/>
            <a:ext cx="4399717" cy="4399717"/>
            <a:chOff x="138906" y="1793127"/>
            <a:chExt cx="4399717" cy="4399717"/>
          </a:xfrm>
        </p:grpSpPr>
        <p:sp>
          <p:nvSpPr>
            <p:cNvPr id="12" name="Oval 11">
              <a:extLst>
                <a:ext uri="{FF2B5EF4-FFF2-40B4-BE49-F238E27FC236}">
                  <a16:creationId xmlns:a16="http://schemas.microsoft.com/office/drawing/2014/main" id="{025AAA64-D360-F585-8897-C014C1986278}"/>
                </a:ext>
              </a:extLst>
            </p:cNvPr>
            <p:cNvSpPr/>
            <p:nvPr/>
          </p:nvSpPr>
          <p:spPr>
            <a:xfrm>
              <a:off x="138906" y="1793127"/>
              <a:ext cx="4399717" cy="4399717"/>
            </a:xfrm>
            <a:prstGeom prst="ellipse">
              <a:avLst/>
            </a:prstGeom>
            <a:solidFill>
              <a:schemeClr val="accent1">
                <a:lumMod val="75000"/>
              </a:schemeClr>
            </a:solidFill>
          </p:spPr>
          <p:style>
            <a:lnRef idx="2">
              <a:schemeClr val="lt1">
                <a:hueOff val="0"/>
                <a:satOff val="0"/>
                <a:lumOff val="0"/>
                <a:alphaOff val="0"/>
              </a:schemeClr>
            </a:lnRef>
            <a:fillRef idx="1">
              <a:schemeClr val="accent5">
                <a:alpha val="50000"/>
                <a:hueOff val="0"/>
                <a:satOff val="0"/>
                <a:lumOff val="0"/>
                <a:alphaOff val="0"/>
              </a:schemeClr>
            </a:fillRef>
            <a:effectRef idx="0">
              <a:schemeClr val="accent5">
                <a:alpha val="50000"/>
                <a:hueOff val="0"/>
                <a:satOff val="0"/>
                <a:lumOff val="0"/>
                <a:alphaOff val="0"/>
              </a:schemeClr>
            </a:effectRef>
            <a:fontRef idx="minor">
              <a:schemeClr val="tx1"/>
            </a:fontRef>
          </p:style>
          <p:txBody>
            <a:bodyPr/>
            <a:lstStyle/>
            <a:p>
              <a:endParaRPr lang="en-US"/>
            </a:p>
          </p:txBody>
        </p:sp>
        <p:sp>
          <p:nvSpPr>
            <p:cNvPr id="13" name="Oval 4">
              <a:extLst>
                <a:ext uri="{FF2B5EF4-FFF2-40B4-BE49-F238E27FC236}">
                  <a16:creationId xmlns:a16="http://schemas.microsoft.com/office/drawing/2014/main" id="{93EC6710-E8AF-1598-7788-11997C6F8EA9}"/>
                </a:ext>
              </a:extLst>
            </p:cNvPr>
            <p:cNvSpPr txBox="1"/>
            <p:nvPr/>
          </p:nvSpPr>
          <p:spPr>
            <a:xfrm>
              <a:off x="1197349" y="2678275"/>
              <a:ext cx="2306856" cy="2673225"/>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600" b="1" i="0" kern="1200">
                  <a:solidFill>
                    <a:schemeClr val="bg1"/>
                  </a:solidFill>
                </a:rPr>
                <a:t>Quantifying device performance with a focus in </a:t>
              </a:r>
              <a:r>
                <a:rPr lang="en-US" sz="1600" b="1" i="0" u="sng" kern="1200">
                  <a:solidFill>
                    <a:schemeClr val="bg1"/>
                  </a:solidFill>
                </a:rPr>
                <a:t>safety</a:t>
              </a:r>
              <a:r>
                <a:rPr lang="en-US" sz="1600" b="1" i="0" kern="1200">
                  <a:solidFill>
                    <a:schemeClr val="bg1"/>
                  </a:solidFill>
                </a:rPr>
                <a:t> and clinical </a:t>
              </a:r>
              <a:r>
                <a:rPr lang="en-US" sz="1600" b="1" i="0" u="sng" kern="1200">
                  <a:solidFill>
                    <a:schemeClr val="bg1"/>
                  </a:solidFill>
                </a:rPr>
                <a:t>effectiveness</a:t>
              </a:r>
              <a:endParaRPr lang="en-US" sz="1600" b="1" u="sng">
                <a:solidFill>
                  <a:schemeClr val="bg1"/>
                </a:solidFill>
              </a:endParaRPr>
            </a:p>
            <a:p>
              <a:pPr marL="0" lvl="0" indent="0" algn="ctr" defTabSz="800100">
                <a:lnSpc>
                  <a:spcPct val="90000"/>
                </a:lnSpc>
                <a:spcBef>
                  <a:spcPct val="0"/>
                </a:spcBef>
                <a:spcAft>
                  <a:spcPct val="35000"/>
                </a:spcAft>
                <a:buNone/>
              </a:pPr>
              <a:endParaRPr lang="en-US" sz="1600" b="1" i="0" kern="1200">
                <a:solidFill>
                  <a:schemeClr val="bg1"/>
                </a:solidFill>
              </a:endParaRPr>
            </a:p>
          </p:txBody>
        </p:sp>
        <p:sp>
          <p:nvSpPr>
            <p:cNvPr id="8" name="Rectangle: Rounded Corners 7">
              <a:extLst>
                <a:ext uri="{FF2B5EF4-FFF2-40B4-BE49-F238E27FC236}">
                  <a16:creationId xmlns:a16="http://schemas.microsoft.com/office/drawing/2014/main" id="{7289FDB2-B0A5-6533-36AB-28ED098D99FC}"/>
                </a:ext>
              </a:extLst>
            </p:cNvPr>
            <p:cNvSpPr/>
            <p:nvPr/>
          </p:nvSpPr>
          <p:spPr>
            <a:xfrm>
              <a:off x="1050723" y="1793672"/>
              <a:ext cx="2569326" cy="739019"/>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USABILITY</a:t>
              </a:r>
            </a:p>
          </p:txBody>
        </p:sp>
      </p:grpSp>
      <p:grpSp>
        <p:nvGrpSpPr>
          <p:cNvPr id="19" name="Group 18">
            <a:extLst>
              <a:ext uri="{FF2B5EF4-FFF2-40B4-BE49-F238E27FC236}">
                <a16:creationId xmlns:a16="http://schemas.microsoft.com/office/drawing/2014/main" id="{19DCA48C-40F8-A783-8345-02942220E0D8}"/>
              </a:ext>
            </a:extLst>
          </p:cNvPr>
          <p:cNvGrpSpPr/>
          <p:nvPr/>
        </p:nvGrpSpPr>
        <p:grpSpPr>
          <a:xfrm>
            <a:off x="3793204" y="1788687"/>
            <a:ext cx="4399717" cy="4420529"/>
            <a:chOff x="3793204" y="1788687"/>
            <a:chExt cx="4399717" cy="4420529"/>
          </a:xfrm>
        </p:grpSpPr>
        <p:sp>
          <p:nvSpPr>
            <p:cNvPr id="7" name="Oval 6">
              <a:extLst>
                <a:ext uri="{FF2B5EF4-FFF2-40B4-BE49-F238E27FC236}">
                  <a16:creationId xmlns:a16="http://schemas.microsoft.com/office/drawing/2014/main" id="{E737CBD3-C8F7-A712-B571-4FF757D53336}"/>
                </a:ext>
              </a:extLst>
            </p:cNvPr>
            <p:cNvSpPr/>
            <p:nvPr/>
          </p:nvSpPr>
          <p:spPr>
            <a:xfrm>
              <a:off x="3793204" y="1809501"/>
              <a:ext cx="4399717" cy="4399715"/>
            </a:xfrm>
            <a:prstGeom prst="ellipse">
              <a:avLst/>
            </a:prstGeom>
            <a:solidFill>
              <a:srgbClr val="C76B18">
                <a:alpha val="74902"/>
              </a:srgbClr>
            </a:solidFill>
          </p:spPr>
          <p:style>
            <a:lnRef idx="2">
              <a:schemeClr val="lt1">
                <a:hueOff val="0"/>
                <a:satOff val="0"/>
                <a:lumOff val="0"/>
                <a:alphaOff val="0"/>
              </a:schemeClr>
            </a:lnRef>
            <a:fillRef idx="1">
              <a:schemeClr val="accent5">
                <a:alpha val="50000"/>
                <a:hueOff val="-7353344"/>
                <a:satOff val="-10228"/>
                <a:lumOff val="-3922"/>
                <a:alphaOff val="0"/>
              </a:schemeClr>
            </a:fillRef>
            <a:effectRef idx="0">
              <a:schemeClr val="accent5">
                <a:alpha val="50000"/>
                <a:hueOff val="-7353344"/>
                <a:satOff val="-10228"/>
                <a:lumOff val="-3922"/>
                <a:alphaOff val="0"/>
              </a:schemeClr>
            </a:effectRef>
            <a:fontRef idx="minor">
              <a:schemeClr val="tx1"/>
            </a:fontRef>
          </p:style>
          <p:txBody>
            <a:bodyPr/>
            <a:lstStyle/>
            <a:p>
              <a:endParaRPr lang="en-US"/>
            </a:p>
          </p:txBody>
        </p:sp>
        <p:sp>
          <p:nvSpPr>
            <p:cNvPr id="10" name="Oval 4">
              <a:extLst>
                <a:ext uri="{FF2B5EF4-FFF2-40B4-BE49-F238E27FC236}">
                  <a16:creationId xmlns:a16="http://schemas.microsoft.com/office/drawing/2014/main" id="{441DC631-2DDB-C0B7-AA63-A050965C1E08}"/>
                </a:ext>
              </a:extLst>
            </p:cNvPr>
            <p:cNvSpPr txBox="1"/>
            <p:nvPr/>
          </p:nvSpPr>
          <p:spPr>
            <a:xfrm>
              <a:off x="4720304" y="2748736"/>
              <a:ext cx="2536774" cy="2673224"/>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600" b="1" i="0" kern="1200">
                  <a:solidFill>
                    <a:schemeClr val="bg1"/>
                  </a:solidFill>
                </a:rPr>
                <a:t>Measuring</a:t>
              </a:r>
              <a:r>
                <a:rPr lang="en-US" sz="1600" b="1">
                  <a:solidFill>
                    <a:schemeClr val="bg1"/>
                  </a:solidFill>
                </a:rPr>
                <a:t> and </a:t>
              </a:r>
              <a:r>
                <a:rPr lang="en-US" sz="1600" b="1" i="0" kern="1200">
                  <a:solidFill>
                    <a:schemeClr val="bg1"/>
                  </a:solidFill>
                </a:rPr>
                <a:t>understanding </a:t>
              </a:r>
              <a:r>
                <a:rPr lang="en-US" sz="1600" b="1" i="0" u="sng" kern="1200">
                  <a:solidFill>
                    <a:schemeClr val="bg1"/>
                  </a:solidFill>
                </a:rPr>
                <a:t>human performance</a:t>
              </a:r>
            </a:p>
          </p:txBody>
        </p:sp>
        <p:sp>
          <p:nvSpPr>
            <p:cNvPr id="9" name="Rectangle: Rounded Corners 8">
              <a:extLst>
                <a:ext uri="{FF2B5EF4-FFF2-40B4-BE49-F238E27FC236}">
                  <a16:creationId xmlns:a16="http://schemas.microsoft.com/office/drawing/2014/main" id="{83F57B11-1993-16B0-0671-317686958FC7}"/>
                </a:ext>
              </a:extLst>
            </p:cNvPr>
            <p:cNvSpPr/>
            <p:nvPr/>
          </p:nvSpPr>
          <p:spPr>
            <a:xfrm>
              <a:off x="4705021" y="1788687"/>
              <a:ext cx="2587367" cy="73901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HUMAN FACTORS</a:t>
              </a:r>
            </a:p>
          </p:txBody>
        </p:sp>
      </p:grpSp>
      <p:grpSp>
        <p:nvGrpSpPr>
          <p:cNvPr id="21" name="Group 20">
            <a:extLst>
              <a:ext uri="{FF2B5EF4-FFF2-40B4-BE49-F238E27FC236}">
                <a16:creationId xmlns:a16="http://schemas.microsoft.com/office/drawing/2014/main" id="{E594D099-1927-8925-C5D0-9F5548766D8E}"/>
              </a:ext>
            </a:extLst>
          </p:cNvPr>
          <p:cNvGrpSpPr/>
          <p:nvPr/>
        </p:nvGrpSpPr>
        <p:grpSpPr>
          <a:xfrm>
            <a:off x="7576559" y="1788686"/>
            <a:ext cx="4399717" cy="4420530"/>
            <a:chOff x="7576559" y="1788686"/>
            <a:chExt cx="4399717" cy="4420530"/>
          </a:xfrm>
        </p:grpSpPr>
        <p:sp>
          <p:nvSpPr>
            <p:cNvPr id="14" name="Oval 13">
              <a:extLst>
                <a:ext uri="{FF2B5EF4-FFF2-40B4-BE49-F238E27FC236}">
                  <a16:creationId xmlns:a16="http://schemas.microsoft.com/office/drawing/2014/main" id="{5B5F2B07-3686-FE9A-8AD9-390D3ECA1229}"/>
                </a:ext>
              </a:extLst>
            </p:cNvPr>
            <p:cNvSpPr/>
            <p:nvPr/>
          </p:nvSpPr>
          <p:spPr>
            <a:xfrm>
              <a:off x="7576559" y="1809501"/>
              <a:ext cx="4399717" cy="4399715"/>
            </a:xfrm>
            <a:prstGeom prst="ellipse">
              <a:avLst/>
            </a:prstGeom>
            <a:solidFill>
              <a:schemeClr val="accent2">
                <a:lumMod val="50000"/>
                <a:alpha val="50000"/>
              </a:schemeClr>
            </a:solidFill>
          </p:spPr>
          <p:style>
            <a:lnRef idx="2">
              <a:schemeClr val="lt1">
                <a:hueOff val="0"/>
                <a:satOff val="0"/>
                <a:lumOff val="0"/>
                <a:alphaOff val="0"/>
              </a:schemeClr>
            </a:lnRef>
            <a:fillRef idx="1">
              <a:schemeClr val="accent5">
                <a:alpha val="50000"/>
                <a:hueOff val="-7353344"/>
                <a:satOff val="-10228"/>
                <a:lumOff val="-3922"/>
                <a:alphaOff val="0"/>
              </a:schemeClr>
            </a:fillRef>
            <a:effectRef idx="0">
              <a:schemeClr val="accent5">
                <a:alpha val="50000"/>
                <a:hueOff val="-7353344"/>
                <a:satOff val="-10228"/>
                <a:lumOff val="-3922"/>
                <a:alphaOff val="0"/>
              </a:schemeClr>
            </a:effectRef>
            <a:fontRef idx="minor">
              <a:schemeClr val="tx1"/>
            </a:fontRef>
          </p:style>
          <p:txBody>
            <a:bodyPr/>
            <a:lstStyle/>
            <a:p>
              <a:endParaRPr lang="en-US"/>
            </a:p>
          </p:txBody>
        </p:sp>
        <p:sp>
          <p:nvSpPr>
            <p:cNvPr id="15" name="Oval 4">
              <a:extLst>
                <a:ext uri="{FF2B5EF4-FFF2-40B4-BE49-F238E27FC236}">
                  <a16:creationId xmlns:a16="http://schemas.microsoft.com/office/drawing/2014/main" id="{1F94C9D2-AC7F-39DE-B6B0-70AF8FC8C006}"/>
                </a:ext>
              </a:extLst>
            </p:cNvPr>
            <p:cNvSpPr txBox="1"/>
            <p:nvPr/>
          </p:nvSpPr>
          <p:spPr>
            <a:xfrm>
              <a:off x="8503659" y="2748735"/>
              <a:ext cx="2536774" cy="2673224"/>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600" b="1" i="0" kern="1200">
                  <a:solidFill>
                    <a:schemeClr val="bg1"/>
                  </a:solidFill>
                </a:rPr>
                <a:t>Subjective user feedback and product satisfaction</a:t>
              </a:r>
            </a:p>
          </p:txBody>
        </p:sp>
        <p:sp>
          <p:nvSpPr>
            <p:cNvPr id="18" name="Rectangle: Rounded Corners 17">
              <a:extLst>
                <a:ext uri="{FF2B5EF4-FFF2-40B4-BE49-F238E27FC236}">
                  <a16:creationId xmlns:a16="http://schemas.microsoft.com/office/drawing/2014/main" id="{9A198CA8-FEC3-2FC6-8E98-C18DB06A7489}"/>
                </a:ext>
              </a:extLst>
            </p:cNvPr>
            <p:cNvSpPr/>
            <p:nvPr/>
          </p:nvSpPr>
          <p:spPr>
            <a:xfrm>
              <a:off x="8488376" y="1788686"/>
              <a:ext cx="2587367" cy="739019"/>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UX</a:t>
              </a:r>
            </a:p>
          </p:txBody>
        </p:sp>
      </p:grpSp>
    </p:spTree>
    <p:extLst>
      <p:ext uri="{BB962C8B-B14F-4D97-AF65-F5344CB8AC3E}">
        <p14:creationId xmlns:p14="http://schemas.microsoft.com/office/powerpoint/2010/main" val="20624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0D53C-74E5-8843-EBCA-C869C1155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C23CC-0BC9-1654-C57A-8A6A451D775A}"/>
              </a:ext>
            </a:extLst>
          </p:cNvPr>
          <p:cNvSpPr>
            <a:spLocks noGrp="1"/>
          </p:cNvSpPr>
          <p:nvPr>
            <p:ph type="title"/>
          </p:nvPr>
        </p:nvSpPr>
        <p:spPr/>
        <p:txBody>
          <a:bodyPr/>
          <a:lstStyle/>
          <a:p>
            <a:r>
              <a:rPr lang="en-US"/>
              <a:t>What is Usability Engineering?</a:t>
            </a:r>
          </a:p>
        </p:txBody>
      </p:sp>
      <p:grpSp>
        <p:nvGrpSpPr>
          <p:cNvPr id="16" name="Group 15">
            <a:extLst>
              <a:ext uri="{FF2B5EF4-FFF2-40B4-BE49-F238E27FC236}">
                <a16:creationId xmlns:a16="http://schemas.microsoft.com/office/drawing/2014/main" id="{C0D2B6D3-0280-4E6F-8E1E-DE0FCB398DE0}"/>
              </a:ext>
            </a:extLst>
          </p:cNvPr>
          <p:cNvGrpSpPr/>
          <p:nvPr/>
        </p:nvGrpSpPr>
        <p:grpSpPr>
          <a:xfrm>
            <a:off x="138906" y="1793127"/>
            <a:ext cx="4399717" cy="4399717"/>
            <a:chOff x="1796151" y="1870078"/>
            <a:chExt cx="4545814" cy="4545814"/>
          </a:xfrm>
        </p:grpSpPr>
        <p:grpSp>
          <p:nvGrpSpPr>
            <p:cNvPr id="11" name="Group 10">
              <a:extLst>
                <a:ext uri="{FF2B5EF4-FFF2-40B4-BE49-F238E27FC236}">
                  <a16:creationId xmlns:a16="http://schemas.microsoft.com/office/drawing/2014/main" id="{4E98B02B-1E6C-BC17-01F5-75EA08740B8F}"/>
                </a:ext>
              </a:extLst>
            </p:cNvPr>
            <p:cNvGrpSpPr/>
            <p:nvPr/>
          </p:nvGrpSpPr>
          <p:grpSpPr>
            <a:xfrm>
              <a:off x="1796151" y="1870078"/>
              <a:ext cx="4545814" cy="4545814"/>
              <a:chOff x="1611794" y="12431"/>
              <a:chExt cx="4545814" cy="4545814"/>
            </a:xfrm>
          </p:grpSpPr>
          <p:sp>
            <p:nvSpPr>
              <p:cNvPr id="12" name="Oval 11">
                <a:extLst>
                  <a:ext uri="{FF2B5EF4-FFF2-40B4-BE49-F238E27FC236}">
                    <a16:creationId xmlns:a16="http://schemas.microsoft.com/office/drawing/2014/main" id="{F568A7BF-D965-8083-1E43-718AB05F2E72}"/>
                  </a:ext>
                </a:extLst>
              </p:cNvPr>
              <p:cNvSpPr/>
              <p:nvPr/>
            </p:nvSpPr>
            <p:spPr>
              <a:xfrm>
                <a:off x="1611794" y="12431"/>
                <a:ext cx="4545814" cy="4545814"/>
              </a:xfrm>
              <a:prstGeom prst="ellipse">
                <a:avLst/>
              </a:prstGeom>
              <a:solidFill>
                <a:schemeClr val="accent1">
                  <a:lumMod val="75000"/>
                </a:schemeClr>
              </a:solidFill>
            </p:spPr>
            <p:style>
              <a:lnRef idx="2">
                <a:schemeClr val="lt1">
                  <a:hueOff val="0"/>
                  <a:satOff val="0"/>
                  <a:lumOff val="0"/>
                  <a:alphaOff val="0"/>
                </a:schemeClr>
              </a:lnRef>
              <a:fillRef idx="1">
                <a:schemeClr val="accent5">
                  <a:alpha val="50000"/>
                  <a:hueOff val="0"/>
                  <a:satOff val="0"/>
                  <a:lumOff val="0"/>
                  <a:alphaOff val="0"/>
                </a:schemeClr>
              </a:fillRef>
              <a:effectRef idx="0">
                <a:schemeClr val="accent5">
                  <a:alpha val="50000"/>
                  <a:hueOff val="0"/>
                  <a:satOff val="0"/>
                  <a:lumOff val="0"/>
                  <a:alphaOff val="0"/>
                </a:schemeClr>
              </a:effectRef>
              <a:fontRef idx="minor">
                <a:schemeClr val="tx1"/>
              </a:fontRef>
            </p:style>
            <p:txBody>
              <a:bodyPr/>
              <a:lstStyle/>
              <a:p>
                <a:endParaRPr lang="en-US"/>
              </a:p>
            </p:txBody>
          </p:sp>
          <p:sp>
            <p:nvSpPr>
              <p:cNvPr id="13" name="Oval 4">
                <a:extLst>
                  <a:ext uri="{FF2B5EF4-FFF2-40B4-BE49-F238E27FC236}">
                    <a16:creationId xmlns:a16="http://schemas.microsoft.com/office/drawing/2014/main" id="{8508777D-A318-C0FB-E260-555C2D552015}"/>
                  </a:ext>
                </a:extLst>
              </p:cNvPr>
              <p:cNvSpPr txBox="1"/>
              <p:nvPr/>
            </p:nvSpPr>
            <p:spPr>
              <a:xfrm>
                <a:off x="2705384" y="1223584"/>
                <a:ext cx="2383457" cy="2761992"/>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t" anchorCtr="0">
                <a:noAutofit/>
              </a:bodyPr>
              <a:lstStyle/>
              <a:p>
                <a:pPr marL="0" lvl="0" indent="0" defTabSz="800100">
                  <a:lnSpc>
                    <a:spcPct val="90000"/>
                  </a:lnSpc>
                  <a:spcBef>
                    <a:spcPct val="0"/>
                  </a:spcBef>
                  <a:spcAft>
                    <a:spcPct val="35000"/>
                  </a:spcAft>
                  <a:buNone/>
                </a:pPr>
                <a:r>
                  <a:rPr lang="en-US" sz="1600" b="1" i="0" kern="1200">
                    <a:solidFill>
                      <a:schemeClr val="bg1"/>
                    </a:solidFill>
                  </a:rPr>
                  <a:t>Describes ability to use product</a:t>
                </a:r>
              </a:p>
              <a:p>
                <a:pPr marL="0" lvl="0" indent="0" defTabSz="800100">
                  <a:lnSpc>
                    <a:spcPct val="90000"/>
                  </a:lnSpc>
                  <a:spcBef>
                    <a:spcPct val="0"/>
                  </a:spcBef>
                  <a:spcAft>
                    <a:spcPct val="35000"/>
                  </a:spcAft>
                  <a:buNone/>
                </a:pPr>
                <a:endParaRPr lang="en-US" sz="1600" b="1" i="0" kern="1200">
                  <a:solidFill>
                    <a:schemeClr val="bg1"/>
                  </a:solidFill>
                </a:endParaRPr>
              </a:p>
              <a:p>
                <a:pPr marL="0" lvl="0" indent="0" defTabSz="800100">
                  <a:lnSpc>
                    <a:spcPct val="90000"/>
                  </a:lnSpc>
                  <a:spcBef>
                    <a:spcPct val="0"/>
                  </a:spcBef>
                  <a:spcAft>
                    <a:spcPct val="35000"/>
                  </a:spcAft>
                  <a:buNone/>
                </a:pPr>
                <a:r>
                  <a:rPr lang="en-US" sz="1600" b="1" i="0" kern="1200">
                    <a:solidFill>
                      <a:schemeClr val="bg1"/>
                    </a:solidFill>
                  </a:rPr>
                  <a:t>Understanding of safety</a:t>
                </a:r>
                <a:r>
                  <a:rPr lang="en-US" sz="1600" b="1">
                    <a:solidFill>
                      <a:schemeClr val="bg1"/>
                    </a:solidFill>
                  </a:rPr>
                  <a:t> and</a:t>
                </a:r>
                <a:r>
                  <a:rPr lang="en-US" sz="1600" b="1" i="0" kern="1200">
                    <a:solidFill>
                      <a:schemeClr val="bg1"/>
                    </a:solidFill>
                  </a:rPr>
                  <a:t> effectiveness</a:t>
                </a:r>
              </a:p>
              <a:p>
                <a:pPr marL="0" lvl="0" indent="0" defTabSz="800100">
                  <a:lnSpc>
                    <a:spcPct val="90000"/>
                  </a:lnSpc>
                  <a:spcBef>
                    <a:spcPct val="0"/>
                  </a:spcBef>
                  <a:spcAft>
                    <a:spcPct val="35000"/>
                  </a:spcAft>
                  <a:buNone/>
                </a:pPr>
                <a:endParaRPr lang="en-US" sz="1600" b="1">
                  <a:solidFill>
                    <a:schemeClr val="bg1"/>
                  </a:solidFill>
                </a:endParaRPr>
              </a:p>
              <a:p>
                <a:pPr marL="0" lvl="0" indent="0" defTabSz="800100">
                  <a:lnSpc>
                    <a:spcPct val="90000"/>
                  </a:lnSpc>
                  <a:spcBef>
                    <a:spcPct val="0"/>
                  </a:spcBef>
                  <a:spcAft>
                    <a:spcPct val="35000"/>
                  </a:spcAft>
                  <a:buNone/>
                </a:pPr>
                <a:r>
                  <a:rPr lang="en-US" sz="1600" b="1">
                    <a:solidFill>
                      <a:schemeClr val="bg1"/>
                    </a:solidFill>
                  </a:rPr>
                  <a:t>Includes measurements of device performance</a:t>
                </a:r>
              </a:p>
              <a:p>
                <a:pPr marL="0" lvl="0" indent="0" defTabSz="800100">
                  <a:lnSpc>
                    <a:spcPct val="90000"/>
                  </a:lnSpc>
                  <a:spcBef>
                    <a:spcPct val="0"/>
                  </a:spcBef>
                  <a:spcAft>
                    <a:spcPct val="35000"/>
                  </a:spcAft>
                  <a:buNone/>
                </a:pPr>
                <a:endParaRPr lang="en-US" sz="1600" b="1" i="0" kern="1200">
                  <a:solidFill>
                    <a:schemeClr val="bg1"/>
                  </a:solidFill>
                </a:endParaRPr>
              </a:p>
            </p:txBody>
          </p:sp>
        </p:grpSp>
        <p:sp>
          <p:nvSpPr>
            <p:cNvPr id="8" name="Rectangle: Rounded Corners 7">
              <a:extLst>
                <a:ext uri="{FF2B5EF4-FFF2-40B4-BE49-F238E27FC236}">
                  <a16:creationId xmlns:a16="http://schemas.microsoft.com/office/drawing/2014/main" id="{89B90452-A101-EAD8-8664-76D47B7A97A8}"/>
                </a:ext>
              </a:extLst>
            </p:cNvPr>
            <p:cNvSpPr/>
            <p:nvPr/>
          </p:nvSpPr>
          <p:spPr>
            <a:xfrm>
              <a:off x="2738246" y="1870641"/>
              <a:ext cx="2654643" cy="763559"/>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USABILITY</a:t>
              </a:r>
            </a:p>
          </p:txBody>
        </p:sp>
      </p:grpSp>
      <p:grpSp>
        <p:nvGrpSpPr>
          <p:cNvPr id="17" name="Group 16">
            <a:extLst>
              <a:ext uri="{FF2B5EF4-FFF2-40B4-BE49-F238E27FC236}">
                <a16:creationId xmlns:a16="http://schemas.microsoft.com/office/drawing/2014/main" id="{0A811BDC-E92C-DC37-DB02-F9B18FF80BFD}"/>
              </a:ext>
            </a:extLst>
          </p:cNvPr>
          <p:cNvGrpSpPr/>
          <p:nvPr/>
        </p:nvGrpSpPr>
        <p:grpSpPr>
          <a:xfrm>
            <a:off x="3793204" y="1788686"/>
            <a:ext cx="8183072" cy="4420530"/>
            <a:chOff x="5880736" y="1718476"/>
            <a:chExt cx="8454799" cy="4567320"/>
          </a:xfrm>
        </p:grpSpPr>
        <p:grpSp>
          <p:nvGrpSpPr>
            <p:cNvPr id="3" name="Group 2">
              <a:extLst>
                <a:ext uri="{FF2B5EF4-FFF2-40B4-BE49-F238E27FC236}">
                  <a16:creationId xmlns:a16="http://schemas.microsoft.com/office/drawing/2014/main" id="{394D290F-0820-CBF8-149D-EE15074AD0D9}"/>
                </a:ext>
              </a:extLst>
            </p:cNvPr>
            <p:cNvGrpSpPr/>
            <p:nvPr/>
          </p:nvGrpSpPr>
          <p:grpSpPr>
            <a:xfrm>
              <a:off x="5880736" y="1739982"/>
              <a:ext cx="8454799" cy="4545814"/>
              <a:chOff x="5306229" y="1800"/>
              <a:chExt cx="8454799" cy="4545814"/>
            </a:xfrm>
          </p:grpSpPr>
          <p:sp>
            <p:nvSpPr>
              <p:cNvPr id="7" name="Oval 6">
                <a:extLst>
                  <a:ext uri="{FF2B5EF4-FFF2-40B4-BE49-F238E27FC236}">
                    <a16:creationId xmlns:a16="http://schemas.microsoft.com/office/drawing/2014/main" id="{C4783195-667F-92EA-9A91-980F08D1B822}"/>
                  </a:ext>
                </a:extLst>
              </p:cNvPr>
              <p:cNvSpPr/>
              <p:nvPr/>
            </p:nvSpPr>
            <p:spPr>
              <a:xfrm>
                <a:off x="5306229" y="1800"/>
                <a:ext cx="4545814" cy="4545814"/>
              </a:xfrm>
              <a:prstGeom prst="ellipse">
                <a:avLst/>
              </a:prstGeom>
              <a:solidFill>
                <a:srgbClr val="C76B18">
                  <a:alpha val="74902"/>
                </a:srgbClr>
              </a:solidFill>
            </p:spPr>
            <p:style>
              <a:lnRef idx="2">
                <a:schemeClr val="lt1">
                  <a:hueOff val="0"/>
                  <a:satOff val="0"/>
                  <a:lumOff val="0"/>
                  <a:alphaOff val="0"/>
                </a:schemeClr>
              </a:lnRef>
              <a:fillRef idx="1">
                <a:schemeClr val="accent5">
                  <a:alpha val="50000"/>
                  <a:hueOff val="-7353344"/>
                  <a:satOff val="-10228"/>
                  <a:lumOff val="-3922"/>
                  <a:alphaOff val="0"/>
                </a:schemeClr>
              </a:fillRef>
              <a:effectRef idx="0">
                <a:schemeClr val="accent5">
                  <a:alpha val="50000"/>
                  <a:hueOff val="-7353344"/>
                  <a:satOff val="-10228"/>
                  <a:lumOff val="-3922"/>
                  <a:alphaOff val="0"/>
                </a:schemeClr>
              </a:effectRef>
              <a:fontRef idx="minor">
                <a:schemeClr val="tx1"/>
              </a:fontRef>
            </p:style>
            <p:txBody>
              <a:bodyPr/>
              <a:lstStyle/>
              <a:p>
                <a:endParaRPr lang="en-US"/>
              </a:p>
            </p:txBody>
          </p:sp>
          <p:sp>
            <p:nvSpPr>
              <p:cNvPr id="10" name="Oval 4">
                <a:extLst>
                  <a:ext uri="{FF2B5EF4-FFF2-40B4-BE49-F238E27FC236}">
                    <a16:creationId xmlns:a16="http://schemas.microsoft.com/office/drawing/2014/main" id="{B5278048-EAA0-E2C8-F586-38BDEFDF5DB5}"/>
                  </a:ext>
                </a:extLst>
              </p:cNvPr>
              <p:cNvSpPr txBox="1"/>
              <p:nvPr/>
            </p:nvSpPr>
            <p:spPr>
              <a:xfrm>
                <a:off x="6264114" y="1268837"/>
                <a:ext cx="2621010" cy="2761992"/>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600" b="1" i="0" kern="1200">
                    <a:solidFill>
                      <a:schemeClr val="bg1"/>
                    </a:solidFill>
                  </a:rPr>
                  <a:t>Scientific discipline</a:t>
                </a:r>
              </a:p>
              <a:p>
                <a:pPr marL="0" lvl="0" indent="0" algn="ctr" defTabSz="800100">
                  <a:lnSpc>
                    <a:spcPct val="90000"/>
                  </a:lnSpc>
                  <a:spcBef>
                    <a:spcPct val="0"/>
                  </a:spcBef>
                  <a:spcAft>
                    <a:spcPct val="35000"/>
                  </a:spcAft>
                  <a:buNone/>
                </a:pPr>
                <a:endParaRPr lang="en-US" sz="1600" b="1" i="0" kern="1200">
                  <a:solidFill>
                    <a:schemeClr val="bg1"/>
                  </a:solidFill>
                </a:endParaRPr>
              </a:p>
              <a:p>
                <a:pPr marL="0" lvl="0" indent="0" algn="ctr" defTabSz="800100">
                  <a:lnSpc>
                    <a:spcPct val="90000"/>
                  </a:lnSpc>
                  <a:spcBef>
                    <a:spcPct val="0"/>
                  </a:spcBef>
                  <a:spcAft>
                    <a:spcPct val="35000"/>
                  </a:spcAft>
                  <a:buNone/>
                </a:pPr>
                <a:r>
                  <a:rPr lang="en-US" sz="1600" b="1" i="0" kern="1200">
                    <a:solidFill>
                      <a:schemeClr val="bg1"/>
                    </a:solidFill>
                  </a:rPr>
                  <a:t>Understanding human interactions with systems</a:t>
                </a:r>
              </a:p>
              <a:p>
                <a:pPr marL="0" lvl="0" indent="0" algn="ctr" defTabSz="800100">
                  <a:lnSpc>
                    <a:spcPct val="90000"/>
                  </a:lnSpc>
                  <a:spcBef>
                    <a:spcPct val="0"/>
                  </a:spcBef>
                  <a:spcAft>
                    <a:spcPct val="35000"/>
                  </a:spcAft>
                  <a:buNone/>
                </a:pPr>
                <a:endParaRPr lang="en-US" sz="1600" b="1">
                  <a:solidFill>
                    <a:schemeClr val="bg1"/>
                  </a:solidFill>
                </a:endParaRPr>
              </a:p>
              <a:p>
                <a:pPr marL="0" lvl="0" indent="0" algn="ctr" defTabSz="800100">
                  <a:lnSpc>
                    <a:spcPct val="90000"/>
                  </a:lnSpc>
                  <a:spcBef>
                    <a:spcPct val="0"/>
                  </a:spcBef>
                  <a:spcAft>
                    <a:spcPct val="35000"/>
                  </a:spcAft>
                  <a:buNone/>
                </a:pPr>
                <a:r>
                  <a:rPr lang="en-US" sz="1600" b="1" i="0" kern="1200">
                    <a:solidFill>
                      <a:schemeClr val="bg1"/>
                    </a:solidFill>
                  </a:rPr>
                  <a:t>Includes measurements of user performance</a:t>
                </a:r>
              </a:p>
            </p:txBody>
          </p:sp>
          <p:sp>
            <p:nvSpPr>
              <p:cNvPr id="14" name="Oval 13">
                <a:extLst>
                  <a:ext uri="{FF2B5EF4-FFF2-40B4-BE49-F238E27FC236}">
                    <a16:creationId xmlns:a16="http://schemas.microsoft.com/office/drawing/2014/main" id="{6A33D344-D3E4-61BF-7E4F-92F2521ACFAC}"/>
                  </a:ext>
                </a:extLst>
              </p:cNvPr>
              <p:cNvSpPr/>
              <p:nvPr/>
            </p:nvSpPr>
            <p:spPr>
              <a:xfrm>
                <a:off x="9215214" y="1800"/>
                <a:ext cx="4545814" cy="4545814"/>
              </a:xfrm>
              <a:prstGeom prst="ellipse">
                <a:avLst/>
              </a:prstGeom>
              <a:solidFill>
                <a:schemeClr val="accent2">
                  <a:lumMod val="50000"/>
                  <a:alpha val="50000"/>
                </a:schemeClr>
              </a:solidFill>
            </p:spPr>
            <p:style>
              <a:lnRef idx="2">
                <a:schemeClr val="lt1">
                  <a:hueOff val="0"/>
                  <a:satOff val="0"/>
                  <a:lumOff val="0"/>
                  <a:alphaOff val="0"/>
                </a:schemeClr>
              </a:lnRef>
              <a:fillRef idx="1">
                <a:schemeClr val="accent5">
                  <a:alpha val="50000"/>
                  <a:hueOff val="-7353344"/>
                  <a:satOff val="-10228"/>
                  <a:lumOff val="-3922"/>
                  <a:alphaOff val="0"/>
                </a:schemeClr>
              </a:fillRef>
              <a:effectRef idx="0">
                <a:schemeClr val="accent5">
                  <a:alpha val="50000"/>
                  <a:hueOff val="-7353344"/>
                  <a:satOff val="-10228"/>
                  <a:lumOff val="-3922"/>
                  <a:alphaOff val="0"/>
                </a:schemeClr>
              </a:effectRef>
              <a:fontRef idx="minor">
                <a:schemeClr val="tx1"/>
              </a:fontRef>
            </p:style>
            <p:txBody>
              <a:bodyPr/>
              <a:lstStyle/>
              <a:p>
                <a:endParaRPr lang="en-US"/>
              </a:p>
            </p:txBody>
          </p:sp>
          <p:sp>
            <p:nvSpPr>
              <p:cNvPr id="15" name="Oval 4">
                <a:extLst>
                  <a:ext uri="{FF2B5EF4-FFF2-40B4-BE49-F238E27FC236}">
                    <a16:creationId xmlns:a16="http://schemas.microsoft.com/office/drawing/2014/main" id="{B388A267-FDA9-D644-6C98-1F139056EB94}"/>
                  </a:ext>
                </a:extLst>
              </p:cNvPr>
              <p:cNvSpPr txBox="1"/>
              <p:nvPr/>
            </p:nvSpPr>
            <p:spPr>
              <a:xfrm>
                <a:off x="10173099" y="1268836"/>
                <a:ext cx="2621010" cy="2761992"/>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t" anchorCtr="0">
                <a:noAutofit/>
              </a:bodyPr>
              <a:lstStyle/>
              <a:p>
                <a:pPr marL="0" lvl="0" indent="0" algn="r" defTabSz="800100">
                  <a:lnSpc>
                    <a:spcPct val="90000"/>
                  </a:lnSpc>
                  <a:spcBef>
                    <a:spcPct val="0"/>
                  </a:spcBef>
                  <a:spcAft>
                    <a:spcPct val="35000"/>
                  </a:spcAft>
                  <a:buNone/>
                </a:pPr>
                <a:r>
                  <a:rPr lang="en-US" sz="1600" b="1" i="0" kern="1200">
                    <a:solidFill>
                      <a:schemeClr val="bg1"/>
                    </a:solidFill>
                  </a:rPr>
                  <a:t>Describes “feeling” of using product</a:t>
                </a:r>
              </a:p>
              <a:p>
                <a:pPr marL="0" lvl="0" indent="0" algn="r" defTabSz="800100">
                  <a:lnSpc>
                    <a:spcPct val="90000"/>
                  </a:lnSpc>
                  <a:spcBef>
                    <a:spcPct val="0"/>
                  </a:spcBef>
                  <a:spcAft>
                    <a:spcPct val="35000"/>
                  </a:spcAft>
                  <a:buNone/>
                </a:pPr>
                <a:endParaRPr lang="en-US" sz="1600" b="1" i="0" kern="1200">
                  <a:solidFill>
                    <a:schemeClr val="bg1"/>
                  </a:solidFill>
                </a:endParaRPr>
              </a:p>
              <a:p>
                <a:pPr marL="0" lvl="0" indent="0" algn="r" defTabSz="800100">
                  <a:lnSpc>
                    <a:spcPct val="90000"/>
                  </a:lnSpc>
                  <a:spcBef>
                    <a:spcPct val="0"/>
                  </a:spcBef>
                  <a:spcAft>
                    <a:spcPct val="35000"/>
                  </a:spcAft>
                  <a:buNone/>
                </a:pPr>
                <a:r>
                  <a:rPr lang="en-US" sz="1600" b="1" i="0" kern="1200">
                    <a:solidFill>
                      <a:schemeClr val="bg1"/>
                    </a:solidFill>
                  </a:rPr>
                  <a:t>Understanding ease and satisfaction of product use</a:t>
                </a:r>
              </a:p>
              <a:p>
                <a:pPr marL="0" lvl="0" indent="0" algn="r" defTabSz="800100">
                  <a:lnSpc>
                    <a:spcPct val="90000"/>
                  </a:lnSpc>
                  <a:spcBef>
                    <a:spcPct val="0"/>
                  </a:spcBef>
                  <a:spcAft>
                    <a:spcPct val="35000"/>
                  </a:spcAft>
                  <a:buNone/>
                </a:pPr>
                <a:endParaRPr lang="en-US" sz="1600" b="1">
                  <a:solidFill>
                    <a:schemeClr val="bg1"/>
                  </a:solidFill>
                </a:endParaRPr>
              </a:p>
              <a:p>
                <a:pPr marL="0" lvl="0" indent="0" algn="r" defTabSz="800100">
                  <a:lnSpc>
                    <a:spcPct val="90000"/>
                  </a:lnSpc>
                  <a:spcBef>
                    <a:spcPct val="0"/>
                  </a:spcBef>
                  <a:spcAft>
                    <a:spcPct val="35000"/>
                  </a:spcAft>
                  <a:buNone/>
                </a:pPr>
                <a:r>
                  <a:rPr lang="en-US" sz="1600" b="1" i="0" kern="1200">
                    <a:solidFill>
                      <a:schemeClr val="bg1"/>
                    </a:solidFill>
                  </a:rPr>
                  <a:t>Includes measurements of subjective feedback</a:t>
                </a:r>
              </a:p>
            </p:txBody>
          </p:sp>
        </p:grpSp>
        <p:sp>
          <p:nvSpPr>
            <p:cNvPr id="9" name="Rectangle: Rounded Corners 8">
              <a:extLst>
                <a:ext uri="{FF2B5EF4-FFF2-40B4-BE49-F238E27FC236}">
                  <a16:creationId xmlns:a16="http://schemas.microsoft.com/office/drawing/2014/main" id="{B4DC8979-C315-E153-C290-2EC689A132EE}"/>
                </a:ext>
              </a:extLst>
            </p:cNvPr>
            <p:cNvSpPr/>
            <p:nvPr/>
          </p:nvSpPr>
          <p:spPr>
            <a:xfrm>
              <a:off x="6822831" y="1718477"/>
              <a:ext cx="2673283" cy="76355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HUMAN FACTORS</a:t>
              </a:r>
            </a:p>
          </p:txBody>
        </p:sp>
        <p:sp>
          <p:nvSpPr>
            <p:cNvPr id="18" name="Rectangle: Rounded Corners 17">
              <a:extLst>
                <a:ext uri="{FF2B5EF4-FFF2-40B4-BE49-F238E27FC236}">
                  <a16:creationId xmlns:a16="http://schemas.microsoft.com/office/drawing/2014/main" id="{DA131F90-FAB8-36AB-3E98-5CB29E4706FF}"/>
                </a:ext>
              </a:extLst>
            </p:cNvPr>
            <p:cNvSpPr/>
            <p:nvPr/>
          </p:nvSpPr>
          <p:spPr>
            <a:xfrm>
              <a:off x="10731816" y="1718476"/>
              <a:ext cx="2673283" cy="763559"/>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UX</a:t>
              </a:r>
            </a:p>
          </p:txBody>
        </p:sp>
      </p:grpSp>
    </p:spTree>
    <p:extLst>
      <p:ext uri="{BB962C8B-B14F-4D97-AF65-F5344CB8AC3E}">
        <p14:creationId xmlns:p14="http://schemas.microsoft.com/office/powerpoint/2010/main" val="21813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4B08-2330-355E-16A8-F3A38FCE9F40}"/>
              </a:ext>
            </a:extLst>
          </p:cNvPr>
          <p:cNvSpPr>
            <a:spLocks noGrp="1"/>
          </p:cNvSpPr>
          <p:nvPr>
            <p:ph type="title"/>
          </p:nvPr>
        </p:nvSpPr>
        <p:spPr/>
        <p:txBody>
          <a:bodyPr/>
          <a:lstStyle/>
          <a:p>
            <a:r>
              <a:rPr lang="en-US"/>
              <a:t>Relevant Standards</a:t>
            </a:r>
          </a:p>
        </p:txBody>
      </p:sp>
      <p:sp>
        <p:nvSpPr>
          <p:cNvPr id="3" name="Content Placeholder 2">
            <a:extLst>
              <a:ext uri="{FF2B5EF4-FFF2-40B4-BE49-F238E27FC236}">
                <a16:creationId xmlns:a16="http://schemas.microsoft.com/office/drawing/2014/main" id="{F3A76A8F-E1E0-C6D0-7823-22E9935BDA0C}"/>
              </a:ext>
            </a:extLst>
          </p:cNvPr>
          <p:cNvSpPr>
            <a:spLocks noGrp="1"/>
          </p:cNvSpPr>
          <p:nvPr>
            <p:ph idx="1"/>
          </p:nvPr>
        </p:nvSpPr>
        <p:spPr/>
        <p:txBody>
          <a:bodyPr/>
          <a:lstStyle/>
          <a:p>
            <a:pPr marL="0" indent="0">
              <a:buNone/>
            </a:pPr>
            <a:r>
              <a:rPr lang="en-US"/>
              <a:t>HFE in the medical device industry is driven by a specific set of standards:</a:t>
            </a:r>
          </a:p>
        </p:txBody>
      </p:sp>
      <p:graphicFrame>
        <p:nvGraphicFramePr>
          <p:cNvPr id="4" name="Table 3">
            <a:extLst>
              <a:ext uri="{FF2B5EF4-FFF2-40B4-BE49-F238E27FC236}">
                <a16:creationId xmlns:a16="http://schemas.microsoft.com/office/drawing/2014/main" id="{E33FEA16-A8CA-E8F5-19C3-A66CD5E32D8A}"/>
              </a:ext>
            </a:extLst>
          </p:cNvPr>
          <p:cNvGraphicFramePr>
            <a:graphicFrameLocks noGrp="1"/>
          </p:cNvGraphicFramePr>
          <p:nvPr>
            <p:extLst>
              <p:ext uri="{D42A27DB-BD31-4B8C-83A1-F6EECF244321}">
                <p14:modId xmlns:p14="http://schemas.microsoft.com/office/powerpoint/2010/main" val="2305022024"/>
              </p:ext>
            </p:extLst>
          </p:nvPr>
        </p:nvGraphicFramePr>
        <p:xfrm>
          <a:off x="1574800" y="1635248"/>
          <a:ext cx="9042400" cy="4759960"/>
        </p:xfrm>
        <a:graphic>
          <a:graphicData uri="http://schemas.openxmlformats.org/drawingml/2006/table">
            <a:tbl>
              <a:tblPr firstRow="1" bandRow="1">
                <a:tableStyleId>{5C22544A-7EE6-4342-B048-85BDC9FD1C3A}</a:tableStyleId>
              </a:tblPr>
              <a:tblGrid>
                <a:gridCol w="3454400">
                  <a:extLst>
                    <a:ext uri="{9D8B030D-6E8A-4147-A177-3AD203B41FA5}">
                      <a16:colId xmlns:a16="http://schemas.microsoft.com/office/drawing/2014/main" val="2061521781"/>
                    </a:ext>
                  </a:extLst>
                </a:gridCol>
                <a:gridCol w="5588000">
                  <a:extLst>
                    <a:ext uri="{9D8B030D-6E8A-4147-A177-3AD203B41FA5}">
                      <a16:colId xmlns:a16="http://schemas.microsoft.com/office/drawing/2014/main" val="2921127062"/>
                    </a:ext>
                  </a:extLst>
                </a:gridCol>
              </a:tblGrid>
              <a:tr h="370840">
                <a:tc>
                  <a:txBody>
                    <a:bodyPr/>
                    <a:lstStyle/>
                    <a:p>
                      <a:r>
                        <a:rPr lang="en-US"/>
                        <a:t>Standard Number</a:t>
                      </a:r>
                    </a:p>
                  </a:txBody>
                  <a:tcPr/>
                </a:tc>
                <a:tc>
                  <a:txBody>
                    <a:bodyPr/>
                    <a:lstStyle/>
                    <a:p>
                      <a:r>
                        <a:rPr lang="en-US"/>
                        <a:t>Title</a:t>
                      </a:r>
                    </a:p>
                  </a:txBody>
                  <a:tcPr/>
                </a:tc>
                <a:extLst>
                  <a:ext uri="{0D108BD9-81ED-4DB2-BD59-A6C34878D82A}">
                    <a16:rowId xmlns:a16="http://schemas.microsoft.com/office/drawing/2014/main" val="5109751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ANSI/AAMI HE75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Human Factors Engineering: Design of Medical Devices</a:t>
                      </a:r>
                    </a:p>
                  </a:txBody>
                  <a:tcPr/>
                </a:tc>
                <a:extLst>
                  <a:ext uri="{0D108BD9-81ED-4DB2-BD59-A6C34878D82A}">
                    <a16:rowId xmlns:a16="http://schemas.microsoft.com/office/drawing/2014/main" val="1652354219"/>
                  </a:ext>
                </a:extLst>
              </a:tr>
              <a:tr h="370840">
                <a:tc>
                  <a:txBody>
                    <a:bodyPr/>
                    <a:lstStyle/>
                    <a:p>
                      <a:r>
                        <a:rPr lang="en-US"/>
                        <a:t>ISO/IEC 62366-1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Medical devices – Part 1: Application of usability engineering to medical devices</a:t>
                      </a:r>
                    </a:p>
                  </a:txBody>
                  <a:tcPr/>
                </a:tc>
                <a:extLst>
                  <a:ext uri="{0D108BD9-81ED-4DB2-BD59-A6C34878D82A}">
                    <a16:rowId xmlns:a16="http://schemas.microsoft.com/office/drawing/2014/main" val="640820277"/>
                  </a:ext>
                </a:extLst>
              </a:tr>
              <a:tr h="370840">
                <a:tc>
                  <a:txBody>
                    <a:bodyPr/>
                    <a:lstStyle/>
                    <a:p>
                      <a:r>
                        <a:rPr lang="en-US"/>
                        <a:t>ISO/IEC 60601-1-6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Medical electrical equipment - Part 1-6: General requirements for basic safety and essential performance - Collateral standard: Usability</a:t>
                      </a:r>
                    </a:p>
                  </a:txBody>
                  <a:tcPr/>
                </a:tc>
                <a:extLst>
                  <a:ext uri="{0D108BD9-81ED-4DB2-BD59-A6C34878D82A}">
                    <a16:rowId xmlns:a16="http://schemas.microsoft.com/office/drawing/2014/main" val="3634981903"/>
                  </a:ext>
                </a:extLst>
              </a:tr>
              <a:tr h="415772">
                <a:tc>
                  <a:txBody>
                    <a:bodyPr/>
                    <a:lstStyle/>
                    <a:p>
                      <a:r>
                        <a:rPr lang="en-US"/>
                        <a:t>ANSI/AAMI/ISO 14971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Medical devices — Application of risk management to medical devices</a:t>
                      </a:r>
                    </a:p>
                  </a:txBody>
                  <a:tcPr/>
                </a:tc>
                <a:extLst>
                  <a:ext uri="{0D108BD9-81ED-4DB2-BD59-A6C34878D82A}">
                    <a16:rowId xmlns:a16="http://schemas.microsoft.com/office/drawing/2014/main" val="2672380544"/>
                  </a:ext>
                </a:extLst>
              </a:tr>
              <a:tr h="370840">
                <a:tc>
                  <a:txBody>
                    <a:bodyPr/>
                    <a:lstStyle/>
                    <a:p>
                      <a:r>
                        <a:rPr lang="en-US"/>
                        <a:t>FDA Guidance (2016)</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Guidance for Industry and Food and Drug Administration Staff: Applying Human Factors and Usability Engineering to Medical Devices</a:t>
                      </a:r>
                    </a:p>
                  </a:txBody>
                  <a:tcPr/>
                </a:tc>
                <a:extLst>
                  <a:ext uri="{0D108BD9-81ED-4DB2-BD59-A6C34878D82A}">
                    <a16:rowId xmlns:a16="http://schemas.microsoft.com/office/drawing/2014/main" val="3002373872"/>
                  </a:ext>
                </a:extLst>
              </a:tr>
              <a:tr h="370840">
                <a:tc>
                  <a:txBody>
                    <a:bodyPr/>
                    <a:lstStyle/>
                    <a:p>
                      <a:r>
                        <a:rPr lang="en-US"/>
                        <a:t>FDA Guidance (2022)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Content of Human Factors Information in Medical Device Marketing Submissions</a:t>
                      </a:r>
                    </a:p>
                  </a:txBody>
                  <a:tcPr/>
                </a:tc>
                <a:extLst>
                  <a:ext uri="{0D108BD9-81ED-4DB2-BD59-A6C34878D82A}">
                    <a16:rowId xmlns:a16="http://schemas.microsoft.com/office/drawing/2014/main" val="1465081111"/>
                  </a:ext>
                </a:extLst>
              </a:tr>
            </a:tbl>
          </a:graphicData>
        </a:graphic>
      </p:graphicFrame>
      <p:sp>
        <p:nvSpPr>
          <p:cNvPr id="5" name="Arrow: Right 4">
            <a:extLst>
              <a:ext uri="{FF2B5EF4-FFF2-40B4-BE49-F238E27FC236}">
                <a16:creationId xmlns:a16="http://schemas.microsoft.com/office/drawing/2014/main" id="{C3E53986-9C7F-73B1-1F74-A8E8A83C734C}"/>
              </a:ext>
            </a:extLst>
          </p:cNvPr>
          <p:cNvSpPr/>
          <p:nvPr/>
        </p:nvSpPr>
        <p:spPr>
          <a:xfrm>
            <a:off x="243840" y="4318000"/>
            <a:ext cx="1127760" cy="396240"/>
          </a:xfrm>
          <a:prstGeom prst="rightArrow">
            <a:avLst/>
          </a:prstGeom>
          <a:solidFill>
            <a:srgbClr val="008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6587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88DAE7-06F0-9593-33CF-09BAC4891F51}"/>
              </a:ext>
            </a:extLst>
          </p:cNvPr>
          <p:cNvSpPr>
            <a:spLocks noGrp="1"/>
          </p:cNvSpPr>
          <p:nvPr>
            <p:ph type="ctrTitle"/>
          </p:nvPr>
        </p:nvSpPr>
        <p:spPr>
          <a:xfrm>
            <a:off x="4384963" y="2076638"/>
            <a:ext cx="3439392" cy="1323439"/>
          </a:xfrm>
        </p:spPr>
        <p:txBody>
          <a:bodyPr/>
          <a:lstStyle/>
          <a:p>
            <a:r>
              <a:rPr lang="en-US"/>
              <a:t>Hazard Analysis</a:t>
            </a:r>
          </a:p>
        </p:txBody>
      </p:sp>
      <p:sp>
        <p:nvSpPr>
          <p:cNvPr id="5" name="Text Placeholder 4">
            <a:extLst>
              <a:ext uri="{FF2B5EF4-FFF2-40B4-BE49-F238E27FC236}">
                <a16:creationId xmlns:a16="http://schemas.microsoft.com/office/drawing/2014/main" id="{14779235-AF07-CB22-6E68-3A014CFD2DA0}"/>
              </a:ext>
            </a:extLst>
          </p:cNvPr>
          <p:cNvSpPr>
            <a:spLocks noGrp="1"/>
          </p:cNvSpPr>
          <p:nvPr>
            <p:ph type="body" sz="quarter" idx="10"/>
          </p:nvPr>
        </p:nvSpPr>
        <p:spPr>
          <a:xfrm>
            <a:off x="4384963" y="3657500"/>
            <a:ext cx="3439392" cy="1015663"/>
          </a:xfrm>
        </p:spPr>
        <p:txBody>
          <a:bodyPr/>
          <a:lstStyle/>
          <a:p>
            <a:r>
              <a:rPr lang="en-US"/>
              <a:t>How do we identify and document different types of </a:t>
            </a:r>
          </a:p>
        </p:txBody>
      </p:sp>
    </p:spTree>
    <p:extLst>
      <p:ext uri="{BB962C8B-B14F-4D97-AF65-F5344CB8AC3E}">
        <p14:creationId xmlns:p14="http://schemas.microsoft.com/office/powerpoint/2010/main" val="634824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BAC4F-962A-A68D-4B80-D836C96D4FF2}"/>
              </a:ext>
            </a:extLst>
          </p:cNvPr>
          <p:cNvSpPr>
            <a:spLocks noGrp="1"/>
          </p:cNvSpPr>
          <p:nvPr>
            <p:ph type="title"/>
          </p:nvPr>
        </p:nvSpPr>
        <p:spPr/>
        <p:txBody>
          <a:bodyPr/>
          <a:lstStyle/>
          <a:p>
            <a:r>
              <a:rPr lang="en-US"/>
              <a:t>Definitions (per ISO 14971)</a:t>
            </a:r>
          </a:p>
        </p:txBody>
      </p:sp>
      <p:graphicFrame>
        <p:nvGraphicFramePr>
          <p:cNvPr id="4" name="Content Placeholder 3">
            <a:extLst>
              <a:ext uri="{FF2B5EF4-FFF2-40B4-BE49-F238E27FC236}">
                <a16:creationId xmlns:a16="http://schemas.microsoft.com/office/drawing/2014/main" id="{BA39E569-587F-03C2-84FD-6364EDB3F567}"/>
              </a:ext>
            </a:extLst>
          </p:cNvPr>
          <p:cNvGraphicFramePr>
            <a:graphicFrameLocks noGrp="1"/>
          </p:cNvGraphicFramePr>
          <p:nvPr>
            <p:ph idx="1"/>
            <p:extLst>
              <p:ext uri="{D42A27DB-BD31-4B8C-83A1-F6EECF244321}">
                <p14:modId xmlns:p14="http://schemas.microsoft.com/office/powerpoint/2010/main" val="3454621377"/>
              </p:ext>
            </p:extLst>
          </p:nvPr>
        </p:nvGraphicFramePr>
        <p:xfrm>
          <a:off x="425450" y="1142999"/>
          <a:ext cx="11266488" cy="53534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descr="A crocodile with its mouth open&#10;&#10;AI-generated content may be incorrect.">
            <a:extLst>
              <a:ext uri="{FF2B5EF4-FFF2-40B4-BE49-F238E27FC236}">
                <a16:creationId xmlns:a16="http://schemas.microsoft.com/office/drawing/2014/main" id="{4CABD73A-EDA5-2C72-02A0-4F8162394CFF}"/>
              </a:ext>
            </a:extLst>
          </p:cNvPr>
          <p:cNvPicPr>
            <a:picLocks noChangeAspect="1"/>
          </p:cNvPicPr>
          <p:nvPr/>
        </p:nvPicPr>
        <p:blipFill>
          <a:blip r:embed="rId7">
            <a:extLst>
              <a:ext uri="{28A0092B-C50C-407E-A947-70E740481C1C}">
                <a14:useLocalDpi xmlns:a14="http://schemas.microsoft.com/office/drawing/2010/main" val="0"/>
              </a:ext>
            </a:extLst>
          </a:blip>
          <a:srcRect l="33285" t="7387" r="16406" b="11950"/>
          <a:stretch>
            <a:fillRect/>
          </a:stretch>
        </p:blipFill>
        <p:spPr>
          <a:xfrm>
            <a:off x="9172492" y="959736"/>
            <a:ext cx="1930884" cy="1738423"/>
          </a:xfrm>
          <a:prstGeom prst="rect">
            <a:avLst/>
          </a:prstGeom>
        </p:spPr>
      </p:pic>
      <p:pic>
        <p:nvPicPr>
          <p:cNvPr id="8" name="Picture 7" descr="A crocodile crossing the road&#10;&#10;AI-generated content may be incorrect.">
            <a:extLst>
              <a:ext uri="{FF2B5EF4-FFF2-40B4-BE49-F238E27FC236}">
                <a16:creationId xmlns:a16="http://schemas.microsoft.com/office/drawing/2014/main" id="{93DB7642-3337-053A-9055-C30D93D00DA7}"/>
              </a:ext>
            </a:extLst>
          </p:cNvPr>
          <p:cNvPicPr>
            <a:picLocks noChangeAspect="1"/>
          </p:cNvPicPr>
          <p:nvPr/>
        </p:nvPicPr>
        <p:blipFill>
          <a:blip r:embed="rId8">
            <a:extLst>
              <a:ext uri="{28A0092B-C50C-407E-A947-70E740481C1C}">
                <a14:useLocalDpi xmlns:a14="http://schemas.microsoft.com/office/drawing/2010/main" val="0"/>
              </a:ext>
            </a:extLst>
          </a:blip>
          <a:srcRect l="47165" t="2635" b="7132"/>
          <a:stretch>
            <a:fillRect/>
          </a:stretch>
        </p:blipFill>
        <p:spPr>
          <a:xfrm>
            <a:off x="9172492" y="2769780"/>
            <a:ext cx="1931755" cy="1866015"/>
          </a:xfrm>
          <a:prstGeom prst="rect">
            <a:avLst/>
          </a:prstGeom>
        </p:spPr>
      </p:pic>
      <p:pic>
        <p:nvPicPr>
          <p:cNvPr id="12" name="Picture 11" descr="A gingerbread person on a tray&#10;&#10;AI-generated content may be incorrect.">
            <a:extLst>
              <a:ext uri="{FF2B5EF4-FFF2-40B4-BE49-F238E27FC236}">
                <a16:creationId xmlns:a16="http://schemas.microsoft.com/office/drawing/2014/main" id="{E7A77897-77E0-2102-3B3B-4DCC15B03E82}"/>
              </a:ext>
            </a:extLst>
          </p:cNvPr>
          <p:cNvPicPr>
            <a:picLocks noChangeAspect="1"/>
          </p:cNvPicPr>
          <p:nvPr/>
        </p:nvPicPr>
        <p:blipFill>
          <a:blip r:embed="rId9">
            <a:extLst>
              <a:ext uri="{28A0092B-C50C-407E-A947-70E740481C1C}">
                <a14:useLocalDpi xmlns:a14="http://schemas.microsoft.com/office/drawing/2010/main" val="0"/>
              </a:ext>
            </a:extLst>
          </a:blip>
          <a:srcRect l="21585" t="4040" r="29927"/>
          <a:stretch>
            <a:fillRect/>
          </a:stretch>
        </p:blipFill>
        <p:spPr>
          <a:xfrm>
            <a:off x="9172492" y="4759688"/>
            <a:ext cx="1930884" cy="1910626"/>
          </a:xfrm>
          <a:prstGeom prst="rect">
            <a:avLst/>
          </a:prstGeom>
        </p:spPr>
      </p:pic>
    </p:spTree>
    <p:extLst>
      <p:ext uri="{BB962C8B-B14F-4D97-AF65-F5344CB8AC3E}">
        <p14:creationId xmlns:p14="http://schemas.microsoft.com/office/powerpoint/2010/main" val="275236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DA918A6E-A2CA-4580-84A8-12ED1B9C6A22}"/>
                                            </p:graphicEl>
                                          </p:spTgt>
                                        </p:tgtEl>
                                        <p:attrNameLst>
                                          <p:attrName>style.visibility</p:attrName>
                                        </p:attrNameLst>
                                      </p:cBhvr>
                                      <p:to>
                                        <p:strVal val="visible"/>
                                      </p:to>
                                    </p:set>
                                    <p:animEffect transition="in" filter="fade">
                                      <p:cBhvr>
                                        <p:cTn id="7" dur="500"/>
                                        <p:tgtEl>
                                          <p:spTgt spid="4">
                                            <p:graphicEl>
                                              <a:dgm id="{DA918A6E-A2CA-4580-84A8-12ED1B9C6A22}"/>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0F051E94-A8DA-4FDE-840B-209D230051AE}"/>
                                            </p:graphicEl>
                                          </p:spTgt>
                                        </p:tgtEl>
                                        <p:attrNameLst>
                                          <p:attrName>style.visibility</p:attrName>
                                        </p:attrNameLst>
                                      </p:cBhvr>
                                      <p:to>
                                        <p:strVal val="visible"/>
                                      </p:to>
                                    </p:set>
                                    <p:animEffect transition="in" filter="fade">
                                      <p:cBhvr>
                                        <p:cTn id="12" dur="500"/>
                                        <p:tgtEl>
                                          <p:spTgt spid="4">
                                            <p:graphicEl>
                                              <a:dgm id="{0F051E94-A8DA-4FDE-840B-209D230051AE}"/>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graphicEl>
                                              <a:dgm id="{FD109448-4FE2-4A0D-BDC9-A04362F51FB5}"/>
                                            </p:graphicEl>
                                          </p:spTgt>
                                        </p:tgtEl>
                                        <p:attrNameLst>
                                          <p:attrName>style.visibility</p:attrName>
                                        </p:attrNameLst>
                                      </p:cBhvr>
                                      <p:to>
                                        <p:strVal val="visible"/>
                                      </p:to>
                                    </p:set>
                                    <p:animEffect transition="in" filter="fade">
                                      <p:cBhvr>
                                        <p:cTn id="17" dur="500"/>
                                        <p:tgtEl>
                                          <p:spTgt spid="4">
                                            <p:graphicEl>
                                              <a:dgm id="{FD109448-4FE2-4A0D-BDC9-A04362F51FB5}"/>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400"/>
                                  </p:stCondLst>
                                  <p:childTnLst>
                                    <p:set>
                                      <p:cBhvr>
                                        <p:cTn id="21" dur="1" fill="hold">
                                          <p:stCondLst>
                                            <p:cond delay="0"/>
                                          </p:stCondLst>
                                        </p:cTn>
                                        <p:tgtEl>
                                          <p:spTgt spid="4">
                                            <p:graphicEl>
                                              <a:dgm id="{B57D03D2-5197-4285-861C-8C6D60420612}"/>
                                            </p:graphicEl>
                                          </p:spTgt>
                                        </p:tgtEl>
                                        <p:attrNameLst>
                                          <p:attrName>style.visibility</p:attrName>
                                        </p:attrNameLst>
                                      </p:cBhvr>
                                      <p:to>
                                        <p:strVal val="visible"/>
                                      </p:to>
                                    </p:set>
                                    <p:animEffect transition="in" filter="fade">
                                      <p:cBhvr>
                                        <p:cTn id="22" dur="100"/>
                                        <p:tgtEl>
                                          <p:spTgt spid="4">
                                            <p:graphicEl>
                                              <a:dgm id="{B57D03D2-5197-4285-861C-8C6D60420612}"/>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graphicEl>
                                              <a:dgm id="{A309B986-08C0-4CCF-B2DC-85976F2EC262}"/>
                                            </p:graphicEl>
                                          </p:spTgt>
                                        </p:tgtEl>
                                        <p:attrNameLst>
                                          <p:attrName>style.visibility</p:attrName>
                                        </p:attrNameLst>
                                      </p:cBhvr>
                                      <p:to>
                                        <p:strVal val="visible"/>
                                      </p:to>
                                    </p:set>
                                    <p:animEffect transition="in" filter="fade">
                                      <p:cBhvr>
                                        <p:cTn id="27" dur="500"/>
                                        <p:tgtEl>
                                          <p:spTgt spid="4">
                                            <p:graphicEl>
                                              <a:dgm id="{A309B986-08C0-4CCF-B2DC-85976F2EC26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graphicEl>
                                              <a:dgm id="{16076E18-BB79-4D64-8542-EB07C540BD2D}"/>
                                            </p:graphicEl>
                                          </p:spTgt>
                                        </p:tgtEl>
                                        <p:attrNameLst>
                                          <p:attrName>style.visibility</p:attrName>
                                        </p:attrNameLst>
                                      </p:cBhvr>
                                      <p:to>
                                        <p:strVal val="visible"/>
                                      </p:to>
                                    </p:set>
                                    <p:animEffect transition="in" filter="fade">
                                      <p:cBhvr>
                                        <p:cTn id="32" dur="500"/>
                                        <p:tgtEl>
                                          <p:spTgt spid="4">
                                            <p:graphicEl>
                                              <a:dgm id="{16076E18-BB79-4D64-8542-EB07C540BD2D}"/>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nodeType="after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lvl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8CADC-A00D-618A-AC3C-82FB917F93F2}"/>
              </a:ext>
            </a:extLst>
          </p:cNvPr>
          <p:cNvSpPr>
            <a:spLocks noGrp="1"/>
          </p:cNvSpPr>
          <p:nvPr>
            <p:ph type="title"/>
          </p:nvPr>
        </p:nvSpPr>
        <p:spPr/>
        <p:txBody>
          <a:bodyPr/>
          <a:lstStyle/>
          <a:p>
            <a:r>
              <a:rPr lang="en-US"/>
              <a:t>Hazards</a:t>
            </a:r>
          </a:p>
        </p:txBody>
      </p:sp>
      <p:sp>
        <p:nvSpPr>
          <p:cNvPr id="3" name="Content Placeholder 2">
            <a:extLst>
              <a:ext uri="{FF2B5EF4-FFF2-40B4-BE49-F238E27FC236}">
                <a16:creationId xmlns:a16="http://schemas.microsoft.com/office/drawing/2014/main" id="{7B0AC942-473E-B3C5-D99C-7592FDDC33D7}"/>
              </a:ext>
            </a:extLst>
          </p:cNvPr>
          <p:cNvSpPr>
            <a:spLocks noGrp="1"/>
          </p:cNvSpPr>
          <p:nvPr>
            <p:ph idx="1"/>
          </p:nvPr>
        </p:nvSpPr>
        <p:spPr/>
        <p:txBody>
          <a:bodyPr/>
          <a:lstStyle/>
          <a:p>
            <a:pPr marL="0" indent="0">
              <a:buNone/>
            </a:pPr>
            <a:r>
              <a:rPr lang="en-US"/>
              <a:t>Can be classified into categories:</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lgn="ctr">
              <a:buNone/>
            </a:pPr>
            <a:r>
              <a:rPr lang="en-US"/>
              <a:t>…and more!</a:t>
            </a:r>
          </a:p>
        </p:txBody>
      </p:sp>
      <p:graphicFrame>
        <p:nvGraphicFramePr>
          <p:cNvPr id="4" name="Diagram 3">
            <a:extLst>
              <a:ext uri="{FF2B5EF4-FFF2-40B4-BE49-F238E27FC236}">
                <a16:creationId xmlns:a16="http://schemas.microsoft.com/office/drawing/2014/main" id="{509DE4F2-A186-2A34-A890-58647075F1B5}"/>
              </a:ext>
            </a:extLst>
          </p:cNvPr>
          <p:cNvGraphicFramePr/>
          <p:nvPr>
            <p:extLst>
              <p:ext uri="{D42A27DB-BD31-4B8C-83A1-F6EECF244321}">
                <p14:modId xmlns:p14="http://schemas.microsoft.com/office/powerpoint/2010/main" val="2864433360"/>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712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F4F64A83-5B1A-4111-AD9E-985D05953BD1}"/>
                                            </p:graphicEl>
                                          </p:spTgt>
                                        </p:tgtEl>
                                        <p:attrNameLst>
                                          <p:attrName>style.visibility</p:attrName>
                                        </p:attrNameLst>
                                      </p:cBhvr>
                                      <p:to>
                                        <p:strVal val="visible"/>
                                      </p:to>
                                    </p:set>
                                    <p:animEffect transition="in" filter="fade">
                                      <p:cBhvr>
                                        <p:cTn id="7" dur="500"/>
                                        <p:tgtEl>
                                          <p:spTgt spid="4">
                                            <p:graphicEl>
                                              <a:dgm id="{F4F64A83-5B1A-4111-AD9E-985D05953BD1}"/>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graphicEl>
                                              <a:dgm id="{9B3EB61D-DFCA-4E77-B4C2-DD042ED65E50}"/>
                                            </p:graphicEl>
                                          </p:spTgt>
                                        </p:tgtEl>
                                        <p:attrNameLst>
                                          <p:attrName>style.visibility</p:attrName>
                                        </p:attrNameLst>
                                      </p:cBhvr>
                                      <p:to>
                                        <p:strVal val="visible"/>
                                      </p:to>
                                    </p:set>
                                    <p:animEffect transition="in" filter="fade">
                                      <p:cBhvr>
                                        <p:cTn id="10" dur="500"/>
                                        <p:tgtEl>
                                          <p:spTgt spid="4">
                                            <p:graphicEl>
                                              <a:dgm id="{9B3EB61D-DFCA-4E77-B4C2-DD042ED65E50}"/>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graphicEl>
                                              <a:dgm id="{B4A62046-A899-4C10-8C14-9963C0252858}"/>
                                            </p:graphicEl>
                                          </p:spTgt>
                                        </p:tgtEl>
                                        <p:attrNameLst>
                                          <p:attrName>style.visibility</p:attrName>
                                        </p:attrNameLst>
                                      </p:cBhvr>
                                      <p:to>
                                        <p:strVal val="visible"/>
                                      </p:to>
                                    </p:set>
                                    <p:animEffect transition="in" filter="fade">
                                      <p:cBhvr>
                                        <p:cTn id="13" dur="500"/>
                                        <p:tgtEl>
                                          <p:spTgt spid="4">
                                            <p:graphicEl>
                                              <a:dgm id="{B4A62046-A899-4C10-8C14-9963C0252858}"/>
                                            </p:graphic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graphicEl>
                                              <a:dgm id="{CF22432B-4A6A-4F00-8669-FB0E0F8642F2}"/>
                                            </p:graphicEl>
                                          </p:spTgt>
                                        </p:tgtEl>
                                        <p:attrNameLst>
                                          <p:attrName>style.visibility</p:attrName>
                                        </p:attrNameLst>
                                      </p:cBhvr>
                                      <p:to>
                                        <p:strVal val="visible"/>
                                      </p:to>
                                    </p:set>
                                    <p:animEffect transition="in" filter="fade">
                                      <p:cBhvr>
                                        <p:cTn id="16" dur="500"/>
                                        <p:tgtEl>
                                          <p:spTgt spid="4">
                                            <p:graphicEl>
                                              <a:dgm id="{CF22432B-4A6A-4F00-8669-FB0E0F8642F2}"/>
                                            </p:graphic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graphicEl>
                                              <a:dgm id="{4F05602C-B86B-44DB-BEFE-CAE39630510E}"/>
                                            </p:graphicEl>
                                          </p:spTgt>
                                        </p:tgtEl>
                                        <p:attrNameLst>
                                          <p:attrName>style.visibility</p:attrName>
                                        </p:attrNameLst>
                                      </p:cBhvr>
                                      <p:to>
                                        <p:strVal val="visible"/>
                                      </p:to>
                                    </p:set>
                                    <p:animEffect transition="in" filter="fade">
                                      <p:cBhvr>
                                        <p:cTn id="21" dur="500"/>
                                        <p:tgtEl>
                                          <p:spTgt spid="4">
                                            <p:graphicEl>
                                              <a:dgm id="{4F05602C-B86B-44DB-BEFE-CAE39630510E}"/>
                                            </p:graphic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graphicEl>
                                              <a:dgm id="{B24FA7E0-83B8-4129-A47B-64B19E78DDD7}"/>
                                            </p:graphicEl>
                                          </p:spTgt>
                                        </p:tgtEl>
                                        <p:attrNameLst>
                                          <p:attrName>style.visibility</p:attrName>
                                        </p:attrNameLst>
                                      </p:cBhvr>
                                      <p:to>
                                        <p:strVal val="visible"/>
                                      </p:to>
                                    </p:set>
                                    <p:animEffect transition="in" filter="fade">
                                      <p:cBhvr>
                                        <p:cTn id="24" dur="500"/>
                                        <p:tgtEl>
                                          <p:spTgt spid="4">
                                            <p:graphicEl>
                                              <a:dgm id="{B24FA7E0-83B8-4129-A47B-64B19E78DDD7}"/>
                                            </p:graphic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graphicEl>
                                              <a:dgm id="{9F1A4FBC-7951-493E-8A85-952E41C45A44}"/>
                                            </p:graphicEl>
                                          </p:spTgt>
                                        </p:tgtEl>
                                        <p:attrNameLst>
                                          <p:attrName>style.visibility</p:attrName>
                                        </p:attrNameLst>
                                      </p:cBhvr>
                                      <p:to>
                                        <p:strVal val="visible"/>
                                      </p:to>
                                    </p:set>
                                    <p:animEffect transition="in" filter="fade">
                                      <p:cBhvr>
                                        <p:cTn id="27" dur="500"/>
                                        <p:tgtEl>
                                          <p:spTgt spid="4">
                                            <p:graphicEl>
                                              <a:dgm id="{9F1A4FBC-7951-493E-8A85-952E41C45A44}"/>
                                            </p:graphic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graphicEl>
                                              <a:dgm id="{E5A71200-ACE4-45E3-A679-1C5E02BBC93D}"/>
                                            </p:graphicEl>
                                          </p:spTgt>
                                        </p:tgtEl>
                                        <p:attrNameLst>
                                          <p:attrName>style.visibility</p:attrName>
                                        </p:attrNameLst>
                                      </p:cBhvr>
                                      <p:to>
                                        <p:strVal val="visible"/>
                                      </p:to>
                                    </p:set>
                                    <p:animEffect transition="in" filter="fade">
                                      <p:cBhvr>
                                        <p:cTn id="30" dur="500"/>
                                        <p:tgtEl>
                                          <p:spTgt spid="4">
                                            <p:graphicEl>
                                              <a:dgm id="{E5A71200-ACE4-45E3-A679-1C5E02BBC93D}"/>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AtOnc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BD899-248D-9536-29AB-B1CC2660C590}"/>
              </a:ext>
            </a:extLst>
          </p:cNvPr>
          <p:cNvSpPr>
            <a:spLocks noGrp="1"/>
          </p:cNvSpPr>
          <p:nvPr>
            <p:ph type="title"/>
          </p:nvPr>
        </p:nvSpPr>
        <p:spPr/>
        <p:txBody>
          <a:bodyPr/>
          <a:lstStyle/>
          <a:p>
            <a:r>
              <a:rPr lang="en-US"/>
              <a:t>Quantifying Risk – Severity &amp; Probability</a:t>
            </a:r>
          </a:p>
        </p:txBody>
      </p:sp>
      <p:sp>
        <p:nvSpPr>
          <p:cNvPr id="3" name="Content Placeholder 2">
            <a:extLst>
              <a:ext uri="{FF2B5EF4-FFF2-40B4-BE49-F238E27FC236}">
                <a16:creationId xmlns:a16="http://schemas.microsoft.com/office/drawing/2014/main" id="{9028823E-DD45-E2A6-24C7-964ADDC29838}"/>
              </a:ext>
            </a:extLst>
          </p:cNvPr>
          <p:cNvSpPr>
            <a:spLocks noGrp="1"/>
          </p:cNvSpPr>
          <p:nvPr>
            <p:ph idx="1"/>
          </p:nvPr>
        </p:nvSpPr>
        <p:spPr/>
        <p:txBody>
          <a:bodyPr/>
          <a:lstStyle/>
          <a:p>
            <a:pPr marL="0" indent="0">
              <a:buNone/>
            </a:pPr>
            <a:r>
              <a:rPr lang="en-US" b="1"/>
              <a:t>Risk </a:t>
            </a:r>
            <a:r>
              <a:rPr lang="en-US"/>
              <a:t>is the likelihood of harm that occurs from any given hazard. Calculated through a matrix based on </a:t>
            </a:r>
            <a:r>
              <a:rPr lang="en-US" b="1"/>
              <a:t>severity</a:t>
            </a:r>
            <a:r>
              <a:rPr lang="en-US"/>
              <a:t> and </a:t>
            </a:r>
            <a:r>
              <a:rPr lang="en-US" b="1"/>
              <a:t>probability</a:t>
            </a:r>
            <a:r>
              <a:rPr lang="en-US"/>
              <a:t>.</a:t>
            </a:r>
            <a:endParaRPr lang="en-US" b="1"/>
          </a:p>
          <a:p>
            <a:pPr lvl="1"/>
            <a:r>
              <a:rPr lang="en-US"/>
              <a:t>Severity – How serious the consequence is. Often determined by clinicians/scientists.</a:t>
            </a:r>
          </a:p>
        </p:txBody>
      </p:sp>
      <p:graphicFrame>
        <p:nvGraphicFramePr>
          <p:cNvPr id="4" name="Table 3">
            <a:extLst>
              <a:ext uri="{FF2B5EF4-FFF2-40B4-BE49-F238E27FC236}">
                <a16:creationId xmlns:a16="http://schemas.microsoft.com/office/drawing/2014/main" id="{AE70478D-0B3D-8092-E16A-B070818351AC}"/>
              </a:ext>
            </a:extLst>
          </p:cNvPr>
          <p:cNvGraphicFramePr>
            <a:graphicFrameLocks noGrp="1"/>
          </p:cNvGraphicFramePr>
          <p:nvPr>
            <p:extLst>
              <p:ext uri="{D42A27DB-BD31-4B8C-83A1-F6EECF244321}">
                <p14:modId xmlns:p14="http://schemas.microsoft.com/office/powerpoint/2010/main" val="2602705007"/>
              </p:ext>
            </p:extLst>
          </p:nvPr>
        </p:nvGraphicFramePr>
        <p:xfrm>
          <a:off x="425450" y="2430384"/>
          <a:ext cx="7391918" cy="3757766"/>
        </p:xfrm>
        <a:graphic>
          <a:graphicData uri="http://schemas.openxmlformats.org/drawingml/2006/table">
            <a:tbl>
              <a:tblPr firstRow="1" firstCol="1" bandRow="1">
                <a:tableStyleId>{5C22544A-7EE6-4342-B048-85BDC9FD1C3A}</a:tableStyleId>
              </a:tblPr>
              <a:tblGrid>
                <a:gridCol w="1519127">
                  <a:extLst>
                    <a:ext uri="{9D8B030D-6E8A-4147-A177-3AD203B41FA5}">
                      <a16:colId xmlns:a16="http://schemas.microsoft.com/office/drawing/2014/main" val="1764835687"/>
                    </a:ext>
                  </a:extLst>
                </a:gridCol>
                <a:gridCol w="1249693">
                  <a:extLst>
                    <a:ext uri="{9D8B030D-6E8A-4147-A177-3AD203B41FA5}">
                      <a16:colId xmlns:a16="http://schemas.microsoft.com/office/drawing/2014/main" val="1282952672"/>
                    </a:ext>
                  </a:extLst>
                </a:gridCol>
                <a:gridCol w="4623098">
                  <a:extLst>
                    <a:ext uri="{9D8B030D-6E8A-4147-A177-3AD203B41FA5}">
                      <a16:colId xmlns:a16="http://schemas.microsoft.com/office/drawing/2014/main" val="3218649674"/>
                    </a:ext>
                  </a:extLst>
                </a:gridCol>
              </a:tblGrid>
              <a:tr h="532695">
                <a:tc>
                  <a:txBody>
                    <a:bodyPr/>
                    <a:lstStyle/>
                    <a:p>
                      <a:pPr marL="0" marR="0" algn="ctr">
                        <a:lnSpc>
                          <a:spcPct val="107000"/>
                        </a:lnSpc>
                        <a:spcAft>
                          <a:spcPts val="800"/>
                        </a:spcAft>
                        <a:buNone/>
                      </a:pPr>
                      <a:r>
                        <a:rPr lang="en-US" sz="1400">
                          <a:effectLst/>
                        </a:rPr>
                        <a:t>Severity Level</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07000"/>
                        </a:lnSpc>
                        <a:spcAft>
                          <a:spcPts val="800"/>
                        </a:spcAft>
                        <a:buNone/>
                      </a:pPr>
                      <a:r>
                        <a:rPr lang="en-US" sz="1400">
                          <a:effectLst/>
                        </a:rPr>
                        <a:t> Numeric Value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indent="-8890" algn="ctr">
                        <a:lnSpc>
                          <a:spcPct val="107000"/>
                        </a:lnSpc>
                        <a:spcAft>
                          <a:spcPts val="800"/>
                        </a:spcAft>
                        <a:buNone/>
                      </a:pPr>
                      <a:r>
                        <a:rPr lang="en-US" sz="1400">
                          <a:effectLst/>
                        </a:rPr>
                        <a:t>Definition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258341936"/>
                  </a:ext>
                </a:extLst>
              </a:tr>
              <a:tr h="532847">
                <a:tc>
                  <a:txBody>
                    <a:bodyPr/>
                    <a:lstStyle/>
                    <a:p>
                      <a:pPr marL="0" marR="0" algn="ctr">
                        <a:lnSpc>
                          <a:spcPct val="107000"/>
                        </a:lnSpc>
                        <a:spcAft>
                          <a:spcPts val="800"/>
                        </a:spcAft>
                        <a:buNone/>
                      </a:pPr>
                      <a:r>
                        <a:rPr lang="en-US" sz="1400">
                          <a:effectLst/>
                        </a:rPr>
                        <a:t>Catastrophic</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7000"/>
                        </a:lnSpc>
                        <a:spcAft>
                          <a:spcPts val="800"/>
                        </a:spcAft>
                        <a:buNone/>
                      </a:pPr>
                      <a:r>
                        <a:rPr lang="en-US" sz="1400">
                          <a:effectLst/>
                        </a:rPr>
                        <a:t>4</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Aft>
                          <a:spcPts val="800"/>
                        </a:spcAft>
                        <a:buNone/>
                      </a:pPr>
                      <a:r>
                        <a:rPr lang="en-US" sz="1400">
                          <a:effectLst/>
                        </a:rPr>
                        <a:t>Life threatening injury, illness or death to the patient, operator or bystander</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30744087"/>
                  </a:ext>
                </a:extLst>
              </a:tr>
              <a:tr h="1079688">
                <a:tc>
                  <a:txBody>
                    <a:bodyPr/>
                    <a:lstStyle/>
                    <a:p>
                      <a:pPr marL="0" marR="0" algn="ctr">
                        <a:lnSpc>
                          <a:spcPct val="107000"/>
                        </a:lnSpc>
                        <a:spcAft>
                          <a:spcPts val="800"/>
                        </a:spcAft>
                        <a:buNone/>
                      </a:pPr>
                      <a:r>
                        <a:rPr lang="en-US" sz="1400">
                          <a:effectLst/>
                        </a:rPr>
                        <a:t>Critical</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7000"/>
                        </a:lnSpc>
                        <a:spcAft>
                          <a:spcPts val="800"/>
                        </a:spcAft>
                        <a:buNone/>
                      </a:pPr>
                      <a:r>
                        <a:rPr lang="en-US" sz="1400">
                          <a:effectLst/>
                        </a:rPr>
                        <a:t>3</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Aft>
                          <a:spcPts val="800"/>
                        </a:spcAft>
                        <a:buNone/>
                      </a:pPr>
                      <a:r>
                        <a:rPr lang="en-US" sz="1400">
                          <a:effectLst/>
                        </a:rPr>
                        <a:t>Non-life threatening but significant physical injury to patient, operator or bystander that requires </a:t>
                      </a:r>
                      <a:r>
                        <a:rPr lang="en-US" sz="1400" i="1">
                          <a:effectLst/>
                        </a:rPr>
                        <a:t>repeated</a:t>
                      </a:r>
                      <a:r>
                        <a:rPr lang="en-US" sz="1400">
                          <a:effectLst/>
                        </a:rPr>
                        <a:t> professional medical treatments.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40557815"/>
                  </a:ext>
                </a:extLst>
              </a:tr>
              <a:tr h="806268">
                <a:tc>
                  <a:txBody>
                    <a:bodyPr/>
                    <a:lstStyle/>
                    <a:p>
                      <a:pPr marL="0" marR="0" algn="ctr">
                        <a:lnSpc>
                          <a:spcPct val="107000"/>
                        </a:lnSpc>
                        <a:spcAft>
                          <a:spcPts val="800"/>
                        </a:spcAft>
                        <a:buNone/>
                      </a:pPr>
                      <a:r>
                        <a:rPr lang="en-US" sz="1400">
                          <a:effectLst/>
                        </a:rPr>
                        <a:t>Marginal</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7000"/>
                        </a:lnSpc>
                        <a:spcAft>
                          <a:spcPts val="800"/>
                        </a:spcAft>
                        <a:buNone/>
                      </a:pPr>
                      <a:r>
                        <a:rPr lang="en-US" sz="1400">
                          <a:effectLst/>
                        </a:rPr>
                        <a:t>2</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Aft>
                          <a:spcPts val="800"/>
                        </a:spcAft>
                        <a:buNone/>
                      </a:pPr>
                      <a:r>
                        <a:rPr lang="en-US" sz="1400">
                          <a:effectLst/>
                        </a:rPr>
                        <a:t>Minor physical injury to the patient, user or bystander requiring self-medication or a single professional medical treatment.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840531724"/>
                  </a:ext>
                </a:extLst>
              </a:tr>
              <a:tr h="806268">
                <a:tc>
                  <a:txBody>
                    <a:bodyPr/>
                    <a:lstStyle/>
                    <a:p>
                      <a:pPr marL="0" marR="0" algn="ctr">
                        <a:lnSpc>
                          <a:spcPct val="107000"/>
                        </a:lnSpc>
                        <a:spcAft>
                          <a:spcPts val="800"/>
                        </a:spcAft>
                        <a:buNone/>
                      </a:pPr>
                      <a:r>
                        <a:rPr lang="en-US" sz="1400">
                          <a:effectLst/>
                        </a:rPr>
                        <a:t>Negligible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7000"/>
                        </a:lnSpc>
                        <a:spcAft>
                          <a:spcPts val="800"/>
                        </a:spcAft>
                        <a:buNone/>
                      </a:pPr>
                      <a:r>
                        <a:rPr lang="en-US" sz="1400">
                          <a:effectLst/>
                        </a:rPr>
                        <a:t>1</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Aft>
                          <a:spcPts val="800"/>
                        </a:spcAft>
                        <a:buNone/>
                      </a:pPr>
                      <a:r>
                        <a:rPr lang="en-US" sz="1400">
                          <a:effectLst/>
                        </a:rPr>
                        <a:t>Absence of injury / discomfort or temporary, minor injury / discomfort to patient, user or bystander that does not require treatment.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0184695"/>
                  </a:ext>
                </a:extLst>
              </a:tr>
            </a:tbl>
          </a:graphicData>
        </a:graphic>
      </p:graphicFrame>
      <p:pic>
        <p:nvPicPr>
          <p:cNvPr id="6" name="Picture 5" descr="Cartoon grim reaper holding a scythe&#10;&#10;AI-generated content may be incorrect.">
            <a:extLst>
              <a:ext uri="{FF2B5EF4-FFF2-40B4-BE49-F238E27FC236}">
                <a16:creationId xmlns:a16="http://schemas.microsoft.com/office/drawing/2014/main" id="{EDA6ACA9-E901-0407-84E9-C41CF09A94E5}"/>
              </a:ext>
            </a:extLst>
          </p:cNvPr>
          <p:cNvPicPr>
            <a:picLocks noChangeAspect="1"/>
          </p:cNvPicPr>
          <p:nvPr/>
        </p:nvPicPr>
        <p:blipFill>
          <a:blip r:embed="rId2">
            <a:extLst>
              <a:ext uri="{28A0092B-C50C-407E-A947-70E740481C1C}">
                <a14:useLocalDpi xmlns:a14="http://schemas.microsoft.com/office/drawing/2010/main" val="0"/>
              </a:ext>
            </a:extLst>
          </a:blip>
          <a:srcRect l="14017" t="17674" r="5156" b="13101"/>
          <a:stretch>
            <a:fillRect/>
          </a:stretch>
        </p:blipFill>
        <p:spPr>
          <a:xfrm>
            <a:off x="8579263" y="2145283"/>
            <a:ext cx="1175327" cy="1408814"/>
          </a:xfrm>
          <a:prstGeom prst="rect">
            <a:avLst/>
          </a:prstGeom>
        </p:spPr>
      </p:pic>
      <p:pic>
        <p:nvPicPr>
          <p:cNvPr id="8" name="Picture 7" descr="A cartoon of a ambulance&#10;&#10;AI-generated content may be incorrect.">
            <a:extLst>
              <a:ext uri="{FF2B5EF4-FFF2-40B4-BE49-F238E27FC236}">
                <a16:creationId xmlns:a16="http://schemas.microsoft.com/office/drawing/2014/main" id="{8EBE32BF-1CA8-DB2F-E712-B1AE6447B794}"/>
              </a:ext>
            </a:extLst>
          </p:cNvPr>
          <p:cNvPicPr>
            <a:picLocks noChangeAspect="1"/>
          </p:cNvPicPr>
          <p:nvPr/>
        </p:nvPicPr>
        <p:blipFill>
          <a:blip r:embed="rId3">
            <a:extLst>
              <a:ext uri="{28A0092B-C50C-407E-A947-70E740481C1C}">
                <a14:useLocalDpi xmlns:a14="http://schemas.microsoft.com/office/drawing/2010/main" val="0"/>
              </a:ext>
            </a:extLst>
          </a:blip>
          <a:srcRect l="11589" t="22713" r="10911" b="21938"/>
          <a:stretch>
            <a:fillRect/>
          </a:stretch>
        </p:blipFill>
        <p:spPr>
          <a:xfrm>
            <a:off x="8263731" y="3532704"/>
            <a:ext cx="1806389" cy="967563"/>
          </a:xfrm>
          <a:prstGeom prst="rect">
            <a:avLst/>
          </a:prstGeom>
        </p:spPr>
      </p:pic>
      <p:pic>
        <p:nvPicPr>
          <p:cNvPr id="10" name="Picture 9" descr="A close-up of a band aid&#10;&#10;AI-generated content may be incorrect.">
            <a:extLst>
              <a:ext uri="{FF2B5EF4-FFF2-40B4-BE49-F238E27FC236}">
                <a16:creationId xmlns:a16="http://schemas.microsoft.com/office/drawing/2014/main" id="{A2692DC0-2310-D6B3-531C-30AD5EEBDC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8579263" y="4442647"/>
            <a:ext cx="990183" cy="980693"/>
          </a:xfrm>
          <a:prstGeom prst="rect">
            <a:avLst/>
          </a:prstGeom>
        </p:spPr>
      </p:pic>
      <p:pic>
        <p:nvPicPr>
          <p:cNvPr id="14" name="Picture 13" descr="A person measuring blood pressure of an old person&#10;&#10;AI-generated content may be incorrect.">
            <a:extLst>
              <a:ext uri="{FF2B5EF4-FFF2-40B4-BE49-F238E27FC236}">
                <a16:creationId xmlns:a16="http://schemas.microsoft.com/office/drawing/2014/main" id="{C50D9DC9-74E1-4BA3-D408-5B523C631D70}"/>
              </a:ext>
            </a:extLst>
          </p:cNvPr>
          <p:cNvPicPr>
            <a:picLocks noChangeAspect="1"/>
          </p:cNvPicPr>
          <p:nvPr/>
        </p:nvPicPr>
        <p:blipFill>
          <a:blip r:embed="rId5">
            <a:extLst>
              <a:ext uri="{28A0092B-C50C-407E-A947-70E740481C1C}">
                <a14:useLocalDpi xmlns:a14="http://schemas.microsoft.com/office/drawing/2010/main" val="0"/>
              </a:ext>
            </a:extLst>
          </a:blip>
          <a:srcRect l="14143" t="8961" r="12047" b="8138"/>
          <a:stretch>
            <a:fillRect/>
          </a:stretch>
        </p:blipFill>
        <p:spPr>
          <a:xfrm>
            <a:off x="8545725" y="5456034"/>
            <a:ext cx="1208865" cy="1016802"/>
          </a:xfrm>
          <a:prstGeom prst="rect">
            <a:avLst/>
          </a:prstGeom>
        </p:spPr>
      </p:pic>
    </p:spTree>
    <p:extLst>
      <p:ext uri="{BB962C8B-B14F-4D97-AF65-F5344CB8AC3E}">
        <p14:creationId xmlns:p14="http://schemas.microsoft.com/office/powerpoint/2010/main" val="358740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8543A-EBC4-2041-8B90-E3BE8C0BC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3649A-7D78-7ED6-8DFE-FC177AC12451}"/>
              </a:ext>
            </a:extLst>
          </p:cNvPr>
          <p:cNvSpPr>
            <a:spLocks noGrp="1"/>
          </p:cNvSpPr>
          <p:nvPr>
            <p:ph type="title"/>
          </p:nvPr>
        </p:nvSpPr>
        <p:spPr/>
        <p:txBody>
          <a:bodyPr/>
          <a:lstStyle/>
          <a:p>
            <a:r>
              <a:rPr lang="en-US"/>
              <a:t>Quantifying Risk – Severity &amp; Probability</a:t>
            </a:r>
          </a:p>
        </p:txBody>
      </p:sp>
      <p:sp>
        <p:nvSpPr>
          <p:cNvPr id="3" name="Content Placeholder 2">
            <a:extLst>
              <a:ext uri="{FF2B5EF4-FFF2-40B4-BE49-F238E27FC236}">
                <a16:creationId xmlns:a16="http://schemas.microsoft.com/office/drawing/2014/main" id="{9152F05D-0E48-005B-555F-A21431A2D6A3}"/>
              </a:ext>
            </a:extLst>
          </p:cNvPr>
          <p:cNvSpPr>
            <a:spLocks noGrp="1"/>
          </p:cNvSpPr>
          <p:nvPr>
            <p:ph idx="1"/>
          </p:nvPr>
        </p:nvSpPr>
        <p:spPr/>
        <p:txBody>
          <a:bodyPr/>
          <a:lstStyle/>
          <a:p>
            <a:pPr marL="0" indent="0">
              <a:buNone/>
            </a:pPr>
            <a:r>
              <a:rPr lang="en-US" b="1"/>
              <a:t>Risk </a:t>
            </a:r>
            <a:r>
              <a:rPr lang="en-US"/>
              <a:t>is the likelihood of harm that occurs from any given hazard. Calculated through a matrix based on </a:t>
            </a:r>
            <a:r>
              <a:rPr lang="en-US" b="1"/>
              <a:t>severity</a:t>
            </a:r>
            <a:r>
              <a:rPr lang="en-US"/>
              <a:t> and </a:t>
            </a:r>
            <a:r>
              <a:rPr lang="en-US" b="1"/>
              <a:t>probability</a:t>
            </a:r>
            <a:r>
              <a:rPr lang="en-US"/>
              <a:t>.</a:t>
            </a:r>
            <a:endParaRPr lang="en-US" b="1"/>
          </a:p>
          <a:p>
            <a:pPr lvl="1"/>
            <a:r>
              <a:rPr lang="en-US"/>
              <a:t>Probability – The likelihood of the hazardous situation occurring. Typically determined by engineering team.</a:t>
            </a:r>
          </a:p>
        </p:txBody>
      </p:sp>
      <p:graphicFrame>
        <p:nvGraphicFramePr>
          <p:cNvPr id="7" name="Table 6">
            <a:extLst>
              <a:ext uri="{FF2B5EF4-FFF2-40B4-BE49-F238E27FC236}">
                <a16:creationId xmlns:a16="http://schemas.microsoft.com/office/drawing/2014/main" id="{99077C35-C268-F493-67D0-3B039C088465}"/>
              </a:ext>
            </a:extLst>
          </p:cNvPr>
          <p:cNvGraphicFramePr>
            <a:graphicFrameLocks noGrp="1"/>
          </p:cNvGraphicFramePr>
          <p:nvPr>
            <p:extLst>
              <p:ext uri="{D42A27DB-BD31-4B8C-83A1-F6EECF244321}">
                <p14:modId xmlns:p14="http://schemas.microsoft.com/office/powerpoint/2010/main" val="3665907098"/>
              </p:ext>
            </p:extLst>
          </p:nvPr>
        </p:nvGraphicFramePr>
        <p:xfrm>
          <a:off x="3141348" y="2643036"/>
          <a:ext cx="5909303" cy="3757766"/>
        </p:xfrm>
        <a:graphic>
          <a:graphicData uri="http://schemas.openxmlformats.org/drawingml/2006/table">
            <a:tbl>
              <a:tblPr firstRow="1" firstCol="1" bandRow="1">
                <a:tableStyleId>{5C22544A-7EE6-4342-B048-85BDC9FD1C3A}</a:tableStyleId>
              </a:tblPr>
              <a:tblGrid>
                <a:gridCol w="1519127">
                  <a:extLst>
                    <a:ext uri="{9D8B030D-6E8A-4147-A177-3AD203B41FA5}">
                      <a16:colId xmlns:a16="http://schemas.microsoft.com/office/drawing/2014/main" val="1764835687"/>
                    </a:ext>
                  </a:extLst>
                </a:gridCol>
                <a:gridCol w="1249693">
                  <a:extLst>
                    <a:ext uri="{9D8B030D-6E8A-4147-A177-3AD203B41FA5}">
                      <a16:colId xmlns:a16="http://schemas.microsoft.com/office/drawing/2014/main" val="1282952672"/>
                    </a:ext>
                  </a:extLst>
                </a:gridCol>
                <a:gridCol w="3140483">
                  <a:extLst>
                    <a:ext uri="{9D8B030D-6E8A-4147-A177-3AD203B41FA5}">
                      <a16:colId xmlns:a16="http://schemas.microsoft.com/office/drawing/2014/main" val="3218649674"/>
                    </a:ext>
                  </a:extLst>
                </a:gridCol>
              </a:tblGrid>
              <a:tr h="532695">
                <a:tc>
                  <a:txBody>
                    <a:bodyPr/>
                    <a:lstStyle/>
                    <a:p>
                      <a:pPr marL="0" marR="0" algn="ctr">
                        <a:lnSpc>
                          <a:spcPct val="107000"/>
                        </a:lnSpc>
                        <a:spcAft>
                          <a:spcPts val="800"/>
                        </a:spcAft>
                        <a:buNone/>
                      </a:pPr>
                      <a:r>
                        <a:rPr lang="en-US" sz="1400">
                          <a:effectLst/>
                        </a:rPr>
                        <a:t>Probability</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07000"/>
                        </a:lnSpc>
                        <a:spcAft>
                          <a:spcPts val="800"/>
                        </a:spcAft>
                        <a:buNone/>
                      </a:pPr>
                      <a:r>
                        <a:rPr lang="en-US" sz="1400">
                          <a:effectLst/>
                        </a:rPr>
                        <a:t> Numeric Value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indent="-8890" algn="ctr">
                        <a:lnSpc>
                          <a:spcPct val="107000"/>
                        </a:lnSpc>
                        <a:spcAft>
                          <a:spcPts val="800"/>
                        </a:spcAft>
                        <a:buNone/>
                      </a:pPr>
                      <a:r>
                        <a:rPr lang="en-US" sz="1400">
                          <a:effectLst/>
                        </a:rPr>
                        <a:t>Definition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258341936"/>
                  </a:ext>
                </a:extLst>
              </a:tr>
              <a:tr h="532847">
                <a:tc>
                  <a:txBody>
                    <a:bodyPr/>
                    <a:lstStyle/>
                    <a:p>
                      <a:pPr marL="0" marR="0" algn="ctr">
                        <a:lnSpc>
                          <a:spcPct val="107000"/>
                        </a:lnSpc>
                        <a:spcAft>
                          <a:spcPts val="800"/>
                        </a:spcAft>
                        <a:buNone/>
                      </a:pPr>
                      <a:r>
                        <a:rPr lang="en-US" sz="1400">
                          <a:effectLst/>
                        </a:rPr>
                        <a:t>Frequent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7000"/>
                        </a:lnSpc>
                        <a:spcAft>
                          <a:spcPts val="800"/>
                        </a:spcAft>
                        <a:buNone/>
                      </a:pPr>
                      <a:r>
                        <a:rPr lang="en-US" sz="1400">
                          <a:effectLst/>
                        </a:rPr>
                        <a:t>4</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Aft>
                          <a:spcPts val="800"/>
                        </a:spcAft>
                        <a:buNone/>
                      </a:pPr>
                      <a:r>
                        <a:rPr lang="en-US" sz="1400">
                          <a:effectLst/>
                        </a:rPr>
                        <a:t>1 in 100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30744087"/>
                  </a:ext>
                </a:extLst>
              </a:tr>
              <a:tr h="1079688">
                <a:tc>
                  <a:txBody>
                    <a:bodyPr/>
                    <a:lstStyle/>
                    <a:p>
                      <a:pPr marL="0" marR="0" algn="ctr">
                        <a:lnSpc>
                          <a:spcPct val="107000"/>
                        </a:lnSpc>
                        <a:spcAft>
                          <a:spcPts val="800"/>
                        </a:spcAft>
                        <a:buNone/>
                      </a:pPr>
                      <a:r>
                        <a:rPr lang="en-US" sz="1400">
                          <a:effectLst/>
                          <a:latin typeface="+mn-lt"/>
                          <a:ea typeface="Calibri" panose="020F0502020204030204" pitchFamily="34" charset="0"/>
                          <a:cs typeface="Arial" panose="020B0604020202020204" pitchFamily="34" charset="0"/>
                        </a:rPr>
                        <a:t>Probable</a:t>
                      </a:r>
                    </a:p>
                  </a:txBody>
                  <a:tcPr marL="68580" marR="68580" marT="0" marB="0" anchor="ctr"/>
                </a:tc>
                <a:tc>
                  <a:txBody>
                    <a:bodyPr/>
                    <a:lstStyle/>
                    <a:p>
                      <a:pPr marL="0" marR="0" algn="ctr">
                        <a:lnSpc>
                          <a:spcPct val="107000"/>
                        </a:lnSpc>
                        <a:spcAft>
                          <a:spcPts val="800"/>
                        </a:spcAft>
                        <a:buNone/>
                      </a:pPr>
                      <a:r>
                        <a:rPr lang="en-US" sz="1400">
                          <a:effectLst/>
                        </a:rPr>
                        <a:t>3</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Aft>
                          <a:spcPts val="800"/>
                        </a:spcAft>
                        <a:buNone/>
                      </a:pPr>
                      <a:r>
                        <a:rPr lang="en-US" sz="1400">
                          <a:effectLst/>
                        </a:rPr>
                        <a:t>1 in 1,000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40557815"/>
                  </a:ext>
                </a:extLst>
              </a:tr>
              <a:tr h="806268">
                <a:tc>
                  <a:txBody>
                    <a:bodyPr/>
                    <a:lstStyle/>
                    <a:p>
                      <a:pPr marL="0" marR="0" algn="ctr">
                        <a:lnSpc>
                          <a:spcPct val="107000"/>
                        </a:lnSpc>
                        <a:spcAft>
                          <a:spcPts val="800"/>
                        </a:spcAft>
                        <a:buNone/>
                      </a:pPr>
                      <a:r>
                        <a:rPr lang="en-US" sz="1400">
                          <a:effectLst/>
                        </a:rPr>
                        <a:t>Remote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7000"/>
                        </a:lnSpc>
                        <a:spcAft>
                          <a:spcPts val="800"/>
                        </a:spcAft>
                        <a:buNone/>
                      </a:pPr>
                      <a:r>
                        <a:rPr lang="en-US" sz="1400">
                          <a:effectLst/>
                        </a:rPr>
                        <a:t>2</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Aft>
                          <a:spcPts val="800"/>
                        </a:spcAft>
                        <a:buNone/>
                      </a:pPr>
                      <a:r>
                        <a:rPr lang="en-US" sz="1400">
                          <a:effectLst/>
                        </a:rPr>
                        <a:t>1 in 100,000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840531724"/>
                  </a:ext>
                </a:extLst>
              </a:tr>
              <a:tr h="806268">
                <a:tc>
                  <a:txBody>
                    <a:bodyPr/>
                    <a:lstStyle/>
                    <a:p>
                      <a:pPr marL="0" marR="0" algn="ctr">
                        <a:lnSpc>
                          <a:spcPct val="107000"/>
                        </a:lnSpc>
                        <a:spcAft>
                          <a:spcPts val="800"/>
                        </a:spcAft>
                        <a:buNone/>
                      </a:pPr>
                      <a:r>
                        <a:rPr lang="en-US" sz="1400">
                          <a:effectLst/>
                        </a:rPr>
                        <a:t>Improbable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7000"/>
                        </a:lnSpc>
                        <a:spcAft>
                          <a:spcPts val="800"/>
                        </a:spcAft>
                        <a:buNone/>
                      </a:pPr>
                      <a:r>
                        <a:rPr lang="en-US" sz="1400">
                          <a:effectLst/>
                        </a:rPr>
                        <a:t>1</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Aft>
                          <a:spcPts val="800"/>
                        </a:spcAft>
                        <a:buNone/>
                      </a:pPr>
                      <a:r>
                        <a:rPr lang="en-US" sz="1400">
                          <a:effectLst/>
                        </a:rPr>
                        <a:t>1 in 1,000,000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0184695"/>
                  </a:ext>
                </a:extLst>
              </a:tr>
            </a:tbl>
          </a:graphicData>
        </a:graphic>
      </p:graphicFrame>
    </p:spTree>
    <p:extLst>
      <p:ext uri="{BB962C8B-B14F-4D97-AF65-F5344CB8AC3E}">
        <p14:creationId xmlns:p14="http://schemas.microsoft.com/office/powerpoint/2010/main" val="2139648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6145C-4EC1-81AC-93DE-791DB76EE0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42E22-7B59-5C20-2A70-757B278108EB}"/>
              </a:ext>
            </a:extLst>
          </p:cNvPr>
          <p:cNvSpPr>
            <a:spLocks noGrp="1"/>
          </p:cNvSpPr>
          <p:nvPr>
            <p:ph type="title"/>
          </p:nvPr>
        </p:nvSpPr>
        <p:spPr/>
        <p:txBody>
          <a:bodyPr/>
          <a:lstStyle/>
          <a:p>
            <a:r>
              <a:rPr lang="en-US"/>
              <a:t>Quantifying Risk – Severity &amp; Probability</a:t>
            </a:r>
          </a:p>
        </p:txBody>
      </p:sp>
      <p:sp>
        <p:nvSpPr>
          <p:cNvPr id="3" name="Content Placeholder 2">
            <a:extLst>
              <a:ext uri="{FF2B5EF4-FFF2-40B4-BE49-F238E27FC236}">
                <a16:creationId xmlns:a16="http://schemas.microsoft.com/office/drawing/2014/main" id="{AD5E97C5-003E-2782-A5D3-3A91E617A17F}"/>
              </a:ext>
            </a:extLst>
          </p:cNvPr>
          <p:cNvSpPr>
            <a:spLocks noGrp="1"/>
          </p:cNvSpPr>
          <p:nvPr>
            <p:ph idx="1"/>
          </p:nvPr>
        </p:nvSpPr>
        <p:spPr/>
        <p:txBody>
          <a:bodyPr/>
          <a:lstStyle/>
          <a:p>
            <a:pPr marL="0" indent="0">
              <a:buNone/>
            </a:pPr>
            <a:r>
              <a:rPr lang="en-US" b="1"/>
              <a:t>Risk </a:t>
            </a:r>
            <a:r>
              <a:rPr lang="en-US"/>
              <a:t>is the likelihood of harm that occurs from any given hazard. Calculated through a matrix based on </a:t>
            </a:r>
            <a:r>
              <a:rPr lang="en-US" b="1"/>
              <a:t>severity</a:t>
            </a:r>
            <a:r>
              <a:rPr lang="en-US"/>
              <a:t> and </a:t>
            </a:r>
            <a:r>
              <a:rPr lang="en-US" b="1"/>
              <a:t>probability</a:t>
            </a:r>
            <a:r>
              <a:rPr lang="en-US"/>
              <a:t>.</a:t>
            </a:r>
            <a:endParaRPr lang="en-US" b="1"/>
          </a:p>
        </p:txBody>
      </p:sp>
      <p:pic>
        <p:nvPicPr>
          <p:cNvPr id="5" name="Picture 4" descr="A table of impact matrix&#10;&#10;AI-generated content may be incorrect.">
            <a:extLst>
              <a:ext uri="{FF2B5EF4-FFF2-40B4-BE49-F238E27FC236}">
                <a16:creationId xmlns:a16="http://schemas.microsoft.com/office/drawing/2014/main" id="{4394BF74-2E08-5C1F-8888-5633AC9B7C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4261" y="2057400"/>
            <a:ext cx="9569685" cy="4459473"/>
          </a:xfrm>
          <a:prstGeom prst="rect">
            <a:avLst/>
          </a:prstGeom>
        </p:spPr>
      </p:pic>
    </p:spTree>
    <p:extLst>
      <p:ext uri="{BB962C8B-B14F-4D97-AF65-F5344CB8AC3E}">
        <p14:creationId xmlns:p14="http://schemas.microsoft.com/office/powerpoint/2010/main" val="1537897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61998-8050-2162-0846-449BBC7DA663}"/>
              </a:ext>
            </a:extLst>
          </p:cNvPr>
          <p:cNvSpPr>
            <a:spLocks noGrp="1"/>
          </p:cNvSpPr>
          <p:nvPr>
            <p:ph type="title"/>
          </p:nvPr>
        </p:nvSpPr>
        <p:spPr/>
        <p:txBody>
          <a:bodyPr/>
          <a:lstStyle/>
          <a:p>
            <a:r>
              <a:rPr lang="en-US"/>
              <a:t>The HF component of Risk Management</a:t>
            </a:r>
          </a:p>
        </p:txBody>
      </p:sp>
      <p:pic>
        <p:nvPicPr>
          <p:cNvPr id="5" name="Picture 4">
            <a:extLst>
              <a:ext uri="{FF2B5EF4-FFF2-40B4-BE49-F238E27FC236}">
                <a16:creationId xmlns:a16="http://schemas.microsoft.com/office/drawing/2014/main" id="{059544E2-07EA-C11D-866C-9385BC7A4B78}"/>
              </a:ext>
            </a:extLst>
          </p:cNvPr>
          <p:cNvPicPr>
            <a:picLocks noChangeAspect="1"/>
          </p:cNvPicPr>
          <p:nvPr/>
        </p:nvPicPr>
        <p:blipFill>
          <a:blip r:embed="rId2"/>
          <a:srcRect t="1047"/>
          <a:stretch>
            <a:fillRect/>
          </a:stretch>
        </p:blipFill>
        <p:spPr>
          <a:xfrm>
            <a:off x="1804887" y="1162492"/>
            <a:ext cx="8582225" cy="5357923"/>
          </a:xfrm>
          <a:prstGeom prst="rect">
            <a:avLst/>
          </a:prstGeom>
        </p:spPr>
      </p:pic>
      <p:grpSp>
        <p:nvGrpSpPr>
          <p:cNvPr id="8" name="Group 7">
            <a:extLst>
              <a:ext uri="{FF2B5EF4-FFF2-40B4-BE49-F238E27FC236}">
                <a16:creationId xmlns:a16="http://schemas.microsoft.com/office/drawing/2014/main" id="{41A993FF-9FF0-AB54-6CA9-2E69A1077FB3}"/>
              </a:ext>
            </a:extLst>
          </p:cNvPr>
          <p:cNvGrpSpPr/>
          <p:nvPr/>
        </p:nvGrpSpPr>
        <p:grpSpPr>
          <a:xfrm>
            <a:off x="3870960" y="1162493"/>
            <a:ext cx="4318001" cy="5357922"/>
            <a:chOff x="3870960" y="1162493"/>
            <a:chExt cx="4318001" cy="5357922"/>
          </a:xfrm>
        </p:grpSpPr>
        <p:sp>
          <p:nvSpPr>
            <p:cNvPr id="3" name="Rectangle 2">
              <a:extLst>
                <a:ext uri="{FF2B5EF4-FFF2-40B4-BE49-F238E27FC236}">
                  <a16:creationId xmlns:a16="http://schemas.microsoft.com/office/drawing/2014/main" id="{63241491-87E3-3744-9730-A3254EE8BDA8}"/>
                </a:ext>
              </a:extLst>
            </p:cNvPr>
            <p:cNvSpPr/>
            <p:nvPr/>
          </p:nvSpPr>
          <p:spPr>
            <a:xfrm>
              <a:off x="4064000" y="3007360"/>
              <a:ext cx="4124960" cy="3513055"/>
            </a:xfrm>
            <a:prstGeom prst="rect">
              <a:avLst/>
            </a:prstGeom>
            <a:solidFill>
              <a:srgbClr val="FFFFFF">
                <a:alpha val="83137"/>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A1CD392-694E-3980-8E0C-CAA99B4C31C0}"/>
                </a:ext>
              </a:extLst>
            </p:cNvPr>
            <p:cNvSpPr/>
            <p:nvPr/>
          </p:nvSpPr>
          <p:spPr>
            <a:xfrm>
              <a:off x="3870960" y="1162493"/>
              <a:ext cx="4124960" cy="635828"/>
            </a:xfrm>
            <a:prstGeom prst="rect">
              <a:avLst/>
            </a:prstGeom>
            <a:solidFill>
              <a:srgbClr val="FFFFFF">
                <a:alpha val="83137"/>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1DCAABE-AD05-CF2F-8DB0-CABE9346AEA6}"/>
                </a:ext>
              </a:extLst>
            </p:cNvPr>
            <p:cNvSpPr/>
            <p:nvPr/>
          </p:nvSpPr>
          <p:spPr>
            <a:xfrm>
              <a:off x="4003040" y="1798320"/>
              <a:ext cx="932924" cy="1209039"/>
            </a:xfrm>
            <a:prstGeom prst="rect">
              <a:avLst/>
            </a:prstGeom>
            <a:solidFill>
              <a:srgbClr val="FFFFFF">
                <a:alpha val="83137"/>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913C601-C488-62A4-F3F0-329FC59C3765}"/>
                </a:ext>
              </a:extLst>
            </p:cNvPr>
            <p:cNvSpPr/>
            <p:nvPr/>
          </p:nvSpPr>
          <p:spPr>
            <a:xfrm>
              <a:off x="7256037" y="1798321"/>
              <a:ext cx="932924" cy="1209039"/>
            </a:xfrm>
            <a:prstGeom prst="rect">
              <a:avLst/>
            </a:prstGeom>
            <a:solidFill>
              <a:srgbClr val="FFFFFF">
                <a:alpha val="83137"/>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403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8CAE0-778D-761A-9D89-DE7A3B1F892A}"/>
              </a:ext>
            </a:extLst>
          </p:cNvPr>
          <p:cNvSpPr>
            <a:spLocks noGrp="1"/>
          </p:cNvSpPr>
          <p:nvPr>
            <p:ph type="title"/>
          </p:nvPr>
        </p:nvSpPr>
        <p:spPr/>
        <p:txBody>
          <a:bodyPr/>
          <a:lstStyle/>
          <a:p>
            <a:r>
              <a:rPr lang="en-US"/>
              <a:t>How do we identify </a:t>
            </a:r>
            <a:r>
              <a:rPr lang="en-US" u="sng"/>
              <a:t>use</a:t>
            </a:r>
            <a:r>
              <a:rPr lang="en-US"/>
              <a:t>-related hazards? </a:t>
            </a:r>
          </a:p>
        </p:txBody>
      </p:sp>
      <p:graphicFrame>
        <p:nvGraphicFramePr>
          <p:cNvPr id="4" name="Diagram 3">
            <a:extLst>
              <a:ext uri="{FF2B5EF4-FFF2-40B4-BE49-F238E27FC236}">
                <a16:creationId xmlns:a16="http://schemas.microsoft.com/office/drawing/2014/main" id="{9C8C6FCC-BC85-C530-BD2B-1A75A54F0AEB}"/>
              </a:ext>
            </a:extLst>
          </p:cNvPr>
          <p:cNvGraphicFramePr/>
          <p:nvPr>
            <p:extLst>
              <p:ext uri="{D42A27DB-BD31-4B8C-83A1-F6EECF244321}">
                <p14:modId xmlns:p14="http://schemas.microsoft.com/office/powerpoint/2010/main" val="2771437097"/>
              </p:ext>
            </p:extLst>
          </p:nvPr>
        </p:nvGraphicFramePr>
        <p:xfrm>
          <a:off x="1914452" y="996950"/>
          <a:ext cx="8363096" cy="5604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5175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FECD3-7195-41FA-1E94-1A8D160401A8}"/>
              </a:ext>
            </a:extLst>
          </p:cNvPr>
          <p:cNvSpPr>
            <a:spLocks noGrp="1"/>
          </p:cNvSpPr>
          <p:nvPr>
            <p:ph type="title"/>
          </p:nvPr>
        </p:nvSpPr>
        <p:spPr>
          <a:xfrm>
            <a:off x="425450" y="261384"/>
            <a:ext cx="11266364" cy="730250"/>
          </a:xfrm>
        </p:spPr>
        <p:txBody>
          <a:bodyPr/>
          <a:lstStyle/>
          <a:p>
            <a:r>
              <a:rPr lang="en-US"/>
              <a:t> Example Case</a:t>
            </a:r>
          </a:p>
        </p:txBody>
      </p:sp>
      <p:sp>
        <p:nvSpPr>
          <p:cNvPr id="3" name="Content Placeholder 2">
            <a:extLst>
              <a:ext uri="{FF2B5EF4-FFF2-40B4-BE49-F238E27FC236}">
                <a16:creationId xmlns:a16="http://schemas.microsoft.com/office/drawing/2014/main" id="{DA486705-1374-334A-693C-3F60741BF3F5}"/>
              </a:ext>
            </a:extLst>
          </p:cNvPr>
          <p:cNvSpPr>
            <a:spLocks noGrp="1"/>
          </p:cNvSpPr>
          <p:nvPr>
            <p:ph idx="1"/>
          </p:nvPr>
        </p:nvSpPr>
        <p:spPr/>
        <p:txBody>
          <a:bodyPr/>
          <a:lstStyle/>
          <a:p>
            <a:pPr marL="457200" indent="-457200">
              <a:buFont typeface="+mj-lt"/>
              <a:buAutoNum type="arabicPeriod"/>
            </a:pPr>
            <a:r>
              <a:rPr lang="en-US"/>
              <a:t>Electrical engineering team selects a battery pack for the design</a:t>
            </a:r>
          </a:p>
          <a:p>
            <a:pPr marL="457200" indent="-457200">
              <a:buFont typeface="+mj-lt"/>
              <a:buAutoNum type="arabicPeriod"/>
            </a:pPr>
            <a:r>
              <a:rPr lang="en-US"/>
              <a:t>Battery manufacturer specs are assessed as part of the DFMEA process </a:t>
            </a:r>
            <a:r>
              <a:rPr lang="en-US">
                <a:sym typeface="Wingdings" panose="05000000000000000000" pitchFamily="2" charset="2"/>
              </a:rPr>
              <a:t> Battery cells have a specific temperature operating range</a:t>
            </a:r>
          </a:p>
          <a:p>
            <a:pPr marL="457200" indent="-457200">
              <a:buFont typeface="+mj-lt"/>
              <a:buAutoNum type="arabicPeriod"/>
            </a:pPr>
            <a:r>
              <a:rPr lang="en-US">
                <a:sym typeface="Wingdings" panose="05000000000000000000" pitchFamily="2" charset="2"/>
              </a:rPr>
              <a:t>Temperature range is captured in a task analysis  “User leaves device in direct sunlight”</a:t>
            </a:r>
          </a:p>
          <a:p>
            <a:pPr marL="457200" indent="-457200">
              <a:buFont typeface="+mj-lt"/>
              <a:buAutoNum type="arabicPeriod"/>
            </a:pPr>
            <a:r>
              <a:rPr lang="en-US">
                <a:sym typeface="Wingdings" panose="05000000000000000000" pitchFamily="2" charset="2"/>
              </a:rPr>
              <a:t>Mitigations are determined based on this. Ex: Labeling about temperature range, warning to keep indoors.</a:t>
            </a:r>
            <a:endParaRPr lang="en-US"/>
          </a:p>
        </p:txBody>
      </p:sp>
    </p:spTree>
    <p:extLst>
      <p:ext uri="{BB962C8B-B14F-4D97-AF65-F5344CB8AC3E}">
        <p14:creationId xmlns:p14="http://schemas.microsoft.com/office/powerpoint/2010/main" val="562292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8E59-1B2E-51DD-3B69-9DE8BF21C63E}"/>
              </a:ext>
            </a:extLst>
          </p:cNvPr>
          <p:cNvSpPr>
            <a:spLocks noGrp="1"/>
          </p:cNvSpPr>
          <p:nvPr>
            <p:ph type="title"/>
          </p:nvPr>
        </p:nvSpPr>
        <p:spPr/>
        <p:txBody>
          <a:bodyPr/>
          <a:lstStyle/>
          <a:p>
            <a:r>
              <a:rPr lang="en-US"/>
              <a:t>Tools for uncovering use-related risk</a:t>
            </a:r>
          </a:p>
        </p:txBody>
      </p:sp>
      <p:grpSp>
        <p:nvGrpSpPr>
          <p:cNvPr id="4" name="Group 3">
            <a:extLst>
              <a:ext uri="{FF2B5EF4-FFF2-40B4-BE49-F238E27FC236}">
                <a16:creationId xmlns:a16="http://schemas.microsoft.com/office/drawing/2014/main" id="{8FEE3C39-CF57-2A31-B8D8-2ABCEC4AE95F}"/>
              </a:ext>
            </a:extLst>
          </p:cNvPr>
          <p:cNvGrpSpPr/>
          <p:nvPr/>
        </p:nvGrpSpPr>
        <p:grpSpPr>
          <a:xfrm>
            <a:off x="1247185" y="2677729"/>
            <a:ext cx="9813657" cy="1922152"/>
            <a:chOff x="1235661" y="1670771"/>
            <a:chExt cx="8976733" cy="1758228"/>
          </a:xfrm>
        </p:grpSpPr>
        <p:sp>
          <p:nvSpPr>
            <p:cNvPr id="5" name="Rectangle: Top Corners Rounded 4">
              <a:extLst>
                <a:ext uri="{FF2B5EF4-FFF2-40B4-BE49-F238E27FC236}">
                  <a16:creationId xmlns:a16="http://schemas.microsoft.com/office/drawing/2014/main" id="{2B68F79A-A274-C472-3468-AAC6C3A89A6D}"/>
                </a:ext>
              </a:extLst>
            </p:cNvPr>
            <p:cNvSpPr/>
            <p:nvPr/>
          </p:nvSpPr>
          <p:spPr>
            <a:xfrm rot="16200000">
              <a:off x="662388" y="2244044"/>
              <a:ext cx="1758228" cy="611682"/>
            </a:xfrm>
            <a:prstGeom prst="round2SameRect">
              <a:avLst/>
            </a:prstGeom>
            <a:solidFill>
              <a:schemeClr val="tx1">
                <a:lumMod val="50000"/>
                <a:lumOff val="5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t>PCA</a:t>
              </a:r>
            </a:p>
            <a:p>
              <a:pPr algn="ctr"/>
              <a:r>
                <a:rPr lang="en-US"/>
                <a:t>ANALYSIS</a:t>
              </a:r>
            </a:p>
          </p:txBody>
        </p:sp>
        <p:grpSp>
          <p:nvGrpSpPr>
            <p:cNvPr id="6" name="Group 5">
              <a:extLst>
                <a:ext uri="{FF2B5EF4-FFF2-40B4-BE49-F238E27FC236}">
                  <a16:creationId xmlns:a16="http://schemas.microsoft.com/office/drawing/2014/main" id="{6FCAB36F-8ED8-5B9E-DFCC-48DB2380A685}"/>
                </a:ext>
              </a:extLst>
            </p:cNvPr>
            <p:cNvGrpSpPr/>
            <p:nvPr/>
          </p:nvGrpSpPr>
          <p:grpSpPr>
            <a:xfrm>
              <a:off x="4658734" y="1849799"/>
              <a:ext cx="2751589" cy="1297962"/>
              <a:chOff x="4658734" y="1849799"/>
              <a:chExt cx="2751589" cy="1297962"/>
            </a:xfrm>
          </p:grpSpPr>
          <p:sp>
            <p:nvSpPr>
              <p:cNvPr id="13" name="Rectangle: Rounded Corners 12">
                <a:extLst>
                  <a:ext uri="{FF2B5EF4-FFF2-40B4-BE49-F238E27FC236}">
                    <a16:creationId xmlns:a16="http://schemas.microsoft.com/office/drawing/2014/main" id="{D390F6B9-0845-584E-19E4-B324006B6A1E}"/>
                  </a:ext>
                </a:extLst>
              </p:cNvPr>
              <p:cNvSpPr/>
              <p:nvPr/>
            </p:nvSpPr>
            <p:spPr>
              <a:xfrm>
                <a:off x="4658734" y="1849799"/>
                <a:ext cx="2751589" cy="1297962"/>
              </a:xfrm>
              <a:prstGeom prst="roundRect">
                <a:avLst/>
              </a:prstGeom>
              <a:solidFill>
                <a:srgbClr val="FF6F6F"/>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a:p>
                <a:pPr algn="ctr"/>
                <a:endParaRPr lang="en-US"/>
              </a:p>
              <a:p>
                <a:pPr algn="ctr"/>
                <a:endParaRPr lang="en-US"/>
              </a:p>
              <a:p>
                <a:pPr algn="ctr"/>
                <a:r>
                  <a:rPr lang="en-US"/>
                  <a:t>COGNITION</a:t>
                </a:r>
              </a:p>
            </p:txBody>
          </p:sp>
          <p:pic>
            <p:nvPicPr>
              <p:cNvPr id="14" name="Picture 13">
                <a:extLst>
                  <a:ext uri="{FF2B5EF4-FFF2-40B4-BE49-F238E27FC236}">
                    <a16:creationId xmlns:a16="http://schemas.microsoft.com/office/drawing/2014/main" id="{3920403E-DDE0-66CE-EF5B-94C413E58B51}"/>
                  </a:ext>
                </a:extLst>
              </p:cNvPr>
              <p:cNvPicPr>
                <a:picLocks noChangeAspect="1"/>
              </p:cNvPicPr>
              <p:nvPr/>
            </p:nvPicPr>
            <p:blipFill>
              <a:blip r:embed="rId2"/>
              <a:stretch>
                <a:fillRect/>
              </a:stretch>
            </p:blipFill>
            <p:spPr>
              <a:xfrm rot="5400000">
                <a:off x="5674817" y="1927086"/>
                <a:ext cx="740648" cy="740648"/>
              </a:xfrm>
              <a:prstGeom prst="rect">
                <a:avLst/>
              </a:prstGeom>
            </p:spPr>
          </p:pic>
        </p:grpSp>
        <p:grpSp>
          <p:nvGrpSpPr>
            <p:cNvPr id="7" name="Group 6">
              <a:extLst>
                <a:ext uri="{FF2B5EF4-FFF2-40B4-BE49-F238E27FC236}">
                  <a16:creationId xmlns:a16="http://schemas.microsoft.com/office/drawing/2014/main" id="{6D16E400-92FF-9655-CD31-B290374F7D5C}"/>
                </a:ext>
              </a:extLst>
            </p:cNvPr>
            <p:cNvGrpSpPr/>
            <p:nvPr/>
          </p:nvGrpSpPr>
          <p:grpSpPr>
            <a:xfrm>
              <a:off x="1871686" y="1854213"/>
              <a:ext cx="2751589" cy="1297963"/>
              <a:chOff x="1871686" y="1854213"/>
              <a:chExt cx="2751589" cy="1297963"/>
            </a:xfrm>
          </p:grpSpPr>
          <p:sp>
            <p:nvSpPr>
              <p:cNvPr id="11" name="Rectangle: Rounded Corners 10">
                <a:extLst>
                  <a:ext uri="{FF2B5EF4-FFF2-40B4-BE49-F238E27FC236}">
                    <a16:creationId xmlns:a16="http://schemas.microsoft.com/office/drawing/2014/main" id="{5120FCC7-444D-A270-A913-27C6D23C5260}"/>
                  </a:ext>
                </a:extLst>
              </p:cNvPr>
              <p:cNvSpPr/>
              <p:nvPr/>
            </p:nvSpPr>
            <p:spPr>
              <a:xfrm>
                <a:off x="1871686" y="1854213"/>
                <a:ext cx="2751589" cy="1297963"/>
              </a:xfrm>
              <a:prstGeom prst="round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a:p>
                <a:pPr algn="ctr"/>
                <a:endParaRPr lang="en-US"/>
              </a:p>
              <a:p>
                <a:pPr algn="ctr"/>
                <a:endParaRPr lang="en-US"/>
              </a:p>
              <a:p>
                <a:pPr algn="ctr"/>
                <a:r>
                  <a:rPr lang="en-US"/>
                  <a:t>PERCEPTION</a:t>
                </a:r>
              </a:p>
            </p:txBody>
          </p:sp>
          <p:pic>
            <p:nvPicPr>
              <p:cNvPr id="12" name="Picture 11">
                <a:extLst>
                  <a:ext uri="{FF2B5EF4-FFF2-40B4-BE49-F238E27FC236}">
                    <a16:creationId xmlns:a16="http://schemas.microsoft.com/office/drawing/2014/main" id="{95720943-E201-B777-CCD6-0F963F046C88}"/>
                  </a:ext>
                </a:extLst>
              </p:cNvPr>
              <p:cNvPicPr>
                <a:picLocks noChangeAspect="1"/>
              </p:cNvPicPr>
              <p:nvPr/>
            </p:nvPicPr>
            <p:blipFill>
              <a:blip r:embed="rId3"/>
              <a:stretch>
                <a:fillRect/>
              </a:stretch>
            </p:blipFill>
            <p:spPr>
              <a:xfrm>
                <a:off x="2788947" y="1947367"/>
                <a:ext cx="700085" cy="700085"/>
              </a:xfrm>
              <a:prstGeom prst="rect">
                <a:avLst/>
              </a:prstGeom>
            </p:spPr>
          </p:pic>
        </p:grpSp>
        <p:grpSp>
          <p:nvGrpSpPr>
            <p:cNvPr id="8" name="Group 7">
              <a:extLst>
                <a:ext uri="{FF2B5EF4-FFF2-40B4-BE49-F238E27FC236}">
                  <a16:creationId xmlns:a16="http://schemas.microsoft.com/office/drawing/2014/main" id="{FDFA9600-D03C-FFD2-25B1-B17461CEF920}"/>
                </a:ext>
              </a:extLst>
            </p:cNvPr>
            <p:cNvGrpSpPr/>
            <p:nvPr/>
          </p:nvGrpSpPr>
          <p:grpSpPr>
            <a:xfrm>
              <a:off x="7460805" y="1849799"/>
              <a:ext cx="2751589" cy="1322742"/>
              <a:chOff x="7460805" y="1849799"/>
              <a:chExt cx="2751589" cy="1322742"/>
            </a:xfrm>
          </p:grpSpPr>
          <p:sp>
            <p:nvSpPr>
              <p:cNvPr id="9" name="Rectangle: Rounded Corners 8">
                <a:extLst>
                  <a:ext uri="{FF2B5EF4-FFF2-40B4-BE49-F238E27FC236}">
                    <a16:creationId xmlns:a16="http://schemas.microsoft.com/office/drawing/2014/main" id="{1F5EB37E-0401-7844-32C5-450CE47B6488}"/>
                  </a:ext>
                </a:extLst>
              </p:cNvPr>
              <p:cNvSpPr/>
              <p:nvPr/>
            </p:nvSpPr>
            <p:spPr>
              <a:xfrm>
                <a:off x="7460805" y="1849799"/>
                <a:ext cx="2751589" cy="1322742"/>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a:p>
                <a:pPr algn="ctr"/>
                <a:endParaRPr lang="en-US"/>
              </a:p>
              <a:p>
                <a:pPr algn="ctr"/>
                <a:endParaRPr lang="en-US"/>
              </a:p>
              <a:p>
                <a:pPr algn="ctr"/>
                <a:r>
                  <a:rPr lang="en-US"/>
                  <a:t>ACTION</a:t>
                </a:r>
              </a:p>
            </p:txBody>
          </p:sp>
          <p:pic>
            <p:nvPicPr>
              <p:cNvPr id="10" name="Picture 9">
                <a:extLst>
                  <a:ext uri="{FF2B5EF4-FFF2-40B4-BE49-F238E27FC236}">
                    <a16:creationId xmlns:a16="http://schemas.microsoft.com/office/drawing/2014/main" id="{5942D95A-3CA9-BC5E-7A80-182E5BB7DEA7}"/>
                  </a:ext>
                </a:extLst>
              </p:cNvPr>
              <p:cNvPicPr>
                <a:picLocks noChangeAspect="1"/>
              </p:cNvPicPr>
              <p:nvPr/>
            </p:nvPicPr>
            <p:blipFill>
              <a:blip r:embed="rId4"/>
              <a:stretch>
                <a:fillRect/>
              </a:stretch>
            </p:blipFill>
            <p:spPr>
              <a:xfrm>
                <a:off x="8437035" y="1932513"/>
                <a:ext cx="748786" cy="748786"/>
              </a:xfrm>
              <a:prstGeom prst="rect">
                <a:avLst/>
              </a:prstGeom>
            </p:spPr>
          </p:pic>
        </p:grpSp>
      </p:grpSp>
      <p:grpSp>
        <p:nvGrpSpPr>
          <p:cNvPr id="15" name="Group 14">
            <a:extLst>
              <a:ext uri="{FF2B5EF4-FFF2-40B4-BE49-F238E27FC236}">
                <a16:creationId xmlns:a16="http://schemas.microsoft.com/office/drawing/2014/main" id="{DA333B3C-7680-D2A0-4459-645B7AD7E60C}"/>
              </a:ext>
            </a:extLst>
          </p:cNvPr>
          <p:cNvGrpSpPr/>
          <p:nvPr/>
        </p:nvGrpSpPr>
        <p:grpSpPr>
          <a:xfrm>
            <a:off x="2054886" y="5129238"/>
            <a:ext cx="8387830" cy="979021"/>
            <a:chOff x="1891854" y="5377331"/>
            <a:chExt cx="8387830" cy="979021"/>
          </a:xfrm>
        </p:grpSpPr>
        <p:sp>
          <p:nvSpPr>
            <p:cNvPr id="16" name="Rectangle: Rounded Corners 15">
              <a:extLst>
                <a:ext uri="{FF2B5EF4-FFF2-40B4-BE49-F238E27FC236}">
                  <a16:creationId xmlns:a16="http://schemas.microsoft.com/office/drawing/2014/main" id="{34D6C980-EBE1-A197-FE7F-850E3977A974}"/>
                </a:ext>
              </a:extLst>
            </p:cNvPr>
            <p:cNvSpPr/>
            <p:nvPr/>
          </p:nvSpPr>
          <p:spPr>
            <a:xfrm>
              <a:off x="1891854" y="5377331"/>
              <a:ext cx="8387830" cy="979021"/>
            </a:xfrm>
            <a:prstGeom prst="roundRect">
              <a:avLst/>
            </a:prstGeom>
            <a:solidFill>
              <a:srgbClr val="EB5431"/>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en-US"/>
                <a:t>USE ERRORS</a:t>
              </a:r>
            </a:p>
          </p:txBody>
        </p:sp>
        <p:pic>
          <p:nvPicPr>
            <p:cNvPr id="17" name="Picture 16">
              <a:extLst>
                <a:ext uri="{FF2B5EF4-FFF2-40B4-BE49-F238E27FC236}">
                  <a16:creationId xmlns:a16="http://schemas.microsoft.com/office/drawing/2014/main" id="{7CE7BACB-FC60-64F4-F0CF-29ED737A8FCA}"/>
                </a:ext>
              </a:extLst>
            </p:cNvPr>
            <p:cNvPicPr>
              <a:picLocks noChangeAspect="1"/>
            </p:cNvPicPr>
            <p:nvPr/>
          </p:nvPicPr>
          <p:blipFill>
            <a:blip r:embed="rId5"/>
            <a:stretch>
              <a:fillRect/>
            </a:stretch>
          </p:blipFill>
          <p:spPr>
            <a:xfrm>
              <a:off x="2882229" y="5600559"/>
              <a:ext cx="532563" cy="532563"/>
            </a:xfrm>
            <a:prstGeom prst="rect">
              <a:avLst/>
            </a:prstGeom>
          </p:spPr>
        </p:pic>
      </p:grpSp>
      <p:sp>
        <p:nvSpPr>
          <p:cNvPr id="18" name="Arrow: U-Turn 17">
            <a:extLst>
              <a:ext uri="{FF2B5EF4-FFF2-40B4-BE49-F238E27FC236}">
                <a16:creationId xmlns:a16="http://schemas.microsoft.com/office/drawing/2014/main" id="{4ACDFCC4-7817-787C-9029-A348EF7FCBDA}"/>
              </a:ext>
            </a:extLst>
          </p:cNvPr>
          <p:cNvSpPr/>
          <p:nvPr/>
        </p:nvSpPr>
        <p:spPr>
          <a:xfrm rot="5400000">
            <a:off x="10356641" y="4173998"/>
            <a:ext cx="2415232" cy="1006829"/>
          </a:xfrm>
          <a:prstGeom prst="uturnArrow">
            <a:avLst>
              <a:gd name="adj1" fmla="val 25000"/>
              <a:gd name="adj2" fmla="val 25000"/>
              <a:gd name="adj3" fmla="val 25000"/>
              <a:gd name="adj4" fmla="val 43750"/>
              <a:gd name="adj5" fmla="val 100000"/>
            </a:avLst>
          </a:prstGeom>
          <a:solidFill>
            <a:schemeClr val="bg1">
              <a:lumMod val="85000"/>
            </a:schemeClr>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a:solidFill>
                <a:schemeClr val="tx1"/>
              </a:solidFill>
            </a:endParaRPr>
          </a:p>
        </p:txBody>
      </p:sp>
      <p:grpSp>
        <p:nvGrpSpPr>
          <p:cNvPr id="19" name="Group 18">
            <a:extLst>
              <a:ext uri="{FF2B5EF4-FFF2-40B4-BE49-F238E27FC236}">
                <a16:creationId xmlns:a16="http://schemas.microsoft.com/office/drawing/2014/main" id="{1D320E9E-21B1-92F9-25C6-83F7A7538D00}"/>
              </a:ext>
            </a:extLst>
          </p:cNvPr>
          <p:cNvGrpSpPr/>
          <p:nvPr/>
        </p:nvGrpSpPr>
        <p:grpSpPr>
          <a:xfrm>
            <a:off x="277332" y="1651043"/>
            <a:ext cx="1777554" cy="2405573"/>
            <a:chOff x="114300" y="1899136"/>
            <a:chExt cx="1777554" cy="2405573"/>
          </a:xfrm>
          <a:solidFill>
            <a:schemeClr val="bg1">
              <a:lumMod val="85000"/>
            </a:schemeClr>
          </a:solidFill>
        </p:grpSpPr>
        <p:sp>
          <p:nvSpPr>
            <p:cNvPr id="20" name="Arrow: U-Turn 19">
              <a:extLst>
                <a:ext uri="{FF2B5EF4-FFF2-40B4-BE49-F238E27FC236}">
                  <a16:creationId xmlns:a16="http://schemas.microsoft.com/office/drawing/2014/main" id="{A6840CB8-979C-1703-2ACA-1D1CB063C3F2}"/>
                </a:ext>
              </a:extLst>
            </p:cNvPr>
            <p:cNvSpPr/>
            <p:nvPr/>
          </p:nvSpPr>
          <p:spPr>
            <a:xfrm rot="16200000" flipH="1">
              <a:off x="-669386" y="2682823"/>
              <a:ext cx="2405572" cy="838200"/>
            </a:xfrm>
            <a:prstGeom prst="uturnArrow">
              <a:avLst>
                <a:gd name="adj1" fmla="val 26648"/>
                <a:gd name="adj2" fmla="val 25000"/>
                <a:gd name="adj3" fmla="val 32135"/>
                <a:gd name="adj4" fmla="val 71746"/>
                <a:gd name="adj5"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Rectangle 20">
              <a:extLst>
                <a:ext uri="{FF2B5EF4-FFF2-40B4-BE49-F238E27FC236}">
                  <a16:creationId xmlns:a16="http://schemas.microsoft.com/office/drawing/2014/main" id="{975CCF84-6DE2-A44E-7813-702CE699B5AC}"/>
                </a:ext>
              </a:extLst>
            </p:cNvPr>
            <p:cNvSpPr/>
            <p:nvPr/>
          </p:nvSpPr>
          <p:spPr>
            <a:xfrm>
              <a:off x="783012" y="1899136"/>
              <a:ext cx="1108842" cy="22443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070C48B7-B21F-C359-70B3-07350D2A9FCE}"/>
              </a:ext>
            </a:extLst>
          </p:cNvPr>
          <p:cNvGrpSpPr/>
          <p:nvPr/>
        </p:nvGrpSpPr>
        <p:grpSpPr>
          <a:xfrm>
            <a:off x="2054886" y="1313293"/>
            <a:ext cx="8387830" cy="979021"/>
            <a:chOff x="1891854" y="1561386"/>
            <a:chExt cx="8387830" cy="979021"/>
          </a:xfrm>
        </p:grpSpPr>
        <p:sp>
          <p:nvSpPr>
            <p:cNvPr id="23" name="Rectangle: Rounded Corners 22">
              <a:extLst>
                <a:ext uri="{FF2B5EF4-FFF2-40B4-BE49-F238E27FC236}">
                  <a16:creationId xmlns:a16="http://schemas.microsoft.com/office/drawing/2014/main" id="{F2BDB75E-5E5C-EDA2-55C9-119CC7BE5722}"/>
                </a:ext>
              </a:extLst>
            </p:cNvPr>
            <p:cNvSpPr/>
            <p:nvPr/>
          </p:nvSpPr>
          <p:spPr>
            <a:xfrm>
              <a:off x="1891854" y="1561386"/>
              <a:ext cx="8387830" cy="97902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t>TASK ANALYSIS</a:t>
              </a:r>
            </a:p>
          </p:txBody>
        </p:sp>
        <p:pic>
          <p:nvPicPr>
            <p:cNvPr id="24" name="Picture 23">
              <a:extLst>
                <a:ext uri="{FF2B5EF4-FFF2-40B4-BE49-F238E27FC236}">
                  <a16:creationId xmlns:a16="http://schemas.microsoft.com/office/drawing/2014/main" id="{7895C0B2-2465-722E-082C-ABA604EF2462}"/>
                </a:ext>
              </a:extLst>
            </p:cNvPr>
            <p:cNvPicPr>
              <a:picLocks noChangeAspect="1"/>
            </p:cNvPicPr>
            <p:nvPr/>
          </p:nvPicPr>
          <p:blipFill>
            <a:blip r:embed="rId6"/>
            <a:stretch>
              <a:fillRect/>
            </a:stretch>
          </p:blipFill>
          <p:spPr>
            <a:xfrm>
              <a:off x="8800893" y="1715402"/>
              <a:ext cx="592853" cy="592853"/>
            </a:xfrm>
            <a:prstGeom prst="rect">
              <a:avLst/>
            </a:prstGeom>
          </p:spPr>
        </p:pic>
      </p:grpSp>
      <p:grpSp>
        <p:nvGrpSpPr>
          <p:cNvPr id="25" name="Group 24">
            <a:extLst>
              <a:ext uri="{FF2B5EF4-FFF2-40B4-BE49-F238E27FC236}">
                <a16:creationId xmlns:a16="http://schemas.microsoft.com/office/drawing/2014/main" id="{914E8460-3CA1-6DF7-DBF6-20A8511D072F}"/>
              </a:ext>
            </a:extLst>
          </p:cNvPr>
          <p:cNvGrpSpPr/>
          <p:nvPr/>
        </p:nvGrpSpPr>
        <p:grpSpPr>
          <a:xfrm>
            <a:off x="1929203" y="2484498"/>
            <a:ext cx="9131638" cy="2211858"/>
            <a:chOff x="1766171" y="2732591"/>
            <a:chExt cx="9131638" cy="2211858"/>
          </a:xfrm>
        </p:grpSpPr>
        <p:sp>
          <p:nvSpPr>
            <p:cNvPr id="26" name="TextBox 25">
              <a:extLst>
                <a:ext uri="{FF2B5EF4-FFF2-40B4-BE49-F238E27FC236}">
                  <a16:creationId xmlns:a16="http://schemas.microsoft.com/office/drawing/2014/main" id="{CFEF22C3-8CCC-65A5-4A3D-3E0BB7D34483}"/>
                </a:ext>
              </a:extLst>
            </p:cNvPr>
            <p:cNvSpPr txBox="1"/>
            <p:nvPr/>
          </p:nvSpPr>
          <p:spPr>
            <a:xfrm>
              <a:off x="1779477" y="2732591"/>
              <a:ext cx="3008127" cy="307777"/>
            </a:xfrm>
            <a:prstGeom prst="rect">
              <a:avLst/>
            </a:prstGeom>
            <a:noFill/>
          </p:spPr>
          <p:txBody>
            <a:bodyPr wrap="square" rtlCol="0">
              <a:spAutoFit/>
            </a:bodyPr>
            <a:lstStyle/>
            <a:p>
              <a:pPr algn="ctr"/>
              <a:r>
                <a:rPr lang="en-US" sz="1400" b="1">
                  <a:solidFill>
                    <a:schemeClr val="accent6">
                      <a:lumMod val="75000"/>
                    </a:schemeClr>
                  </a:solidFill>
                </a:rPr>
                <a:t>AWARENESS</a:t>
              </a:r>
            </a:p>
          </p:txBody>
        </p:sp>
        <p:sp>
          <p:nvSpPr>
            <p:cNvPr id="27" name="TextBox 26">
              <a:extLst>
                <a:ext uri="{FF2B5EF4-FFF2-40B4-BE49-F238E27FC236}">
                  <a16:creationId xmlns:a16="http://schemas.microsoft.com/office/drawing/2014/main" id="{9C3A6097-0C30-C9E8-2A7B-DE675024CDC3}"/>
                </a:ext>
              </a:extLst>
            </p:cNvPr>
            <p:cNvSpPr txBox="1"/>
            <p:nvPr/>
          </p:nvSpPr>
          <p:spPr>
            <a:xfrm>
              <a:off x="4826368" y="2740128"/>
              <a:ext cx="3008127" cy="307777"/>
            </a:xfrm>
            <a:prstGeom prst="rect">
              <a:avLst/>
            </a:prstGeom>
            <a:noFill/>
          </p:spPr>
          <p:txBody>
            <a:bodyPr wrap="square" rtlCol="0">
              <a:spAutoFit/>
            </a:bodyPr>
            <a:lstStyle/>
            <a:p>
              <a:pPr algn="ctr"/>
              <a:r>
                <a:rPr lang="en-US" sz="1400" b="1">
                  <a:solidFill>
                    <a:schemeClr val="accent6">
                      <a:lumMod val="75000"/>
                    </a:schemeClr>
                  </a:solidFill>
                </a:rPr>
                <a:t>UNDERSTANDING</a:t>
              </a:r>
            </a:p>
          </p:txBody>
        </p:sp>
        <p:sp>
          <p:nvSpPr>
            <p:cNvPr id="28" name="TextBox 27">
              <a:extLst>
                <a:ext uri="{FF2B5EF4-FFF2-40B4-BE49-F238E27FC236}">
                  <a16:creationId xmlns:a16="http://schemas.microsoft.com/office/drawing/2014/main" id="{310C19B2-9603-1ABE-3B4B-D9B9605924E9}"/>
                </a:ext>
              </a:extLst>
            </p:cNvPr>
            <p:cNvSpPr txBox="1"/>
            <p:nvPr/>
          </p:nvSpPr>
          <p:spPr>
            <a:xfrm>
              <a:off x="7889682" y="2741032"/>
              <a:ext cx="3008127" cy="307777"/>
            </a:xfrm>
            <a:prstGeom prst="rect">
              <a:avLst/>
            </a:prstGeom>
            <a:noFill/>
          </p:spPr>
          <p:txBody>
            <a:bodyPr wrap="square" rtlCol="0">
              <a:spAutoFit/>
            </a:bodyPr>
            <a:lstStyle/>
            <a:p>
              <a:pPr algn="ctr"/>
              <a:r>
                <a:rPr lang="en-US" sz="1400" b="1">
                  <a:solidFill>
                    <a:schemeClr val="accent6">
                      <a:lumMod val="75000"/>
                    </a:schemeClr>
                  </a:solidFill>
                </a:rPr>
                <a:t>CORRECT ACTION</a:t>
              </a:r>
            </a:p>
          </p:txBody>
        </p:sp>
        <p:sp>
          <p:nvSpPr>
            <p:cNvPr id="29" name="TextBox 28">
              <a:extLst>
                <a:ext uri="{FF2B5EF4-FFF2-40B4-BE49-F238E27FC236}">
                  <a16:creationId xmlns:a16="http://schemas.microsoft.com/office/drawing/2014/main" id="{5FF0399C-386A-1E56-94BF-E87637D692B0}"/>
                </a:ext>
              </a:extLst>
            </p:cNvPr>
            <p:cNvSpPr txBox="1"/>
            <p:nvPr/>
          </p:nvSpPr>
          <p:spPr>
            <a:xfrm>
              <a:off x="1766171" y="4628231"/>
              <a:ext cx="3008127" cy="307777"/>
            </a:xfrm>
            <a:prstGeom prst="rect">
              <a:avLst/>
            </a:prstGeom>
            <a:noFill/>
          </p:spPr>
          <p:txBody>
            <a:bodyPr wrap="square" rtlCol="0">
              <a:spAutoFit/>
            </a:bodyPr>
            <a:lstStyle/>
            <a:p>
              <a:pPr algn="ctr"/>
              <a:r>
                <a:rPr lang="en-US" sz="1400" b="1">
                  <a:solidFill>
                    <a:srgbClr val="C00000"/>
                  </a:solidFill>
                </a:rPr>
                <a:t>UNAWARENESS</a:t>
              </a:r>
            </a:p>
          </p:txBody>
        </p:sp>
        <p:sp>
          <p:nvSpPr>
            <p:cNvPr id="30" name="TextBox 29">
              <a:extLst>
                <a:ext uri="{FF2B5EF4-FFF2-40B4-BE49-F238E27FC236}">
                  <a16:creationId xmlns:a16="http://schemas.microsoft.com/office/drawing/2014/main" id="{16D6F59D-FEA2-6E07-CBF7-EE8B2DC67B68}"/>
                </a:ext>
              </a:extLst>
            </p:cNvPr>
            <p:cNvSpPr txBox="1"/>
            <p:nvPr/>
          </p:nvSpPr>
          <p:spPr>
            <a:xfrm>
              <a:off x="4813062" y="4635768"/>
              <a:ext cx="3008127" cy="307777"/>
            </a:xfrm>
            <a:prstGeom prst="rect">
              <a:avLst/>
            </a:prstGeom>
            <a:noFill/>
          </p:spPr>
          <p:txBody>
            <a:bodyPr wrap="square" rtlCol="0">
              <a:spAutoFit/>
            </a:bodyPr>
            <a:lstStyle/>
            <a:p>
              <a:pPr algn="ctr"/>
              <a:r>
                <a:rPr lang="en-US" sz="1400" b="1">
                  <a:solidFill>
                    <a:srgbClr val="C00000"/>
                  </a:solidFill>
                </a:rPr>
                <a:t>MISUNDERSTANDING</a:t>
              </a:r>
            </a:p>
          </p:txBody>
        </p:sp>
        <p:sp>
          <p:nvSpPr>
            <p:cNvPr id="31" name="TextBox 30">
              <a:extLst>
                <a:ext uri="{FF2B5EF4-FFF2-40B4-BE49-F238E27FC236}">
                  <a16:creationId xmlns:a16="http://schemas.microsoft.com/office/drawing/2014/main" id="{D952945A-CCC6-CC88-4D67-DAD2D0DC86E8}"/>
                </a:ext>
              </a:extLst>
            </p:cNvPr>
            <p:cNvSpPr txBox="1"/>
            <p:nvPr/>
          </p:nvSpPr>
          <p:spPr>
            <a:xfrm>
              <a:off x="7876376" y="4636672"/>
              <a:ext cx="3008127" cy="307777"/>
            </a:xfrm>
            <a:prstGeom prst="rect">
              <a:avLst/>
            </a:prstGeom>
            <a:noFill/>
          </p:spPr>
          <p:txBody>
            <a:bodyPr wrap="square" rtlCol="0">
              <a:spAutoFit/>
            </a:bodyPr>
            <a:lstStyle/>
            <a:p>
              <a:pPr algn="ctr"/>
              <a:r>
                <a:rPr lang="en-US" sz="1400" b="1">
                  <a:solidFill>
                    <a:srgbClr val="C00000"/>
                  </a:solidFill>
                </a:rPr>
                <a:t>INCORRECT ACTION</a:t>
              </a:r>
            </a:p>
          </p:txBody>
        </p:sp>
      </p:grpSp>
    </p:spTree>
    <p:extLst>
      <p:ext uri="{BB962C8B-B14F-4D97-AF65-F5344CB8AC3E}">
        <p14:creationId xmlns:p14="http://schemas.microsoft.com/office/powerpoint/2010/main" val="126333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BE57B-919B-5025-69B5-7E60C10CACC9}"/>
              </a:ext>
            </a:extLst>
          </p:cNvPr>
          <p:cNvSpPr>
            <a:spLocks noGrp="1"/>
          </p:cNvSpPr>
          <p:nvPr>
            <p:ph type="title"/>
          </p:nvPr>
        </p:nvSpPr>
        <p:spPr/>
        <p:txBody>
          <a:bodyPr/>
          <a:lstStyle/>
          <a:p>
            <a:r>
              <a:rPr lang="en-US"/>
              <a:t>Example Task Analysis</a:t>
            </a:r>
          </a:p>
        </p:txBody>
      </p:sp>
      <p:graphicFrame>
        <p:nvGraphicFramePr>
          <p:cNvPr id="4" name="Content Placeholder 3">
            <a:extLst>
              <a:ext uri="{FF2B5EF4-FFF2-40B4-BE49-F238E27FC236}">
                <a16:creationId xmlns:a16="http://schemas.microsoft.com/office/drawing/2014/main" id="{0CE1BE6E-6AB2-73CE-E207-D75899F57247}"/>
              </a:ext>
            </a:extLst>
          </p:cNvPr>
          <p:cNvGraphicFramePr>
            <a:graphicFrameLocks noGrp="1"/>
          </p:cNvGraphicFramePr>
          <p:nvPr>
            <p:ph idx="1"/>
            <p:extLst>
              <p:ext uri="{D42A27DB-BD31-4B8C-83A1-F6EECF244321}">
                <p14:modId xmlns:p14="http://schemas.microsoft.com/office/powerpoint/2010/main" val="523617151"/>
              </p:ext>
            </p:extLst>
          </p:nvPr>
        </p:nvGraphicFramePr>
        <p:xfrm>
          <a:off x="138223" y="1544276"/>
          <a:ext cx="11828720" cy="3830965"/>
        </p:xfrm>
        <a:graphic>
          <a:graphicData uri="http://schemas.openxmlformats.org/drawingml/2006/table">
            <a:tbl>
              <a:tblPr firstRow="1" firstCol="1" bandRow="1">
                <a:tableStyleId>{5C22544A-7EE6-4342-B048-85BDC9FD1C3A}</a:tableStyleId>
              </a:tblPr>
              <a:tblGrid>
                <a:gridCol w="957610">
                  <a:extLst>
                    <a:ext uri="{9D8B030D-6E8A-4147-A177-3AD203B41FA5}">
                      <a16:colId xmlns:a16="http://schemas.microsoft.com/office/drawing/2014/main" val="844473678"/>
                    </a:ext>
                  </a:extLst>
                </a:gridCol>
                <a:gridCol w="1025769">
                  <a:extLst>
                    <a:ext uri="{9D8B030D-6E8A-4147-A177-3AD203B41FA5}">
                      <a16:colId xmlns:a16="http://schemas.microsoft.com/office/drawing/2014/main" val="1418396072"/>
                    </a:ext>
                  </a:extLst>
                </a:gridCol>
                <a:gridCol w="1251791">
                  <a:extLst>
                    <a:ext uri="{9D8B030D-6E8A-4147-A177-3AD203B41FA5}">
                      <a16:colId xmlns:a16="http://schemas.microsoft.com/office/drawing/2014/main" val="1511627658"/>
                    </a:ext>
                  </a:extLst>
                </a:gridCol>
                <a:gridCol w="946287">
                  <a:extLst>
                    <a:ext uri="{9D8B030D-6E8A-4147-A177-3AD203B41FA5}">
                      <a16:colId xmlns:a16="http://schemas.microsoft.com/office/drawing/2014/main" val="1232543437"/>
                    </a:ext>
                  </a:extLst>
                </a:gridCol>
                <a:gridCol w="845151">
                  <a:extLst>
                    <a:ext uri="{9D8B030D-6E8A-4147-A177-3AD203B41FA5}">
                      <a16:colId xmlns:a16="http://schemas.microsoft.com/office/drawing/2014/main" val="945756050"/>
                    </a:ext>
                  </a:extLst>
                </a:gridCol>
                <a:gridCol w="916718">
                  <a:extLst>
                    <a:ext uri="{9D8B030D-6E8A-4147-A177-3AD203B41FA5}">
                      <a16:colId xmlns:a16="http://schemas.microsoft.com/office/drawing/2014/main" val="3484700725"/>
                    </a:ext>
                  </a:extLst>
                </a:gridCol>
                <a:gridCol w="814482">
                  <a:extLst>
                    <a:ext uri="{9D8B030D-6E8A-4147-A177-3AD203B41FA5}">
                      <a16:colId xmlns:a16="http://schemas.microsoft.com/office/drawing/2014/main" val="561530754"/>
                    </a:ext>
                  </a:extLst>
                </a:gridCol>
                <a:gridCol w="880953">
                  <a:extLst>
                    <a:ext uri="{9D8B030D-6E8A-4147-A177-3AD203B41FA5}">
                      <a16:colId xmlns:a16="http://schemas.microsoft.com/office/drawing/2014/main" val="2381706919"/>
                    </a:ext>
                  </a:extLst>
                </a:gridCol>
                <a:gridCol w="518193">
                  <a:extLst>
                    <a:ext uri="{9D8B030D-6E8A-4147-A177-3AD203B41FA5}">
                      <a16:colId xmlns:a16="http://schemas.microsoft.com/office/drawing/2014/main" val="177804727"/>
                    </a:ext>
                  </a:extLst>
                </a:gridCol>
                <a:gridCol w="2431301">
                  <a:extLst>
                    <a:ext uri="{9D8B030D-6E8A-4147-A177-3AD203B41FA5}">
                      <a16:colId xmlns:a16="http://schemas.microsoft.com/office/drawing/2014/main" val="2316079606"/>
                    </a:ext>
                  </a:extLst>
                </a:gridCol>
                <a:gridCol w="1240465">
                  <a:extLst>
                    <a:ext uri="{9D8B030D-6E8A-4147-A177-3AD203B41FA5}">
                      <a16:colId xmlns:a16="http://schemas.microsoft.com/office/drawing/2014/main" val="3021009292"/>
                    </a:ext>
                  </a:extLst>
                </a:gridCol>
              </a:tblGrid>
              <a:tr h="288044">
                <a:tc>
                  <a:txBody>
                    <a:bodyPr/>
                    <a:lstStyle/>
                    <a:p>
                      <a:endParaRPr lang="en-US" sz="3600"/>
                    </a:p>
                  </a:txBody>
                  <a:tcPr/>
                </a:tc>
                <a:tc gridSpan="3">
                  <a:txBody>
                    <a:bodyPr/>
                    <a:lstStyle/>
                    <a:p>
                      <a:pPr marL="0" marR="0" algn="ctr">
                        <a:lnSpc>
                          <a:spcPct val="107000"/>
                        </a:lnSpc>
                        <a:spcAft>
                          <a:spcPts val="800"/>
                        </a:spcAft>
                        <a:buNone/>
                      </a:pPr>
                      <a:r>
                        <a:rPr lang="en-US" sz="1400">
                          <a:effectLst/>
                        </a:rPr>
                        <a:t>Perception Cognition Action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hMerge="1">
                  <a:txBody>
                    <a:bodyPr/>
                    <a:lstStyle/>
                    <a:p>
                      <a:endParaRPr lang="en-US"/>
                    </a:p>
                  </a:txBody>
                  <a:tcPr/>
                </a:tc>
                <a:tc hMerge="1">
                  <a:txBody>
                    <a:bodyPr/>
                    <a:lstStyle/>
                    <a:p>
                      <a:endParaRPr lang="en-US"/>
                    </a:p>
                  </a:txBody>
                  <a:tcPr/>
                </a:tc>
                <a:tc gridSpan="7">
                  <a:txBody>
                    <a:bodyPr/>
                    <a:lstStyle/>
                    <a:p>
                      <a:pPr marL="0" marR="0" algn="ctr">
                        <a:lnSpc>
                          <a:spcPct val="107000"/>
                        </a:lnSpc>
                        <a:spcAft>
                          <a:spcPts val="800"/>
                        </a:spcAft>
                        <a:buNone/>
                      </a:pPr>
                      <a:r>
                        <a:rPr lang="en-US" sz="1200">
                          <a:effectLst/>
                        </a:rPr>
                        <a:t>Risk Information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92949604"/>
                  </a:ext>
                </a:extLst>
              </a:tr>
              <a:tr h="589891">
                <a:tc>
                  <a:txBody>
                    <a:bodyPr/>
                    <a:lstStyle/>
                    <a:p>
                      <a:pPr marL="0" marR="0" algn="ctr">
                        <a:lnSpc>
                          <a:spcPct val="107000"/>
                        </a:lnSpc>
                        <a:spcAft>
                          <a:spcPts val="800"/>
                        </a:spcAft>
                        <a:buNone/>
                      </a:pPr>
                      <a:r>
                        <a:rPr lang="en-US" sz="1400">
                          <a:effectLst/>
                        </a:rPr>
                        <a:t>Task Sub-step</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a:txBody>
                    <a:bodyPr/>
                    <a:lstStyle/>
                    <a:p>
                      <a:pPr marL="0" marR="0" algn="ctr">
                        <a:lnSpc>
                          <a:spcPct val="107000"/>
                        </a:lnSpc>
                        <a:spcAft>
                          <a:spcPts val="800"/>
                        </a:spcAft>
                        <a:buNone/>
                      </a:pPr>
                      <a:r>
                        <a:rPr lang="en-US" sz="1400">
                          <a:effectLst/>
                        </a:rPr>
                        <a:t>Perception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a:txBody>
                    <a:bodyPr/>
                    <a:lstStyle/>
                    <a:p>
                      <a:pPr marL="0" marR="0" algn="ctr">
                        <a:lnSpc>
                          <a:spcPct val="107000"/>
                        </a:lnSpc>
                        <a:spcAft>
                          <a:spcPts val="800"/>
                        </a:spcAft>
                        <a:buNone/>
                      </a:pPr>
                      <a:r>
                        <a:rPr lang="en-US" sz="1400">
                          <a:effectLst/>
                        </a:rPr>
                        <a:t>Cognition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a:txBody>
                    <a:bodyPr/>
                    <a:lstStyle/>
                    <a:p>
                      <a:pPr marL="0" marR="0" algn="ctr">
                        <a:lnSpc>
                          <a:spcPct val="107000"/>
                        </a:lnSpc>
                        <a:spcAft>
                          <a:spcPts val="800"/>
                        </a:spcAft>
                        <a:buNone/>
                      </a:pPr>
                      <a:r>
                        <a:rPr lang="en-US" sz="1400">
                          <a:effectLst/>
                        </a:rPr>
                        <a:t>Action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a:txBody>
                    <a:bodyPr/>
                    <a:lstStyle/>
                    <a:p>
                      <a:pPr marL="0" marR="0" algn="ctr">
                        <a:lnSpc>
                          <a:spcPct val="107000"/>
                        </a:lnSpc>
                        <a:spcAft>
                          <a:spcPts val="800"/>
                        </a:spcAft>
                        <a:buNone/>
                      </a:pPr>
                      <a:r>
                        <a:rPr lang="en-US" sz="1200">
                          <a:effectLst/>
                        </a:rPr>
                        <a:t>Potential</a:t>
                      </a:r>
                      <a:br>
                        <a:rPr lang="en-US" sz="1200">
                          <a:effectLst/>
                        </a:rPr>
                      </a:br>
                      <a:r>
                        <a:rPr lang="en-US" sz="1200">
                          <a:effectLst/>
                        </a:rPr>
                        <a:t>Use Error</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a:txBody>
                    <a:bodyPr/>
                    <a:lstStyle/>
                    <a:p>
                      <a:pPr marL="0" marR="0" algn="ctr">
                        <a:lnSpc>
                          <a:spcPct val="107000"/>
                        </a:lnSpc>
                        <a:spcAft>
                          <a:spcPts val="800"/>
                        </a:spcAft>
                        <a:buNone/>
                      </a:pPr>
                      <a:r>
                        <a:rPr lang="en-US" sz="1200">
                          <a:effectLst/>
                        </a:rPr>
                        <a:t>Potential</a:t>
                      </a:r>
                      <a:br>
                        <a:rPr lang="en-US" sz="1200">
                          <a:effectLst/>
                        </a:rPr>
                      </a:br>
                      <a:r>
                        <a:rPr lang="en-US" sz="1200">
                          <a:effectLst/>
                        </a:rPr>
                        <a:t>Cause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a:txBody>
                    <a:bodyPr/>
                    <a:lstStyle/>
                    <a:p>
                      <a:pPr marL="0" marR="0" algn="ctr">
                        <a:lnSpc>
                          <a:spcPct val="107000"/>
                        </a:lnSpc>
                        <a:spcAft>
                          <a:spcPts val="800"/>
                        </a:spcAft>
                        <a:buNone/>
                      </a:pPr>
                      <a:r>
                        <a:rPr lang="en-US" sz="1200">
                          <a:effectLst/>
                        </a:rPr>
                        <a:t>Patient/User Harm</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a:txBody>
                    <a:bodyPr/>
                    <a:lstStyle/>
                    <a:p>
                      <a:pPr marL="0" marR="0" algn="ctr">
                        <a:lnSpc>
                          <a:spcPct val="107000"/>
                        </a:lnSpc>
                        <a:spcAft>
                          <a:spcPts val="800"/>
                        </a:spcAft>
                        <a:buNone/>
                      </a:pPr>
                      <a:r>
                        <a:rPr lang="en-US" sz="1200">
                          <a:effectLst/>
                        </a:rPr>
                        <a:t>Severity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a:txBody>
                    <a:bodyPr/>
                    <a:lstStyle/>
                    <a:p>
                      <a:pPr marL="0" marR="0" algn="ctr">
                        <a:lnSpc>
                          <a:spcPct val="107000"/>
                        </a:lnSpc>
                        <a:spcAft>
                          <a:spcPts val="800"/>
                        </a:spcAft>
                        <a:buNone/>
                      </a:pPr>
                      <a:r>
                        <a:rPr lang="en-US" sz="1200">
                          <a:effectLst/>
                        </a:rPr>
                        <a:t>Critical Task (Y/N)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a:txBody>
                    <a:bodyPr/>
                    <a:lstStyle/>
                    <a:p>
                      <a:pPr marL="0" marR="0" algn="ctr">
                        <a:lnSpc>
                          <a:spcPct val="107000"/>
                        </a:lnSpc>
                        <a:spcAft>
                          <a:spcPts val="800"/>
                        </a:spcAft>
                        <a:buNone/>
                      </a:pPr>
                      <a:r>
                        <a:rPr lang="en-US" sz="1200">
                          <a:effectLst/>
                        </a:rPr>
                        <a:t>Risk Mitigations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tc>
                  <a:txBody>
                    <a:bodyPr/>
                    <a:lstStyle/>
                    <a:p>
                      <a:pPr marL="0" marR="0" algn="ctr">
                        <a:lnSpc>
                          <a:spcPct val="107000"/>
                        </a:lnSpc>
                        <a:spcAft>
                          <a:spcPts val="800"/>
                        </a:spcAft>
                        <a:buNone/>
                      </a:pPr>
                      <a:r>
                        <a:rPr lang="en-US" sz="1200">
                          <a:effectLst/>
                        </a:rPr>
                        <a:t>Evaluation Method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nchor="ctr"/>
                </a:tc>
                <a:extLst>
                  <a:ext uri="{0D108BD9-81ED-4DB2-BD59-A6C34878D82A}">
                    <a16:rowId xmlns:a16="http://schemas.microsoft.com/office/drawing/2014/main" val="2730010533"/>
                  </a:ext>
                </a:extLst>
              </a:tr>
              <a:tr h="1058046">
                <a:tc>
                  <a:txBody>
                    <a:bodyPr/>
                    <a:lstStyle/>
                    <a:p>
                      <a:pPr marL="0" marR="0">
                        <a:lnSpc>
                          <a:spcPct val="107000"/>
                        </a:lnSpc>
                        <a:spcAft>
                          <a:spcPts val="800"/>
                        </a:spcAft>
                        <a:buNone/>
                      </a:pPr>
                      <a:r>
                        <a:rPr lang="en-US" sz="1200" b="0">
                          <a:effectLst/>
                        </a:rPr>
                        <a:t>Clean the device and accessories after patient use.</a:t>
                      </a:r>
                      <a:endParaRPr lang="en-US" sz="1200" b="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r>
                        <a:rPr lang="en-US" sz="1200">
                          <a:effectLst/>
                        </a:rPr>
                        <a:t>User sees dirty AED.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r>
                        <a:rPr lang="en-US" sz="1200">
                          <a:effectLst/>
                        </a:rPr>
                        <a:t>User understands that the AED must be cleaned after use.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r>
                        <a:rPr lang="en-US" sz="1200">
                          <a:effectLst/>
                        </a:rPr>
                        <a:t>User wipes down AED.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r>
                        <a:rPr lang="en-US" sz="1200">
                          <a:effectLst/>
                        </a:rPr>
                        <a:t>User does not properly clean the device.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r>
                        <a:rPr lang="en-US" sz="1200">
                          <a:effectLst/>
                        </a:rPr>
                        <a:t>Patient blood or vomit is not cleaned off the device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r>
                        <a:rPr lang="en-US" sz="1200">
                          <a:effectLst/>
                        </a:rPr>
                        <a:t>Bio-contamination leads to patient or user infection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r>
                        <a:rPr lang="en-US" sz="1200">
                          <a:effectLst/>
                        </a:rPr>
                        <a:t>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r>
                        <a:rPr lang="en-US" sz="1200">
                          <a:effectLst/>
                        </a:rPr>
                        <a:t>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r>
                        <a:rPr lang="en-US" sz="1200">
                          <a:effectLst/>
                        </a:rPr>
                        <a:t>Cleaning procedure included in the op guide as required by IEC 60601-1.</a:t>
                      </a:r>
                      <a:br>
                        <a:rPr lang="en-US" sz="1200">
                          <a:effectLst/>
                        </a:rPr>
                      </a:br>
                      <a:br>
                        <a:rPr lang="en-US" sz="1200">
                          <a:effectLst/>
                        </a:rPr>
                      </a:br>
                      <a:r>
                        <a:rPr lang="en-US" sz="1200">
                          <a:effectLst/>
                        </a:rPr>
                        <a:t>Labeling per safety standards is the best recognized response to this hazard.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extLst>
                  <a:ext uri="{0D108BD9-81ED-4DB2-BD59-A6C34878D82A}">
                    <a16:rowId xmlns:a16="http://schemas.microsoft.com/office/drawing/2014/main" val="2657359044"/>
                  </a:ext>
                </a:extLst>
              </a:tr>
              <a:tr h="1058046">
                <a:tc>
                  <a:txBody>
                    <a:bodyPr/>
                    <a:lstStyle/>
                    <a:p>
                      <a:pPr marL="0" marR="0">
                        <a:lnSpc>
                          <a:spcPct val="107000"/>
                        </a:lnSpc>
                        <a:spcAft>
                          <a:spcPts val="800"/>
                        </a:spcAft>
                        <a:buNone/>
                      </a:pPr>
                      <a:endParaRPr lang="en-US" sz="1200" b="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tc>
                  <a:txBody>
                    <a:bodyPr/>
                    <a:lstStyle/>
                    <a:p>
                      <a:pPr marL="0" marR="0">
                        <a:lnSpc>
                          <a:spcPct val="107000"/>
                        </a:lnSpc>
                        <a:spcAft>
                          <a:spcPts val="800"/>
                        </a:spcAft>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1852" marR="51852" marT="0" marB="0"/>
                </a:tc>
                <a:extLst>
                  <a:ext uri="{0D108BD9-81ED-4DB2-BD59-A6C34878D82A}">
                    <a16:rowId xmlns:a16="http://schemas.microsoft.com/office/drawing/2014/main" val="3433649803"/>
                  </a:ext>
                </a:extLst>
              </a:tr>
            </a:tbl>
          </a:graphicData>
        </a:graphic>
      </p:graphicFrame>
    </p:spTree>
    <p:extLst>
      <p:ext uri="{BB962C8B-B14F-4D97-AF65-F5344CB8AC3E}">
        <p14:creationId xmlns:p14="http://schemas.microsoft.com/office/powerpoint/2010/main" val="2601422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08E3D9-657D-633D-B452-EE080FAA34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6AEFC-192C-9B54-F690-041A2ACF5A2C}"/>
              </a:ext>
            </a:extLst>
          </p:cNvPr>
          <p:cNvSpPr>
            <a:spLocks noGrp="1"/>
          </p:cNvSpPr>
          <p:nvPr>
            <p:ph type="title"/>
          </p:nvPr>
        </p:nvSpPr>
        <p:spPr/>
        <p:txBody>
          <a:bodyPr/>
          <a:lstStyle/>
          <a:p>
            <a:r>
              <a:rPr lang="en-US"/>
              <a:t>Task Analysis</a:t>
            </a:r>
          </a:p>
        </p:txBody>
      </p:sp>
      <p:graphicFrame>
        <p:nvGraphicFramePr>
          <p:cNvPr id="6" name="Table 5">
            <a:extLst>
              <a:ext uri="{FF2B5EF4-FFF2-40B4-BE49-F238E27FC236}">
                <a16:creationId xmlns:a16="http://schemas.microsoft.com/office/drawing/2014/main" id="{174673CF-D21A-380C-E5A5-7EFAC619E4FB}"/>
              </a:ext>
            </a:extLst>
          </p:cNvPr>
          <p:cNvGraphicFramePr>
            <a:graphicFrameLocks noGrp="1"/>
          </p:cNvGraphicFramePr>
          <p:nvPr/>
        </p:nvGraphicFramePr>
        <p:xfrm>
          <a:off x="359430" y="2005693"/>
          <a:ext cx="6998677" cy="4160628"/>
        </p:xfrm>
        <a:graphic>
          <a:graphicData uri="http://schemas.openxmlformats.org/drawingml/2006/table">
            <a:tbl>
              <a:tblPr firstRow="1" bandRow="1">
                <a:tableStyleId>{5C22544A-7EE6-4342-B048-85BDC9FD1C3A}</a:tableStyleId>
              </a:tblPr>
              <a:tblGrid>
                <a:gridCol w="1181686">
                  <a:extLst>
                    <a:ext uri="{9D8B030D-6E8A-4147-A177-3AD203B41FA5}">
                      <a16:colId xmlns:a16="http://schemas.microsoft.com/office/drawing/2014/main" val="3864890519"/>
                    </a:ext>
                  </a:extLst>
                </a:gridCol>
                <a:gridCol w="1230923">
                  <a:extLst>
                    <a:ext uri="{9D8B030D-6E8A-4147-A177-3AD203B41FA5}">
                      <a16:colId xmlns:a16="http://schemas.microsoft.com/office/drawing/2014/main" val="31130216"/>
                    </a:ext>
                  </a:extLst>
                </a:gridCol>
                <a:gridCol w="2067951">
                  <a:extLst>
                    <a:ext uri="{9D8B030D-6E8A-4147-A177-3AD203B41FA5}">
                      <a16:colId xmlns:a16="http://schemas.microsoft.com/office/drawing/2014/main" val="48213225"/>
                    </a:ext>
                  </a:extLst>
                </a:gridCol>
                <a:gridCol w="2518117">
                  <a:extLst>
                    <a:ext uri="{9D8B030D-6E8A-4147-A177-3AD203B41FA5}">
                      <a16:colId xmlns:a16="http://schemas.microsoft.com/office/drawing/2014/main" val="1986278941"/>
                    </a:ext>
                  </a:extLst>
                </a:gridCol>
              </a:tblGrid>
              <a:tr h="232209">
                <a:tc>
                  <a:txBody>
                    <a:bodyPr/>
                    <a:lstStyle/>
                    <a:p>
                      <a:r>
                        <a:rPr lang="en-US" sz="1200"/>
                        <a:t>Task</a:t>
                      </a:r>
                    </a:p>
                  </a:txBody>
                  <a:tcPr marL="112532" marR="112532" marT="56266" marB="56266"/>
                </a:tc>
                <a:tc>
                  <a:txBody>
                    <a:bodyPr/>
                    <a:lstStyle/>
                    <a:p>
                      <a:r>
                        <a:rPr lang="en-US" sz="1200"/>
                        <a:t>Subtask</a:t>
                      </a:r>
                    </a:p>
                  </a:txBody>
                  <a:tcPr marL="112532" marR="112532" marT="56266" marB="56266"/>
                </a:tc>
                <a:tc>
                  <a:txBody>
                    <a:bodyPr/>
                    <a:lstStyle/>
                    <a:p>
                      <a:r>
                        <a:rPr lang="en-US" sz="1200"/>
                        <a:t>Use Error</a:t>
                      </a:r>
                    </a:p>
                  </a:txBody>
                  <a:tcPr marL="112532" marR="112532" marT="56266" marB="56266"/>
                </a:tc>
                <a:tc>
                  <a:txBody>
                    <a:bodyPr/>
                    <a:lstStyle/>
                    <a:p>
                      <a:r>
                        <a:rPr lang="en-US" sz="1200"/>
                        <a:t>Cause</a:t>
                      </a:r>
                    </a:p>
                  </a:txBody>
                  <a:tcPr marL="112532" marR="112532" marT="56266" marB="56266"/>
                </a:tc>
                <a:extLst>
                  <a:ext uri="{0D108BD9-81ED-4DB2-BD59-A6C34878D82A}">
                    <a16:rowId xmlns:a16="http://schemas.microsoft.com/office/drawing/2014/main" val="777929425"/>
                  </a:ext>
                </a:extLst>
              </a:tr>
              <a:tr h="949582">
                <a:tc rowSpan="3">
                  <a:txBody>
                    <a:bodyPr/>
                    <a:lstStyle/>
                    <a:p>
                      <a:r>
                        <a:rPr lang="en-US" sz="1200"/>
                        <a:t>Deliver a shock</a:t>
                      </a:r>
                    </a:p>
                  </a:txBody>
                  <a:tcPr marL="112532" marR="112532" marT="56266" marB="56266"/>
                </a:tc>
                <a:tc rowSpan="3">
                  <a:txBody>
                    <a:bodyPr/>
                    <a:lstStyle/>
                    <a:p>
                      <a:r>
                        <a:rPr lang="en-US" sz="1200"/>
                        <a:t>Select energy level</a:t>
                      </a:r>
                    </a:p>
                  </a:txBody>
                  <a:tcPr marL="112532" marR="112532" marT="56266" marB="56266"/>
                </a:tc>
                <a:tc rowSpan="2">
                  <a:txBody>
                    <a:bodyPr/>
                    <a:lstStyle/>
                    <a:p>
                      <a:pPr marL="0" algn="l" defTabSz="685800" rtl="0" eaLnBrk="1" latinLnBrk="0" hangingPunct="1"/>
                      <a:r>
                        <a:rPr lang="en-US" sz="1200" kern="1200">
                          <a:solidFill>
                            <a:schemeClr val="dk1"/>
                          </a:solidFill>
                          <a:latin typeface="+mn-lt"/>
                          <a:ea typeface="+mn-ea"/>
                          <a:cs typeface="+mn-cs"/>
                        </a:rPr>
                        <a:t>User selects incorrect energy level</a:t>
                      </a:r>
                    </a:p>
                  </a:txBody>
                  <a:tcPr marL="112532" marR="112532" marT="56266" marB="56266">
                    <a:solidFill>
                      <a:srgbClr val="EAEFF7"/>
                    </a:solidFill>
                  </a:tcPr>
                </a:tc>
                <a:tc>
                  <a:txBody>
                    <a:bodyPr/>
                    <a:lstStyle/>
                    <a:p>
                      <a:r>
                        <a:rPr lang="en-US" sz="1200"/>
                        <a:t>User does not understand that default energy level is based on patient mode</a:t>
                      </a:r>
                    </a:p>
                  </a:txBody>
                  <a:tcPr marL="112532" marR="112532" marT="56266" marB="56266">
                    <a:solidFill>
                      <a:srgbClr val="FF6F6F"/>
                    </a:solidFill>
                  </a:tcPr>
                </a:tc>
                <a:extLst>
                  <a:ext uri="{0D108BD9-81ED-4DB2-BD59-A6C34878D82A}">
                    <a16:rowId xmlns:a16="http://schemas.microsoft.com/office/drawing/2014/main" val="1192928020"/>
                  </a:ext>
                </a:extLst>
              </a:tr>
              <a:tr h="759385">
                <a:tc vMerge="1">
                  <a:txBody>
                    <a:bodyPr/>
                    <a:lstStyle/>
                    <a:p>
                      <a:endParaRPr lang="en-US" sz="1200"/>
                    </a:p>
                  </a:txBody>
                  <a:tcPr marL="112532" marR="112532" marT="56266" marB="56266"/>
                </a:tc>
                <a:tc vMerge="1">
                  <a:txBody>
                    <a:bodyPr/>
                    <a:lstStyle/>
                    <a:p>
                      <a:endParaRPr lang="en-US" sz="1200"/>
                    </a:p>
                  </a:txBody>
                  <a:tcPr marL="112532" marR="112532" marT="56266" marB="56266"/>
                </a:tc>
                <a:tc vMerge="1">
                  <a:txBody>
                    <a:bodyPr/>
                    <a:lstStyle/>
                    <a:p>
                      <a:pPr marL="0" algn="l" defTabSz="685800" rtl="0" eaLnBrk="1" latinLnBrk="0" hangingPunct="1"/>
                      <a:endParaRPr lang="en-US" sz="1200" kern="1200">
                        <a:solidFill>
                          <a:schemeClr val="dk1"/>
                        </a:solidFill>
                        <a:latin typeface="+mn-lt"/>
                        <a:ea typeface="+mn-ea"/>
                        <a:cs typeface="+mn-cs"/>
                      </a:endParaRPr>
                    </a:p>
                  </a:txBody>
                  <a:tcPr marL="112532" marR="112532" marT="56266" marB="56266"/>
                </a:tc>
                <a:tc>
                  <a:txBody>
                    <a:bodyPr/>
                    <a:lstStyle/>
                    <a:p>
                      <a:r>
                        <a:rPr lang="en-US" sz="1200" kern="1200">
                          <a:solidFill>
                            <a:schemeClr val="dk1"/>
                          </a:solidFill>
                          <a:latin typeface="+mn-lt"/>
                          <a:ea typeface="+mn-ea"/>
                          <a:cs typeface="+mn-cs"/>
                        </a:rPr>
                        <a:t>User presses the energy select button too few / too many times</a:t>
                      </a:r>
                    </a:p>
                  </a:txBody>
                  <a:tcPr marL="112532" marR="112532" marT="56266" marB="56266">
                    <a:solidFill>
                      <a:srgbClr val="ED7D31"/>
                    </a:solidFill>
                  </a:tcPr>
                </a:tc>
                <a:extLst>
                  <a:ext uri="{0D108BD9-81ED-4DB2-BD59-A6C34878D82A}">
                    <a16:rowId xmlns:a16="http://schemas.microsoft.com/office/drawing/2014/main" val="2843679101"/>
                  </a:ext>
                </a:extLst>
              </a:tr>
              <a:tr h="1099895">
                <a:tc vMerge="1">
                  <a:txBody>
                    <a:bodyPr/>
                    <a:lstStyle/>
                    <a:p>
                      <a:endParaRPr lang="en-US" sz="1200"/>
                    </a:p>
                  </a:txBody>
                  <a:tcPr marL="112532" marR="112532" marT="56266" marB="56266"/>
                </a:tc>
                <a:tc vMerge="1">
                  <a:txBody>
                    <a:bodyPr/>
                    <a:lstStyle/>
                    <a:p>
                      <a:endParaRPr lang="en-US" sz="1200"/>
                    </a:p>
                  </a:txBody>
                  <a:tcPr marL="112532" marR="112532" marT="56266" marB="56266"/>
                </a:tc>
                <a:tc>
                  <a:txBody>
                    <a:bodyPr/>
                    <a:lstStyle/>
                    <a:p>
                      <a:r>
                        <a:rPr lang="en-US" sz="1200"/>
                        <a:t>User is unable to set desired energy level</a:t>
                      </a:r>
                    </a:p>
                  </a:txBody>
                  <a:tcPr marL="112532" marR="112532" marT="56266" marB="56266"/>
                </a:tc>
                <a:tc>
                  <a:txBody>
                    <a:bodyPr/>
                    <a:lstStyle/>
                    <a:p>
                      <a:r>
                        <a:rPr lang="en-US" sz="1200"/>
                        <a:t>User cannot locate energy selection controls / confirmation</a:t>
                      </a:r>
                    </a:p>
                  </a:txBody>
                  <a:tcPr marL="112532" marR="112532" marT="56266" marB="56266">
                    <a:solidFill>
                      <a:srgbClr val="FFC000"/>
                    </a:solidFill>
                  </a:tcPr>
                </a:tc>
                <a:extLst>
                  <a:ext uri="{0D108BD9-81ED-4DB2-BD59-A6C34878D82A}">
                    <a16:rowId xmlns:a16="http://schemas.microsoft.com/office/drawing/2014/main" val="2075637753"/>
                  </a:ext>
                </a:extLst>
              </a:tr>
              <a:tr h="505973">
                <a:tc>
                  <a:txBody>
                    <a:bodyPr/>
                    <a:lstStyle/>
                    <a:p>
                      <a:endParaRPr lang="en-US" sz="1200"/>
                    </a:p>
                  </a:txBody>
                  <a:tcPr marL="112532" marR="112532" marT="56266" marB="56266"/>
                </a:tc>
                <a:tc>
                  <a:txBody>
                    <a:bodyPr/>
                    <a:lstStyle/>
                    <a:p>
                      <a:r>
                        <a:rPr lang="en-US" sz="1200"/>
                        <a:t>Charge device</a:t>
                      </a:r>
                    </a:p>
                  </a:txBody>
                  <a:tcPr marL="112532" marR="112532" marT="56266" marB="56266"/>
                </a:tc>
                <a:tc>
                  <a:txBody>
                    <a:bodyPr/>
                    <a:lstStyle/>
                    <a:p>
                      <a:r>
                        <a:rPr lang="en-US" sz="1200"/>
                        <a:t>…</a:t>
                      </a:r>
                    </a:p>
                  </a:txBody>
                  <a:tcPr marL="112532" marR="112532" marT="56266" marB="56266"/>
                </a:tc>
                <a:tc>
                  <a:txBody>
                    <a:bodyPr/>
                    <a:lstStyle/>
                    <a:p>
                      <a:r>
                        <a:rPr lang="en-US" sz="1200"/>
                        <a:t>…</a:t>
                      </a:r>
                    </a:p>
                  </a:txBody>
                  <a:tcPr marL="112532" marR="112532" marT="56266" marB="56266"/>
                </a:tc>
                <a:extLst>
                  <a:ext uri="{0D108BD9-81ED-4DB2-BD59-A6C34878D82A}">
                    <a16:rowId xmlns:a16="http://schemas.microsoft.com/office/drawing/2014/main" val="770773190"/>
                  </a:ext>
                </a:extLst>
              </a:tr>
              <a:tr h="550381">
                <a:tc>
                  <a:txBody>
                    <a:bodyPr/>
                    <a:lstStyle/>
                    <a:p>
                      <a:endParaRPr lang="en-US" sz="1200"/>
                    </a:p>
                  </a:txBody>
                  <a:tcPr marL="112532" marR="112532" marT="56266" marB="56266"/>
                </a:tc>
                <a:tc>
                  <a:txBody>
                    <a:bodyPr/>
                    <a:lstStyle/>
                    <a:p>
                      <a:r>
                        <a:rPr lang="en-US" sz="1200"/>
                        <a:t>Deliver shock</a:t>
                      </a:r>
                    </a:p>
                  </a:txBody>
                  <a:tcPr marL="112532" marR="112532" marT="56266" marB="56266"/>
                </a:tc>
                <a:tc>
                  <a:txBody>
                    <a:bodyPr/>
                    <a:lstStyle/>
                    <a:p>
                      <a:r>
                        <a:rPr lang="en-US" sz="1200"/>
                        <a:t>…</a:t>
                      </a:r>
                    </a:p>
                  </a:txBody>
                  <a:tcPr marL="112532" marR="112532" marT="56266" marB="56266"/>
                </a:tc>
                <a:tc>
                  <a:txBody>
                    <a:bodyPr/>
                    <a:lstStyle/>
                    <a:p>
                      <a:r>
                        <a:rPr lang="en-US" sz="1200"/>
                        <a:t>…</a:t>
                      </a:r>
                    </a:p>
                  </a:txBody>
                  <a:tcPr marL="112532" marR="112532" marT="56266" marB="56266"/>
                </a:tc>
                <a:extLst>
                  <a:ext uri="{0D108BD9-81ED-4DB2-BD59-A6C34878D82A}">
                    <a16:rowId xmlns:a16="http://schemas.microsoft.com/office/drawing/2014/main" val="2281342370"/>
                  </a:ext>
                </a:extLst>
              </a:tr>
            </a:tbl>
          </a:graphicData>
        </a:graphic>
      </p:graphicFrame>
      <p:grpSp>
        <p:nvGrpSpPr>
          <p:cNvPr id="3" name="Group 2">
            <a:extLst>
              <a:ext uri="{FF2B5EF4-FFF2-40B4-BE49-F238E27FC236}">
                <a16:creationId xmlns:a16="http://schemas.microsoft.com/office/drawing/2014/main" id="{0C79D18F-8E18-6644-17DA-064C3C52D16E}"/>
              </a:ext>
            </a:extLst>
          </p:cNvPr>
          <p:cNvGrpSpPr/>
          <p:nvPr/>
        </p:nvGrpSpPr>
        <p:grpSpPr>
          <a:xfrm>
            <a:off x="5106143" y="1495243"/>
            <a:ext cx="1979713" cy="390893"/>
            <a:chOff x="2316548" y="1941971"/>
            <a:chExt cx="7531202" cy="1487029"/>
          </a:xfrm>
        </p:grpSpPr>
        <p:grpSp>
          <p:nvGrpSpPr>
            <p:cNvPr id="8" name="Group 7">
              <a:extLst>
                <a:ext uri="{FF2B5EF4-FFF2-40B4-BE49-F238E27FC236}">
                  <a16:creationId xmlns:a16="http://schemas.microsoft.com/office/drawing/2014/main" id="{CBEF4084-2D0D-C4D5-72CC-D04DDE1078BF}"/>
                </a:ext>
              </a:extLst>
            </p:cNvPr>
            <p:cNvGrpSpPr/>
            <p:nvPr/>
          </p:nvGrpSpPr>
          <p:grpSpPr>
            <a:xfrm>
              <a:off x="4836955" y="1964631"/>
              <a:ext cx="2406457" cy="1464369"/>
              <a:chOff x="4836955" y="1964631"/>
              <a:chExt cx="2406457" cy="1464369"/>
            </a:xfrm>
          </p:grpSpPr>
          <p:sp>
            <p:nvSpPr>
              <p:cNvPr id="19" name="Rectangle: Rounded Corners 18">
                <a:extLst>
                  <a:ext uri="{FF2B5EF4-FFF2-40B4-BE49-F238E27FC236}">
                    <a16:creationId xmlns:a16="http://schemas.microsoft.com/office/drawing/2014/main" id="{49F5DCCD-DE60-E78B-1ADD-251F667915BB}"/>
                  </a:ext>
                </a:extLst>
              </p:cNvPr>
              <p:cNvSpPr/>
              <p:nvPr/>
            </p:nvSpPr>
            <p:spPr>
              <a:xfrm>
                <a:off x="4836955" y="1964631"/>
                <a:ext cx="2406457" cy="1464369"/>
              </a:xfrm>
              <a:prstGeom prst="roundRect">
                <a:avLst/>
              </a:prstGeom>
              <a:solidFill>
                <a:srgbClr val="FF6F6F"/>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400"/>
              </a:p>
            </p:txBody>
          </p:sp>
          <p:pic>
            <p:nvPicPr>
              <p:cNvPr id="20" name="Picture 19">
                <a:extLst>
                  <a:ext uri="{FF2B5EF4-FFF2-40B4-BE49-F238E27FC236}">
                    <a16:creationId xmlns:a16="http://schemas.microsoft.com/office/drawing/2014/main" id="{C74D33F1-D961-27B6-CEC6-50E8BAF9BA20}"/>
                  </a:ext>
                </a:extLst>
              </p:cNvPr>
              <p:cNvPicPr>
                <a:picLocks noChangeAspect="1"/>
              </p:cNvPicPr>
              <p:nvPr/>
            </p:nvPicPr>
            <p:blipFill>
              <a:blip r:embed="rId3"/>
              <a:stretch>
                <a:fillRect/>
              </a:stretch>
            </p:blipFill>
            <p:spPr>
              <a:xfrm rot="5400000">
                <a:off x="5664206" y="2303832"/>
                <a:ext cx="740647" cy="740648"/>
              </a:xfrm>
              <a:prstGeom prst="rect">
                <a:avLst/>
              </a:prstGeom>
            </p:spPr>
          </p:pic>
        </p:grpSp>
        <p:grpSp>
          <p:nvGrpSpPr>
            <p:cNvPr id="12" name="Group 11">
              <a:extLst>
                <a:ext uri="{FF2B5EF4-FFF2-40B4-BE49-F238E27FC236}">
                  <a16:creationId xmlns:a16="http://schemas.microsoft.com/office/drawing/2014/main" id="{ACE948BF-4BD3-9EE5-F004-E51F6D96C7C4}"/>
                </a:ext>
              </a:extLst>
            </p:cNvPr>
            <p:cNvGrpSpPr/>
            <p:nvPr/>
          </p:nvGrpSpPr>
          <p:grpSpPr>
            <a:xfrm>
              <a:off x="2316548" y="1964631"/>
              <a:ext cx="2291704" cy="1464369"/>
              <a:chOff x="2316548" y="1964631"/>
              <a:chExt cx="2291704" cy="1464369"/>
            </a:xfrm>
          </p:grpSpPr>
          <p:sp>
            <p:nvSpPr>
              <p:cNvPr id="17" name="Rectangle: Rounded Corners 16">
                <a:extLst>
                  <a:ext uri="{FF2B5EF4-FFF2-40B4-BE49-F238E27FC236}">
                    <a16:creationId xmlns:a16="http://schemas.microsoft.com/office/drawing/2014/main" id="{E2AA809F-772F-45DC-9988-28B0FD63CC78}"/>
                  </a:ext>
                </a:extLst>
              </p:cNvPr>
              <p:cNvSpPr/>
              <p:nvPr/>
            </p:nvSpPr>
            <p:spPr>
              <a:xfrm>
                <a:off x="2316548" y="1964631"/>
                <a:ext cx="2291704" cy="1464369"/>
              </a:xfrm>
              <a:prstGeom prst="round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sz="1400"/>
              </a:p>
            </p:txBody>
          </p:sp>
          <p:pic>
            <p:nvPicPr>
              <p:cNvPr id="18" name="Picture 17">
                <a:extLst>
                  <a:ext uri="{FF2B5EF4-FFF2-40B4-BE49-F238E27FC236}">
                    <a16:creationId xmlns:a16="http://schemas.microsoft.com/office/drawing/2014/main" id="{4C3FFEAB-9BC3-A341-7BEC-80D2AAD9C58F}"/>
                  </a:ext>
                </a:extLst>
              </p:cNvPr>
              <p:cNvPicPr>
                <a:picLocks noChangeAspect="1"/>
              </p:cNvPicPr>
              <p:nvPr/>
            </p:nvPicPr>
            <p:blipFill>
              <a:blip r:embed="rId4"/>
              <a:stretch>
                <a:fillRect/>
              </a:stretch>
            </p:blipFill>
            <p:spPr>
              <a:xfrm>
                <a:off x="3114442" y="2357918"/>
                <a:ext cx="700084" cy="700086"/>
              </a:xfrm>
              <a:prstGeom prst="rect">
                <a:avLst/>
              </a:prstGeom>
            </p:spPr>
          </p:pic>
        </p:grpSp>
        <p:grpSp>
          <p:nvGrpSpPr>
            <p:cNvPr id="14" name="Group 13">
              <a:extLst>
                <a:ext uri="{FF2B5EF4-FFF2-40B4-BE49-F238E27FC236}">
                  <a16:creationId xmlns:a16="http://schemas.microsoft.com/office/drawing/2014/main" id="{95304D90-8826-E061-B43F-771C168731C5}"/>
                </a:ext>
              </a:extLst>
            </p:cNvPr>
            <p:cNvGrpSpPr/>
            <p:nvPr/>
          </p:nvGrpSpPr>
          <p:grpSpPr>
            <a:xfrm>
              <a:off x="7472113" y="1941971"/>
              <a:ext cx="2375637" cy="1464369"/>
              <a:chOff x="7472113" y="1941971"/>
              <a:chExt cx="2375637" cy="1464369"/>
            </a:xfrm>
          </p:grpSpPr>
          <p:sp>
            <p:nvSpPr>
              <p:cNvPr id="15" name="Rectangle: Rounded Corners 14">
                <a:extLst>
                  <a:ext uri="{FF2B5EF4-FFF2-40B4-BE49-F238E27FC236}">
                    <a16:creationId xmlns:a16="http://schemas.microsoft.com/office/drawing/2014/main" id="{A71CF8A4-DD8D-5D92-F897-C584B0728C70}"/>
                  </a:ext>
                </a:extLst>
              </p:cNvPr>
              <p:cNvSpPr/>
              <p:nvPr/>
            </p:nvSpPr>
            <p:spPr>
              <a:xfrm>
                <a:off x="7472113" y="1941971"/>
                <a:ext cx="2375637" cy="1464369"/>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sz="1400"/>
              </a:p>
            </p:txBody>
          </p:sp>
          <p:pic>
            <p:nvPicPr>
              <p:cNvPr id="16" name="Picture 15">
                <a:extLst>
                  <a:ext uri="{FF2B5EF4-FFF2-40B4-BE49-F238E27FC236}">
                    <a16:creationId xmlns:a16="http://schemas.microsoft.com/office/drawing/2014/main" id="{5ED9F0AB-A89C-F266-E61D-5FF907A31818}"/>
                  </a:ext>
                </a:extLst>
              </p:cNvPr>
              <p:cNvPicPr>
                <a:picLocks noChangeAspect="1"/>
              </p:cNvPicPr>
              <p:nvPr/>
            </p:nvPicPr>
            <p:blipFill>
              <a:blip r:embed="rId5"/>
              <a:stretch>
                <a:fillRect/>
              </a:stretch>
            </p:blipFill>
            <p:spPr>
              <a:xfrm>
                <a:off x="8285538" y="2252168"/>
                <a:ext cx="748787" cy="748786"/>
              </a:xfrm>
              <a:prstGeom prst="rect">
                <a:avLst/>
              </a:prstGeom>
            </p:spPr>
          </p:pic>
        </p:grpSp>
      </p:grpSp>
      <p:graphicFrame>
        <p:nvGraphicFramePr>
          <p:cNvPr id="9" name="Table 8">
            <a:extLst>
              <a:ext uri="{FF2B5EF4-FFF2-40B4-BE49-F238E27FC236}">
                <a16:creationId xmlns:a16="http://schemas.microsoft.com/office/drawing/2014/main" id="{97C72155-02EE-1B79-6256-F95C32FCF7D6}"/>
              </a:ext>
            </a:extLst>
          </p:cNvPr>
          <p:cNvGraphicFramePr>
            <a:graphicFrameLocks noGrp="1"/>
          </p:cNvGraphicFramePr>
          <p:nvPr/>
        </p:nvGraphicFramePr>
        <p:xfrm>
          <a:off x="7793585" y="2012791"/>
          <a:ext cx="3985645" cy="3080796"/>
        </p:xfrm>
        <a:graphic>
          <a:graphicData uri="http://schemas.openxmlformats.org/drawingml/2006/table">
            <a:tbl>
              <a:tblPr firstRow="1" bandRow="1">
                <a:tableStyleId>{5202B0CA-FC54-4496-8BCA-5EF66A818D29}</a:tableStyleId>
              </a:tblPr>
              <a:tblGrid>
                <a:gridCol w="1324363">
                  <a:extLst>
                    <a:ext uri="{9D8B030D-6E8A-4147-A177-3AD203B41FA5}">
                      <a16:colId xmlns:a16="http://schemas.microsoft.com/office/drawing/2014/main" val="2629155339"/>
                    </a:ext>
                  </a:extLst>
                </a:gridCol>
                <a:gridCol w="872447">
                  <a:extLst>
                    <a:ext uri="{9D8B030D-6E8A-4147-A177-3AD203B41FA5}">
                      <a16:colId xmlns:a16="http://schemas.microsoft.com/office/drawing/2014/main" val="728282296"/>
                    </a:ext>
                  </a:extLst>
                </a:gridCol>
                <a:gridCol w="1788835">
                  <a:extLst>
                    <a:ext uri="{9D8B030D-6E8A-4147-A177-3AD203B41FA5}">
                      <a16:colId xmlns:a16="http://schemas.microsoft.com/office/drawing/2014/main" val="3414814473"/>
                    </a:ext>
                  </a:extLst>
                </a:gridCol>
              </a:tblGrid>
              <a:tr h="261861">
                <a:tc>
                  <a:txBody>
                    <a:bodyPr/>
                    <a:lstStyle/>
                    <a:p>
                      <a:r>
                        <a:rPr lang="en-US" sz="1200"/>
                        <a:t>Harm</a:t>
                      </a:r>
                    </a:p>
                  </a:txBody>
                  <a:tcPr marL="112532" marR="112532" marT="56266" marB="56266"/>
                </a:tc>
                <a:tc>
                  <a:txBody>
                    <a:bodyPr/>
                    <a:lstStyle/>
                    <a:p>
                      <a:r>
                        <a:rPr lang="en-US" sz="1200"/>
                        <a:t>Severity</a:t>
                      </a:r>
                    </a:p>
                  </a:txBody>
                  <a:tcPr marL="112532" marR="112532" marT="56266" marB="56266"/>
                </a:tc>
                <a:tc>
                  <a:txBody>
                    <a:bodyPr/>
                    <a:lstStyle/>
                    <a:p>
                      <a:r>
                        <a:rPr lang="en-US" sz="1200"/>
                        <a:t>Risk Control(s)</a:t>
                      </a:r>
                    </a:p>
                  </a:txBody>
                  <a:tcPr marL="112532" marR="112532" marT="56266" marB="56266"/>
                </a:tc>
                <a:extLst>
                  <a:ext uri="{0D108BD9-81ED-4DB2-BD59-A6C34878D82A}">
                    <a16:rowId xmlns:a16="http://schemas.microsoft.com/office/drawing/2014/main" val="3379754928"/>
                  </a:ext>
                </a:extLst>
              </a:tr>
              <a:tr h="1396626">
                <a:tc>
                  <a:txBody>
                    <a:bodyPr/>
                    <a:lstStyle/>
                    <a:p>
                      <a:r>
                        <a:rPr lang="en-US" sz="1200"/>
                        <a:t>Too much / too little energy delivered</a:t>
                      </a:r>
                    </a:p>
                  </a:txBody>
                  <a:tcPr marL="112532" marR="112532" marT="56266" marB="56266"/>
                </a:tc>
                <a:tc>
                  <a:txBody>
                    <a:bodyPr/>
                    <a:lstStyle/>
                    <a:p>
                      <a:r>
                        <a:rPr lang="en-US" sz="1200"/>
                        <a:t>3 or 4</a:t>
                      </a:r>
                    </a:p>
                  </a:txBody>
                  <a:tcPr marL="112532" marR="112532" marT="56266" marB="56266"/>
                </a:tc>
                <a:tc>
                  <a:txBody>
                    <a:bodyPr/>
                    <a:lstStyle/>
                    <a:p>
                      <a:r>
                        <a:rPr lang="en-US" sz="1200"/>
                        <a:t>Usability Validation</a:t>
                      </a:r>
                    </a:p>
                    <a:p>
                      <a:endParaRPr lang="en-US" sz="1200"/>
                    </a:p>
                    <a:p>
                      <a:r>
                        <a:rPr lang="en-US" sz="1200"/>
                        <a:t>Design controls</a:t>
                      </a:r>
                    </a:p>
                    <a:p>
                      <a:pPr marL="285750" indent="-285750">
                        <a:buFont typeface="Arial" panose="020B0604020202020204" pitchFamily="34" charset="0"/>
                        <a:buChar char="•"/>
                      </a:pPr>
                      <a:r>
                        <a:rPr lang="en-US" sz="1200"/>
                        <a:t>Energy select button/display</a:t>
                      </a:r>
                    </a:p>
                    <a:p>
                      <a:pPr marL="285750" indent="-285750">
                        <a:buFont typeface="Arial" panose="020B0604020202020204" pitchFamily="34" charset="0"/>
                        <a:buChar char="•"/>
                      </a:pPr>
                      <a:r>
                        <a:rPr lang="en-US" sz="1200"/>
                        <a:t>Patient mode display</a:t>
                      </a:r>
                    </a:p>
                    <a:p>
                      <a:endParaRPr lang="en-US" sz="1200"/>
                    </a:p>
                  </a:txBody>
                  <a:tcPr marL="112532" marR="112532" marT="56266" marB="56266"/>
                </a:tc>
                <a:extLst>
                  <a:ext uri="{0D108BD9-81ED-4DB2-BD59-A6C34878D82A}">
                    <a16:rowId xmlns:a16="http://schemas.microsoft.com/office/drawing/2014/main" val="3400475886"/>
                  </a:ext>
                </a:extLst>
              </a:tr>
              <a:tr h="1072407">
                <a:tc>
                  <a:txBody>
                    <a:bodyPr/>
                    <a:lstStyle/>
                    <a:p>
                      <a:r>
                        <a:rPr lang="en-US" sz="1200"/>
                        <a:t>Failure to convert defibrillation</a:t>
                      </a:r>
                    </a:p>
                  </a:txBody>
                  <a:tcPr marL="112532" marR="112532" marT="56266" marB="56266"/>
                </a:tc>
                <a:tc>
                  <a:txBody>
                    <a:bodyPr/>
                    <a:lstStyle/>
                    <a:p>
                      <a:r>
                        <a:rPr lang="en-US" sz="1200"/>
                        <a:t>2 or 3</a:t>
                      </a:r>
                    </a:p>
                  </a:txBody>
                  <a:tcPr marL="112532" marR="112532" marT="56266" marB="56266"/>
                </a:tc>
                <a:tc>
                  <a:txBody>
                    <a:bodyPr/>
                    <a:lstStyle/>
                    <a:p>
                      <a:r>
                        <a:rPr lang="en-US" sz="1200"/>
                        <a:t>Design controls</a:t>
                      </a:r>
                    </a:p>
                    <a:p>
                      <a:pPr marL="171450" indent="-171450">
                        <a:buFont typeface="Arial" panose="020B0604020202020204" pitchFamily="34" charset="0"/>
                        <a:buChar char="•"/>
                      </a:pPr>
                      <a:r>
                        <a:rPr lang="en-US" sz="1200"/>
                        <a:t>Charge/Energy Select buttons</a:t>
                      </a:r>
                    </a:p>
                    <a:p>
                      <a:pPr marL="171450" indent="-171450">
                        <a:buFont typeface="Arial" panose="020B0604020202020204" pitchFamily="34" charset="0"/>
                        <a:buChar char="•"/>
                      </a:pPr>
                      <a:r>
                        <a:rPr lang="en-US" sz="1200"/>
                        <a:t>Operator’s Guide</a:t>
                      </a:r>
                    </a:p>
                    <a:p>
                      <a:endParaRPr lang="en-US" sz="1200"/>
                    </a:p>
                    <a:p>
                      <a:r>
                        <a:rPr lang="en-US" sz="1200"/>
                        <a:t>Usability testing?</a:t>
                      </a:r>
                    </a:p>
                  </a:txBody>
                  <a:tcPr marL="112532" marR="112532" marT="56266" marB="56266"/>
                </a:tc>
                <a:extLst>
                  <a:ext uri="{0D108BD9-81ED-4DB2-BD59-A6C34878D82A}">
                    <a16:rowId xmlns:a16="http://schemas.microsoft.com/office/drawing/2014/main" val="1525841993"/>
                  </a:ext>
                </a:extLst>
              </a:tr>
            </a:tbl>
          </a:graphicData>
        </a:graphic>
      </p:graphicFrame>
      <p:pic>
        <p:nvPicPr>
          <p:cNvPr id="3074" name="Picture 2" descr="ZOLL X Series (Recertified) - AED.com">
            <a:extLst>
              <a:ext uri="{FF2B5EF4-FFF2-40B4-BE49-F238E27FC236}">
                <a16:creationId xmlns:a16="http://schemas.microsoft.com/office/drawing/2014/main" id="{CC2A9228-8709-4EA0-0132-3E08EF4A7C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84556" y="1821457"/>
            <a:ext cx="4439880" cy="4439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38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074"/>
                                        </p:tgtEl>
                                      </p:cBhvr>
                                    </p:animEffect>
                                    <p:set>
                                      <p:cBhvr>
                                        <p:cTn id="7" dur="1" fill="hold">
                                          <p:stCondLst>
                                            <p:cond delay="499"/>
                                          </p:stCondLst>
                                        </p:cTn>
                                        <p:tgtEl>
                                          <p:spTgt spid="30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5F70D-56F4-0A99-F9BE-81AB083A983B}"/>
              </a:ext>
            </a:extLst>
          </p:cNvPr>
          <p:cNvSpPr>
            <a:spLocks noGrp="1"/>
          </p:cNvSpPr>
          <p:nvPr>
            <p:ph type="title"/>
          </p:nvPr>
        </p:nvSpPr>
        <p:spPr/>
        <p:txBody>
          <a:bodyPr/>
          <a:lstStyle/>
          <a:p>
            <a:r>
              <a:rPr lang="en-US"/>
              <a:t>Contact Info</a:t>
            </a:r>
          </a:p>
        </p:txBody>
      </p:sp>
      <p:sp>
        <p:nvSpPr>
          <p:cNvPr id="3" name="Content Placeholder 2">
            <a:extLst>
              <a:ext uri="{FF2B5EF4-FFF2-40B4-BE49-F238E27FC236}">
                <a16:creationId xmlns:a16="http://schemas.microsoft.com/office/drawing/2014/main" id="{093CBE89-7198-BE96-17AC-884B9D8E2570}"/>
              </a:ext>
            </a:extLst>
          </p:cNvPr>
          <p:cNvSpPr>
            <a:spLocks noGrp="1"/>
          </p:cNvSpPr>
          <p:nvPr>
            <p:ph idx="1"/>
          </p:nvPr>
        </p:nvSpPr>
        <p:spPr/>
        <p:txBody>
          <a:bodyPr/>
          <a:lstStyle/>
          <a:p>
            <a:pPr marL="0" indent="0">
              <a:buNone/>
            </a:pPr>
            <a:r>
              <a:rPr lang="en-US"/>
              <a:t>Alex Ngan, RPI ’21</a:t>
            </a:r>
          </a:p>
          <a:p>
            <a:pPr marL="0" indent="0">
              <a:buNone/>
            </a:pPr>
            <a:r>
              <a:rPr lang="en-US"/>
              <a:t>Usability Engineer II</a:t>
            </a:r>
          </a:p>
          <a:p>
            <a:pPr marL="0" indent="0">
              <a:buNone/>
            </a:pPr>
            <a:endParaRPr lang="en-US"/>
          </a:p>
          <a:p>
            <a:pPr marL="0" indent="0">
              <a:buNone/>
            </a:pPr>
            <a:r>
              <a:rPr lang="en-US" b="1"/>
              <a:t>Email:</a:t>
            </a:r>
            <a:r>
              <a:rPr lang="en-US"/>
              <a:t> </a:t>
            </a:r>
            <a:r>
              <a:rPr lang="en-US">
                <a:hlinkClick r:id="rId2"/>
              </a:rPr>
              <a:t>Alex.Ngan@ZOLL.com</a:t>
            </a:r>
            <a:endParaRPr lang="en-US"/>
          </a:p>
          <a:p>
            <a:pPr marL="0" indent="0">
              <a:buNone/>
            </a:pPr>
            <a:r>
              <a:rPr lang="en-US" b="1"/>
              <a:t>LinkedIn:</a:t>
            </a:r>
          </a:p>
        </p:txBody>
      </p:sp>
      <p:pic>
        <p:nvPicPr>
          <p:cNvPr id="4" name="Picture 3" descr="A qr code on a white background&#10;&#10;Description automatically generated">
            <a:extLst>
              <a:ext uri="{FF2B5EF4-FFF2-40B4-BE49-F238E27FC236}">
                <a16:creationId xmlns:a16="http://schemas.microsoft.com/office/drawing/2014/main" id="{6E1296BE-8FBC-A0E7-0519-DBD00E4984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8273" y="2850266"/>
            <a:ext cx="3635453" cy="3635453"/>
          </a:xfrm>
          <a:prstGeom prst="rect">
            <a:avLst/>
          </a:prstGeom>
        </p:spPr>
      </p:pic>
    </p:spTree>
    <p:extLst>
      <p:ext uri="{BB962C8B-B14F-4D97-AF65-F5344CB8AC3E}">
        <p14:creationId xmlns:p14="http://schemas.microsoft.com/office/powerpoint/2010/main" val="4017596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B2C7E-8E8F-2D59-2DE2-BBC8B0A5A3B0}"/>
              </a:ext>
            </a:extLst>
          </p:cNvPr>
          <p:cNvSpPr>
            <a:spLocks noGrp="1"/>
          </p:cNvSpPr>
          <p:nvPr>
            <p:ph type="title"/>
          </p:nvPr>
        </p:nvSpPr>
        <p:spPr/>
        <p:txBody>
          <a:bodyPr/>
          <a:lstStyle/>
          <a:p>
            <a:r>
              <a:rPr lang="en-US"/>
              <a:t>Any Questions?</a:t>
            </a:r>
          </a:p>
        </p:txBody>
      </p:sp>
    </p:spTree>
    <p:extLst>
      <p:ext uri="{BB962C8B-B14F-4D97-AF65-F5344CB8AC3E}">
        <p14:creationId xmlns:p14="http://schemas.microsoft.com/office/powerpoint/2010/main" val="2061259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1426-DA3F-218F-10AF-6D11C6658ABB}"/>
              </a:ext>
            </a:extLst>
          </p:cNvPr>
          <p:cNvSpPr>
            <a:spLocks noGrp="1"/>
          </p:cNvSpPr>
          <p:nvPr>
            <p:ph type="title"/>
          </p:nvPr>
        </p:nvSpPr>
        <p:spPr/>
        <p:txBody>
          <a:bodyPr/>
          <a:lstStyle/>
          <a:p>
            <a:r>
              <a:rPr lang="en-US"/>
              <a:t>Other Definitions</a:t>
            </a:r>
          </a:p>
        </p:txBody>
      </p:sp>
      <p:sp>
        <p:nvSpPr>
          <p:cNvPr id="3" name="Content Placeholder 2">
            <a:extLst>
              <a:ext uri="{FF2B5EF4-FFF2-40B4-BE49-F238E27FC236}">
                <a16:creationId xmlns:a16="http://schemas.microsoft.com/office/drawing/2014/main" id="{DACD6F82-67AF-217F-055A-120B4BD33BD1}"/>
              </a:ext>
            </a:extLst>
          </p:cNvPr>
          <p:cNvSpPr>
            <a:spLocks noGrp="1"/>
          </p:cNvSpPr>
          <p:nvPr>
            <p:ph idx="1"/>
          </p:nvPr>
        </p:nvSpPr>
        <p:spPr/>
        <p:txBody>
          <a:bodyPr/>
          <a:lstStyle/>
          <a:p>
            <a:r>
              <a:rPr lang="en-US"/>
              <a:t>FMEA – “Failure Mode and Effects Analysis” </a:t>
            </a:r>
          </a:p>
          <a:p>
            <a:pPr lvl="1"/>
            <a:r>
              <a:rPr lang="en-US"/>
              <a:t>May also be known as DFMEA = “Design Failure Mode and Effects Analysis”</a:t>
            </a:r>
          </a:p>
          <a:p>
            <a:r>
              <a:rPr lang="en-US"/>
              <a:t>Use error – </a:t>
            </a:r>
          </a:p>
          <a:p>
            <a:r>
              <a:rPr lang="en-US"/>
              <a:t>Human error – deviance from appropriate behavior</a:t>
            </a:r>
          </a:p>
        </p:txBody>
      </p:sp>
    </p:spTree>
    <p:extLst>
      <p:ext uri="{BB962C8B-B14F-4D97-AF65-F5344CB8AC3E}">
        <p14:creationId xmlns:p14="http://schemas.microsoft.com/office/powerpoint/2010/main" val="1598481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DFAD5-20B1-9C1B-1787-57CD1B117652}"/>
              </a:ext>
            </a:extLst>
          </p:cNvPr>
          <p:cNvSpPr>
            <a:spLocks noGrp="1"/>
          </p:cNvSpPr>
          <p:nvPr>
            <p:ph type="title"/>
          </p:nvPr>
        </p:nvSpPr>
        <p:spPr/>
        <p:txBody>
          <a:bodyPr/>
          <a:lstStyle/>
          <a:p>
            <a:r>
              <a:rPr lang="en-US"/>
              <a:t>HFE in Medical Devices</a:t>
            </a:r>
          </a:p>
        </p:txBody>
      </p:sp>
      <p:sp>
        <p:nvSpPr>
          <p:cNvPr id="3" name="Content Placeholder 2">
            <a:extLst>
              <a:ext uri="{FF2B5EF4-FFF2-40B4-BE49-F238E27FC236}">
                <a16:creationId xmlns:a16="http://schemas.microsoft.com/office/drawing/2014/main" id="{8470CC22-FADF-0652-A732-503D4779F655}"/>
              </a:ext>
            </a:extLst>
          </p:cNvPr>
          <p:cNvSpPr>
            <a:spLocks noGrp="1"/>
          </p:cNvSpPr>
          <p:nvPr>
            <p:ph idx="1"/>
          </p:nvPr>
        </p:nvSpPr>
        <p:spPr>
          <a:xfrm>
            <a:off x="425450" y="1143000"/>
            <a:ext cx="5481687" cy="4565822"/>
          </a:xfrm>
        </p:spPr>
        <p:txBody>
          <a:bodyPr/>
          <a:lstStyle/>
          <a:p>
            <a:pPr marL="0" indent="0">
              <a:spcBef>
                <a:spcPts val="0"/>
              </a:spcBef>
              <a:buNone/>
            </a:pPr>
            <a:r>
              <a:rPr lang="en-US"/>
              <a:t>According to a study at Johns Hopkins (2016), medical errors are:</a:t>
            </a:r>
          </a:p>
          <a:p>
            <a:pPr marL="560070" lvl="1" indent="-274320">
              <a:spcBef>
                <a:spcPts val="1200"/>
              </a:spcBef>
              <a:spcAft>
                <a:spcPts val="600"/>
              </a:spcAft>
            </a:pPr>
            <a:r>
              <a:rPr lang="en-US"/>
              <a:t>The 3</a:t>
            </a:r>
            <a:r>
              <a:rPr lang="en-US" baseline="30000"/>
              <a:t>rd</a:t>
            </a:r>
            <a:r>
              <a:rPr lang="en-US"/>
              <a:t> leading cause of death in the U.S.</a:t>
            </a:r>
          </a:p>
          <a:p>
            <a:pPr marL="560070" lvl="1" indent="-274320">
              <a:spcBef>
                <a:spcPts val="0"/>
              </a:spcBef>
            </a:pPr>
            <a:r>
              <a:rPr lang="en-US"/>
              <a:t>More than 250,000 people die per year from medical errors</a:t>
            </a:r>
          </a:p>
          <a:p>
            <a:endParaRPr lang="en-US"/>
          </a:p>
        </p:txBody>
      </p:sp>
      <p:pic>
        <p:nvPicPr>
          <p:cNvPr id="11" name="Picture 10">
            <a:extLst>
              <a:ext uri="{FF2B5EF4-FFF2-40B4-BE49-F238E27FC236}">
                <a16:creationId xmlns:a16="http://schemas.microsoft.com/office/drawing/2014/main" id="{2514F8C6-1355-ED65-E139-747E6556B71C}"/>
              </a:ext>
            </a:extLst>
          </p:cNvPr>
          <p:cNvPicPr>
            <a:picLocks noChangeAspect="1"/>
          </p:cNvPicPr>
          <p:nvPr/>
        </p:nvPicPr>
        <p:blipFill>
          <a:blip r:embed="rId2"/>
          <a:stretch>
            <a:fillRect/>
          </a:stretch>
        </p:blipFill>
        <p:spPr>
          <a:xfrm>
            <a:off x="5907137" y="1426440"/>
            <a:ext cx="5784677" cy="3381662"/>
          </a:xfrm>
          <a:prstGeom prst="rect">
            <a:avLst/>
          </a:prstGeom>
        </p:spPr>
      </p:pic>
      <p:sp>
        <p:nvSpPr>
          <p:cNvPr id="12" name="Rectangle 4">
            <a:extLst>
              <a:ext uri="{FF2B5EF4-FFF2-40B4-BE49-F238E27FC236}">
                <a16:creationId xmlns:a16="http://schemas.microsoft.com/office/drawing/2014/main" id="{E575AA1B-4EFA-0A83-32D7-1488F8A8CEAE}"/>
              </a:ext>
            </a:extLst>
          </p:cNvPr>
          <p:cNvSpPr>
            <a:spLocks noChangeArrowheads="1"/>
          </p:cNvSpPr>
          <p:nvPr/>
        </p:nvSpPr>
        <p:spPr bwMode="auto">
          <a:xfrm>
            <a:off x="8524712" y="4954152"/>
            <a:ext cx="2790906" cy="2704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spcBef>
                <a:spcPct val="20000"/>
              </a:spcBef>
              <a:buClr>
                <a:schemeClr val="accent1"/>
              </a:buClr>
              <a:buSzPct val="70000"/>
              <a:buFont typeface="Monotype Sorts" charset="2"/>
              <a:buNone/>
            </a:pPr>
            <a:r>
              <a:rPr lang="en-US" sz="800">
                <a:latin typeface="Tw Cen MT" panose="020B0602020104020603" pitchFamily="34" charset="0"/>
                <a:cs typeface="Calibri" panose="020F0502020204030204" pitchFamily="34" charset="0"/>
              </a:rPr>
              <a:t>Source: National Vital Statistics System</a:t>
            </a:r>
            <a:endParaRPr lang="en-US" sz="800" b="1">
              <a:latin typeface="Tw Cen MT" panose="020B0602020104020603" pitchFamily="34" charset="0"/>
              <a:cs typeface="Calibri" panose="020F0502020204030204" pitchFamily="34" charset="0"/>
            </a:endParaRPr>
          </a:p>
        </p:txBody>
      </p:sp>
      <p:sp>
        <p:nvSpPr>
          <p:cNvPr id="13" name="Oval 12">
            <a:extLst>
              <a:ext uri="{FF2B5EF4-FFF2-40B4-BE49-F238E27FC236}">
                <a16:creationId xmlns:a16="http://schemas.microsoft.com/office/drawing/2014/main" id="{5BDC2C64-7151-964E-52D5-3A06EEFCE364}"/>
              </a:ext>
            </a:extLst>
          </p:cNvPr>
          <p:cNvSpPr/>
          <p:nvPr/>
        </p:nvSpPr>
        <p:spPr>
          <a:xfrm>
            <a:off x="5907137" y="1998323"/>
            <a:ext cx="3491704" cy="319663"/>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3935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F45C9-2951-7DF3-E12E-4BD369BDE133}"/>
              </a:ext>
            </a:extLst>
          </p:cNvPr>
          <p:cNvSpPr>
            <a:spLocks noGrp="1"/>
          </p:cNvSpPr>
          <p:nvPr>
            <p:ph type="title"/>
          </p:nvPr>
        </p:nvSpPr>
        <p:spPr/>
        <p:txBody>
          <a:bodyPr/>
          <a:lstStyle/>
          <a:p>
            <a:r>
              <a:rPr lang="en-US"/>
              <a:t>Defib/Monitor – Remote Formative</a:t>
            </a:r>
          </a:p>
        </p:txBody>
      </p:sp>
      <p:sp>
        <p:nvSpPr>
          <p:cNvPr id="3" name="Content Placeholder 2">
            <a:extLst>
              <a:ext uri="{FF2B5EF4-FFF2-40B4-BE49-F238E27FC236}">
                <a16:creationId xmlns:a16="http://schemas.microsoft.com/office/drawing/2014/main" id="{F2AD0567-0E64-C89E-E4DD-FBF7647BAE3E}"/>
              </a:ext>
            </a:extLst>
          </p:cNvPr>
          <p:cNvSpPr>
            <a:spLocks noGrp="1"/>
          </p:cNvSpPr>
          <p:nvPr>
            <p:ph idx="1"/>
          </p:nvPr>
        </p:nvSpPr>
        <p:spPr/>
        <p:txBody>
          <a:bodyPr/>
          <a:lstStyle/>
          <a:p>
            <a:pPr marL="0" indent="0">
              <a:buNone/>
            </a:pPr>
            <a:r>
              <a:rPr lang="en-US"/>
              <a:t>Challenge: Needed user feedback to gauge </a:t>
            </a:r>
          </a:p>
          <a:p>
            <a:pPr lvl="1"/>
            <a:r>
              <a:rPr lang="en-US"/>
              <a:t>EMS and Emergency Dept. personnel have limited availability</a:t>
            </a:r>
          </a:p>
          <a:p>
            <a:r>
              <a:rPr lang="en-US"/>
              <a:t>Built a prototype in Axure that could be shared with a participant remotely</a:t>
            </a:r>
          </a:p>
        </p:txBody>
      </p:sp>
      <p:pic>
        <p:nvPicPr>
          <p:cNvPr id="7" name="Picture 6">
            <a:extLst>
              <a:ext uri="{FF2B5EF4-FFF2-40B4-BE49-F238E27FC236}">
                <a16:creationId xmlns:a16="http://schemas.microsoft.com/office/drawing/2014/main" id="{6961066B-8376-C0FB-FAA7-3B1388806C6E}"/>
              </a:ext>
            </a:extLst>
          </p:cNvPr>
          <p:cNvPicPr>
            <a:picLocks noChangeAspect="1"/>
          </p:cNvPicPr>
          <p:nvPr/>
        </p:nvPicPr>
        <p:blipFill>
          <a:blip r:embed="rId2"/>
          <a:stretch>
            <a:fillRect/>
          </a:stretch>
        </p:blipFill>
        <p:spPr>
          <a:xfrm>
            <a:off x="2331256" y="3105934"/>
            <a:ext cx="7529487" cy="3332966"/>
          </a:xfrm>
          <a:prstGeom prst="rect">
            <a:avLst/>
          </a:prstGeom>
        </p:spPr>
      </p:pic>
    </p:spTree>
    <p:extLst>
      <p:ext uri="{BB962C8B-B14F-4D97-AF65-F5344CB8AC3E}">
        <p14:creationId xmlns:p14="http://schemas.microsoft.com/office/powerpoint/2010/main" val="1954680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5419E-B653-A621-CB35-AC547F3E5295}"/>
              </a:ext>
            </a:extLst>
          </p:cNvPr>
          <p:cNvSpPr>
            <a:spLocks noGrp="1"/>
          </p:cNvSpPr>
          <p:nvPr>
            <p:ph type="title"/>
          </p:nvPr>
        </p:nvSpPr>
        <p:spPr/>
        <p:txBody>
          <a:bodyPr/>
          <a:lstStyle/>
          <a:p>
            <a:r>
              <a:rPr lang="en-US"/>
              <a:t>About Me</a:t>
            </a:r>
          </a:p>
        </p:txBody>
      </p:sp>
      <p:graphicFrame>
        <p:nvGraphicFramePr>
          <p:cNvPr id="4" name="Content Placeholder 3">
            <a:extLst>
              <a:ext uri="{FF2B5EF4-FFF2-40B4-BE49-F238E27FC236}">
                <a16:creationId xmlns:a16="http://schemas.microsoft.com/office/drawing/2014/main" id="{06437D27-5003-E080-8D02-21B31F403824}"/>
              </a:ext>
            </a:extLst>
          </p:cNvPr>
          <p:cNvGraphicFramePr>
            <a:graphicFrameLocks/>
          </p:cNvGraphicFramePr>
          <p:nvPr/>
        </p:nvGraphicFramePr>
        <p:xfrm>
          <a:off x="609600" y="1724025"/>
          <a:ext cx="10972800" cy="25955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2722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D3C779D-FDA8-8DB4-3A62-B6BECC387CD2}"/>
              </a:ext>
            </a:extLst>
          </p:cNvPr>
          <p:cNvGraphicFramePr>
            <a:graphicFrameLocks noGrp="1"/>
          </p:cNvGraphicFramePr>
          <p:nvPr>
            <p:ph idx="1"/>
            <p:extLst>
              <p:ext uri="{D42A27DB-BD31-4B8C-83A1-F6EECF244321}">
                <p14:modId xmlns:p14="http://schemas.microsoft.com/office/powerpoint/2010/main" val="1610670417"/>
              </p:ext>
            </p:extLst>
          </p:nvPr>
        </p:nvGraphicFramePr>
        <p:xfrm>
          <a:off x="441278" y="1187133"/>
          <a:ext cx="10811741" cy="4023360"/>
        </p:xfrm>
        <a:graphic>
          <a:graphicData uri="http://schemas.openxmlformats.org/drawingml/2006/table">
            <a:tbl>
              <a:tblPr>
                <a:tableStyleId>{69CF1AB2-1976-4502-BF36-3FF5EA218861}</a:tableStyleId>
              </a:tblPr>
              <a:tblGrid>
                <a:gridCol w="1077806">
                  <a:extLst>
                    <a:ext uri="{9D8B030D-6E8A-4147-A177-3AD203B41FA5}">
                      <a16:colId xmlns:a16="http://schemas.microsoft.com/office/drawing/2014/main" val="2296072720"/>
                    </a:ext>
                  </a:extLst>
                </a:gridCol>
                <a:gridCol w="208280">
                  <a:extLst>
                    <a:ext uri="{9D8B030D-6E8A-4147-A177-3AD203B41FA5}">
                      <a16:colId xmlns:a16="http://schemas.microsoft.com/office/drawing/2014/main" val="4172279432"/>
                    </a:ext>
                  </a:extLst>
                </a:gridCol>
                <a:gridCol w="9525655">
                  <a:extLst>
                    <a:ext uri="{9D8B030D-6E8A-4147-A177-3AD203B41FA5}">
                      <a16:colId xmlns:a16="http://schemas.microsoft.com/office/drawing/2014/main" val="541470282"/>
                    </a:ext>
                  </a:extLst>
                </a:gridCol>
              </a:tblGrid>
              <a:tr h="486172">
                <a:tc>
                  <a:txBody>
                    <a:bodyPr/>
                    <a:lstStyle/>
                    <a:p>
                      <a:pPr algn="ctr"/>
                      <a:r>
                        <a:rPr lang="en-US" sz="3600" b="1">
                          <a:solidFill>
                            <a:schemeClr val="bg1">
                              <a:lumMod val="95000"/>
                            </a:schemeClr>
                          </a:solidFill>
                          <a:latin typeface="+mj-lt"/>
                        </a:rPr>
                        <a:t>6</a:t>
                      </a:r>
                    </a:p>
                  </a:txBody>
                  <a:tcPr anchor="ct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2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a:t>I support six major product families</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9161312"/>
                  </a:ext>
                </a:extLst>
              </a:tr>
              <a:tr h="486172">
                <a:tc>
                  <a:txBody>
                    <a:bodyPr/>
                    <a:lstStyle/>
                    <a:p>
                      <a:pPr algn="l"/>
                      <a:endParaRPr lang="en-US" sz="3600" b="1">
                        <a:solidFill>
                          <a:schemeClr val="bg1">
                            <a:lumMod val="95000"/>
                          </a:schemeClr>
                        </a:solidFill>
                        <a:latin typeface="+mj-lt"/>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40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900839"/>
                  </a:ext>
                </a:extLst>
              </a:tr>
              <a:tr h="486172">
                <a:tc>
                  <a:txBody>
                    <a:bodyPr/>
                    <a:lstStyle/>
                    <a:p>
                      <a:pPr algn="ctr"/>
                      <a:r>
                        <a:rPr lang="en-US" sz="3600" b="1">
                          <a:solidFill>
                            <a:schemeClr val="bg1">
                              <a:lumMod val="95000"/>
                            </a:schemeClr>
                          </a:solidFill>
                          <a:latin typeface="+mj-lt"/>
                        </a:rPr>
                        <a:t>18+</a:t>
                      </a: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2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a:t>…which contain more than eighteen product lines/project teams</a:t>
                      </a: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8862415"/>
                  </a:ext>
                </a:extLst>
              </a:tr>
              <a:tr h="486172">
                <a:tc>
                  <a:txBody>
                    <a:bodyPr/>
                    <a:lstStyle/>
                    <a:p>
                      <a:pPr algn="l"/>
                      <a:endParaRPr lang="en-US" sz="3600" b="1">
                        <a:solidFill>
                          <a:schemeClr val="bg1">
                            <a:lumMod val="95000"/>
                          </a:schemeClr>
                        </a:solidFill>
                        <a:latin typeface="+mj-lt"/>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400"/>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983037"/>
                  </a:ext>
                </a:extLst>
              </a:tr>
              <a:tr h="486172">
                <a:tc>
                  <a:txBody>
                    <a:bodyPr/>
                    <a:lstStyle/>
                    <a:p>
                      <a:pPr algn="ctr"/>
                      <a:r>
                        <a:rPr lang="en-US" sz="3600" b="1">
                          <a:solidFill>
                            <a:schemeClr val="bg1">
                              <a:lumMod val="95000"/>
                            </a:schemeClr>
                          </a:solidFill>
                          <a:latin typeface="+mj-lt"/>
                        </a:rPr>
                        <a:t>4</a:t>
                      </a: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2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a:t>…across six ZOLL offices in four different time zones</a:t>
                      </a: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3651614"/>
                  </a:ext>
                </a:extLst>
              </a:tr>
              <a:tr h="486172">
                <a:tc>
                  <a:txBody>
                    <a:bodyPr/>
                    <a:lstStyle/>
                    <a:p>
                      <a:pPr algn="l"/>
                      <a:endParaRPr lang="en-US" sz="3600" b="0">
                        <a:latin typeface="+mj-lt"/>
                      </a:endParaRP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40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400"/>
                    </a:p>
                  </a:txBody>
                  <a:tcPr anchor="b">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0490835"/>
                  </a:ext>
                </a:extLst>
              </a:tr>
            </a:tbl>
          </a:graphicData>
        </a:graphic>
      </p:graphicFrame>
      <p:sp>
        <p:nvSpPr>
          <p:cNvPr id="3" name="Title 2">
            <a:extLst>
              <a:ext uri="{FF2B5EF4-FFF2-40B4-BE49-F238E27FC236}">
                <a16:creationId xmlns:a16="http://schemas.microsoft.com/office/drawing/2014/main" id="{62289B3C-520F-7AC7-518B-635C229119E8}"/>
              </a:ext>
            </a:extLst>
          </p:cNvPr>
          <p:cNvSpPr>
            <a:spLocks noGrp="1"/>
          </p:cNvSpPr>
          <p:nvPr>
            <p:ph type="title"/>
          </p:nvPr>
        </p:nvSpPr>
        <p:spPr/>
        <p:txBody>
          <a:bodyPr>
            <a:normAutofit fontScale="90000"/>
          </a:bodyPr>
          <a:lstStyle/>
          <a:p>
            <a:r>
              <a:rPr lang="en-US"/>
              <a:t>Overview – By the Numbers</a:t>
            </a:r>
          </a:p>
        </p:txBody>
      </p:sp>
    </p:spTree>
    <p:extLst>
      <p:ext uri="{BB962C8B-B14F-4D97-AF65-F5344CB8AC3E}">
        <p14:creationId xmlns:p14="http://schemas.microsoft.com/office/powerpoint/2010/main" val="2864751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A group of defibrillatores&#10;&#10;AI-generated content may be incorrect.">
            <a:extLst>
              <a:ext uri="{FF2B5EF4-FFF2-40B4-BE49-F238E27FC236}">
                <a16:creationId xmlns:a16="http://schemas.microsoft.com/office/drawing/2014/main" id="{0258D1E5-6436-DE5C-2B20-29A82B58E263}"/>
              </a:ext>
            </a:extLst>
          </p:cNvPr>
          <p:cNvPicPr>
            <a:picLocks noChangeAspect="1"/>
          </p:cNvPicPr>
          <p:nvPr/>
        </p:nvPicPr>
        <p:blipFill>
          <a:blip r:embed="rId2">
            <a:extLst>
              <a:ext uri="{28A0092B-C50C-407E-A947-70E740481C1C}">
                <a14:useLocalDpi xmlns:a14="http://schemas.microsoft.com/office/drawing/2010/main" val="0"/>
              </a:ext>
            </a:extLst>
          </a:blip>
          <a:srcRect l="4972" t="12641" r="6558" b="15422"/>
          <a:stretch>
            <a:fillRect/>
          </a:stretch>
        </p:blipFill>
        <p:spPr>
          <a:xfrm>
            <a:off x="1646714" y="1776807"/>
            <a:ext cx="8898572" cy="3935104"/>
          </a:xfrm>
          <a:prstGeom prst="rect">
            <a:avLst/>
          </a:prstGeom>
        </p:spPr>
      </p:pic>
      <p:sp>
        <p:nvSpPr>
          <p:cNvPr id="2" name="Title 1">
            <a:extLst>
              <a:ext uri="{FF2B5EF4-FFF2-40B4-BE49-F238E27FC236}">
                <a16:creationId xmlns:a16="http://schemas.microsoft.com/office/drawing/2014/main" id="{0DE0838E-CC7D-4B9C-F9D5-0F26F2422809}"/>
              </a:ext>
            </a:extLst>
          </p:cNvPr>
          <p:cNvSpPr>
            <a:spLocks noGrp="1"/>
          </p:cNvSpPr>
          <p:nvPr>
            <p:ph type="title"/>
          </p:nvPr>
        </p:nvSpPr>
        <p:spPr/>
        <p:txBody>
          <a:bodyPr/>
          <a:lstStyle/>
          <a:p>
            <a:r>
              <a:rPr lang="en-US"/>
              <a:t>Public Safety</a:t>
            </a:r>
          </a:p>
        </p:txBody>
      </p:sp>
      <p:sp>
        <p:nvSpPr>
          <p:cNvPr id="3" name="Content Placeholder 2">
            <a:extLst>
              <a:ext uri="{FF2B5EF4-FFF2-40B4-BE49-F238E27FC236}">
                <a16:creationId xmlns:a16="http://schemas.microsoft.com/office/drawing/2014/main" id="{880B470B-C5B8-31BF-8255-CCEABD501509}"/>
              </a:ext>
            </a:extLst>
          </p:cNvPr>
          <p:cNvSpPr>
            <a:spLocks noGrp="1"/>
          </p:cNvSpPr>
          <p:nvPr>
            <p:ph idx="1"/>
          </p:nvPr>
        </p:nvSpPr>
        <p:spPr>
          <a:xfrm>
            <a:off x="425450" y="1146089"/>
            <a:ext cx="11266364" cy="4565822"/>
          </a:xfrm>
        </p:spPr>
        <p:txBody>
          <a:bodyPr/>
          <a:lstStyle/>
          <a:p>
            <a:r>
              <a:rPr lang="en-US"/>
              <a:t>AED 3, AED Plus, AED Pro, </a:t>
            </a:r>
          </a:p>
        </p:txBody>
      </p:sp>
    </p:spTree>
    <p:extLst>
      <p:ext uri="{BB962C8B-B14F-4D97-AF65-F5344CB8AC3E}">
        <p14:creationId xmlns:p14="http://schemas.microsoft.com/office/powerpoint/2010/main" val="2068405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E306-977E-00AC-A494-A23F3744218C}"/>
              </a:ext>
            </a:extLst>
          </p:cNvPr>
          <p:cNvSpPr>
            <a:spLocks noGrp="1"/>
          </p:cNvSpPr>
          <p:nvPr>
            <p:ph type="title"/>
          </p:nvPr>
        </p:nvSpPr>
        <p:spPr/>
        <p:txBody>
          <a:bodyPr/>
          <a:lstStyle/>
          <a:p>
            <a:r>
              <a:rPr lang="en-US"/>
              <a:t>Professional Defibrillators/Monitors</a:t>
            </a:r>
          </a:p>
        </p:txBody>
      </p:sp>
      <p:sp>
        <p:nvSpPr>
          <p:cNvPr id="3" name="Content Placeholder 2">
            <a:extLst>
              <a:ext uri="{FF2B5EF4-FFF2-40B4-BE49-F238E27FC236}">
                <a16:creationId xmlns:a16="http://schemas.microsoft.com/office/drawing/2014/main" id="{B884D078-D950-51FB-3A6B-91881496BFE9}"/>
              </a:ext>
            </a:extLst>
          </p:cNvPr>
          <p:cNvSpPr>
            <a:spLocks noGrp="1"/>
          </p:cNvSpPr>
          <p:nvPr>
            <p:ph idx="1"/>
          </p:nvPr>
        </p:nvSpPr>
        <p:spPr/>
        <p:txBody>
          <a:bodyPr/>
          <a:lstStyle/>
          <a:p>
            <a:r>
              <a:rPr lang="en-US"/>
              <a:t>Class III medical devices used by hospital and EMS providers.</a:t>
            </a:r>
          </a:p>
        </p:txBody>
      </p:sp>
      <p:pic>
        <p:nvPicPr>
          <p:cNvPr id="7" name="Picture 6" descr="A medical device with a screen&#10;&#10;AI-generated content may be incorrect.">
            <a:extLst>
              <a:ext uri="{FF2B5EF4-FFF2-40B4-BE49-F238E27FC236}">
                <a16:creationId xmlns:a16="http://schemas.microsoft.com/office/drawing/2014/main" id="{81317C27-71EE-F058-22E3-ABBEC36FD0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6694" y="2290547"/>
            <a:ext cx="6675120" cy="3607303"/>
          </a:xfrm>
          <a:prstGeom prst="rect">
            <a:avLst/>
          </a:prstGeom>
        </p:spPr>
      </p:pic>
      <p:pic>
        <p:nvPicPr>
          <p:cNvPr id="5" name="Picture 4" descr="A medical equipment with a screen&#10;&#10;AI-generated content may be incorrect.">
            <a:extLst>
              <a:ext uri="{FF2B5EF4-FFF2-40B4-BE49-F238E27FC236}">
                <a16:creationId xmlns:a16="http://schemas.microsoft.com/office/drawing/2014/main" id="{3A3C2142-7694-CD30-D78D-7F0575F852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828" y="1986825"/>
            <a:ext cx="4083866" cy="4301570"/>
          </a:xfrm>
          <a:prstGeom prst="rect">
            <a:avLst/>
          </a:prstGeom>
        </p:spPr>
      </p:pic>
    </p:spTree>
    <p:extLst>
      <p:ext uri="{BB962C8B-B14F-4D97-AF65-F5344CB8AC3E}">
        <p14:creationId xmlns:p14="http://schemas.microsoft.com/office/powerpoint/2010/main" val="6709726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D0E2-B3C8-345C-A764-029F2A074F1B}"/>
              </a:ext>
            </a:extLst>
          </p:cNvPr>
          <p:cNvSpPr>
            <a:spLocks noGrp="1"/>
          </p:cNvSpPr>
          <p:nvPr>
            <p:ph type="title"/>
          </p:nvPr>
        </p:nvSpPr>
        <p:spPr/>
        <p:txBody>
          <a:bodyPr/>
          <a:lstStyle/>
          <a:p>
            <a:r>
              <a:rPr lang="en-US"/>
              <a:t>731 Series Ventilators</a:t>
            </a:r>
          </a:p>
        </p:txBody>
      </p:sp>
      <p:sp>
        <p:nvSpPr>
          <p:cNvPr id="3" name="Content Placeholder 2">
            <a:extLst>
              <a:ext uri="{FF2B5EF4-FFF2-40B4-BE49-F238E27FC236}">
                <a16:creationId xmlns:a16="http://schemas.microsoft.com/office/drawing/2014/main" id="{D01C7C39-6734-1B4F-16E4-296FC5694C0A}"/>
              </a:ext>
            </a:extLst>
          </p:cNvPr>
          <p:cNvSpPr>
            <a:spLocks noGrp="1"/>
          </p:cNvSpPr>
          <p:nvPr>
            <p:ph idx="1"/>
          </p:nvPr>
        </p:nvSpPr>
        <p:spPr/>
        <p:txBody>
          <a:bodyPr/>
          <a:lstStyle/>
          <a:p>
            <a:r>
              <a:rPr lang="en-US"/>
              <a:t>Family of lightweight transport ventilators for commercial and military use.</a:t>
            </a:r>
          </a:p>
          <a:p>
            <a:r>
              <a:rPr lang="en-US"/>
              <a:t>Supports pediatric and adult patients.</a:t>
            </a:r>
          </a:p>
        </p:txBody>
      </p:sp>
      <p:pic>
        <p:nvPicPr>
          <p:cNvPr id="5" name="Picture 4" descr="A white and blue medical device&#10;&#10;AI-generated content may be incorrect.">
            <a:extLst>
              <a:ext uri="{FF2B5EF4-FFF2-40B4-BE49-F238E27FC236}">
                <a16:creationId xmlns:a16="http://schemas.microsoft.com/office/drawing/2014/main" id="{5D621C6B-83B9-A3CF-0B78-2A834E49E884}"/>
              </a:ext>
            </a:extLst>
          </p:cNvPr>
          <p:cNvPicPr>
            <a:picLocks noChangeAspect="1"/>
          </p:cNvPicPr>
          <p:nvPr/>
        </p:nvPicPr>
        <p:blipFill>
          <a:blip r:embed="rId2">
            <a:extLst>
              <a:ext uri="{28A0092B-C50C-407E-A947-70E740481C1C}">
                <a14:useLocalDpi xmlns:a14="http://schemas.microsoft.com/office/drawing/2010/main" val="0"/>
              </a:ext>
            </a:extLst>
          </a:blip>
          <a:srcRect l="12090" t="8687" r="15713" b="10389"/>
          <a:stretch>
            <a:fillRect/>
          </a:stretch>
        </p:blipFill>
        <p:spPr>
          <a:xfrm>
            <a:off x="1965278" y="2108610"/>
            <a:ext cx="2838734" cy="4110220"/>
          </a:xfrm>
          <a:prstGeom prst="rect">
            <a:avLst/>
          </a:prstGeom>
        </p:spPr>
      </p:pic>
    </p:spTree>
    <p:extLst>
      <p:ext uri="{BB962C8B-B14F-4D97-AF65-F5344CB8AC3E}">
        <p14:creationId xmlns:p14="http://schemas.microsoft.com/office/powerpoint/2010/main" val="18332281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DA04F-6CBA-BB75-2C18-DC8F81E677DA}"/>
              </a:ext>
            </a:extLst>
          </p:cNvPr>
          <p:cNvSpPr>
            <a:spLocks noGrp="1"/>
          </p:cNvSpPr>
          <p:nvPr>
            <p:ph type="title"/>
          </p:nvPr>
        </p:nvSpPr>
        <p:spPr/>
        <p:txBody>
          <a:bodyPr/>
          <a:lstStyle/>
          <a:p>
            <a:r>
              <a:rPr lang="en-US"/>
              <a:t>Advanced Development</a:t>
            </a:r>
          </a:p>
        </p:txBody>
      </p:sp>
      <p:sp>
        <p:nvSpPr>
          <p:cNvPr id="3" name="Content Placeholder 2">
            <a:extLst>
              <a:ext uri="{FF2B5EF4-FFF2-40B4-BE49-F238E27FC236}">
                <a16:creationId xmlns:a16="http://schemas.microsoft.com/office/drawing/2014/main" id="{B500EBC8-8B58-6F8B-19CF-923F1857ED5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33294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F5076-562D-45BD-B7E9-B09AABE62D23}"/>
              </a:ext>
            </a:extLst>
          </p:cNvPr>
          <p:cNvSpPr>
            <a:spLocks noGrp="1"/>
          </p:cNvSpPr>
          <p:nvPr>
            <p:ph type="title"/>
          </p:nvPr>
        </p:nvSpPr>
        <p:spPr/>
        <p:txBody>
          <a:bodyPr/>
          <a:lstStyle/>
          <a:p>
            <a:r>
              <a:rPr lang="en-US"/>
              <a:t>Temperature Management</a:t>
            </a:r>
          </a:p>
        </p:txBody>
      </p:sp>
      <p:pic>
        <p:nvPicPr>
          <p:cNvPr id="5" name="Content Placeholder 4" descr="A medical equipment on wheels&#10;&#10;AI-generated content may be incorrect.">
            <a:extLst>
              <a:ext uri="{FF2B5EF4-FFF2-40B4-BE49-F238E27FC236}">
                <a16:creationId xmlns:a16="http://schemas.microsoft.com/office/drawing/2014/main" id="{7B820AF9-BAD4-C72E-95BB-086294FAECC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821" t="6451" r="22851" b="4968"/>
          <a:stretch>
            <a:fillRect/>
          </a:stretch>
        </p:blipFill>
        <p:spPr>
          <a:xfrm>
            <a:off x="8420668" y="863720"/>
            <a:ext cx="2565779" cy="5632046"/>
          </a:xfrm>
        </p:spPr>
      </p:pic>
    </p:spTree>
    <p:extLst>
      <p:ext uri="{BB962C8B-B14F-4D97-AF65-F5344CB8AC3E}">
        <p14:creationId xmlns:p14="http://schemas.microsoft.com/office/powerpoint/2010/main" val="906928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descr="A computer monitor on a cart&#10;&#10;AI-generated content may be incorrect.">
            <a:extLst>
              <a:ext uri="{FF2B5EF4-FFF2-40B4-BE49-F238E27FC236}">
                <a16:creationId xmlns:a16="http://schemas.microsoft.com/office/drawing/2014/main" id="{57315A37-D96A-AA39-D3D6-513ADD5C3CDA}"/>
              </a:ext>
            </a:extLst>
          </p:cNvPr>
          <p:cNvPicPr>
            <a:picLocks noChangeAspect="1"/>
          </p:cNvPicPr>
          <p:nvPr/>
        </p:nvPicPr>
        <p:blipFill>
          <a:blip r:embed="rId2">
            <a:extLst>
              <a:ext uri="{28A0092B-C50C-407E-A947-70E740481C1C}">
                <a14:useLocalDpi xmlns:a14="http://schemas.microsoft.com/office/drawing/2010/main" val="0"/>
              </a:ext>
            </a:extLst>
          </a:blip>
          <a:srcRect l="15277" t="3117" r="25475" b="3889"/>
          <a:stretch>
            <a:fillRect/>
          </a:stretch>
        </p:blipFill>
        <p:spPr>
          <a:xfrm>
            <a:off x="8955027" y="1055445"/>
            <a:ext cx="2377440" cy="4740931"/>
          </a:xfrm>
          <a:prstGeom prst="rect">
            <a:avLst/>
          </a:prstGeom>
        </p:spPr>
      </p:pic>
      <p:sp>
        <p:nvSpPr>
          <p:cNvPr id="2" name="Title 1">
            <a:extLst>
              <a:ext uri="{FF2B5EF4-FFF2-40B4-BE49-F238E27FC236}">
                <a16:creationId xmlns:a16="http://schemas.microsoft.com/office/drawing/2014/main" id="{12B40351-23FD-61C8-7924-66CDA77DCF4F}"/>
              </a:ext>
            </a:extLst>
          </p:cNvPr>
          <p:cNvSpPr>
            <a:spLocks noGrp="1"/>
          </p:cNvSpPr>
          <p:nvPr>
            <p:ph type="title"/>
          </p:nvPr>
        </p:nvSpPr>
        <p:spPr/>
        <p:txBody>
          <a:bodyPr/>
          <a:lstStyle/>
          <a:p>
            <a:r>
              <a:rPr lang="en-US"/>
              <a:t>Vyaire Ventilators</a:t>
            </a:r>
          </a:p>
        </p:txBody>
      </p:sp>
      <p:sp>
        <p:nvSpPr>
          <p:cNvPr id="3" name="Content Placeholder 2">
            <a:extLst>
              <a:ext uri="{FF2B5EF4-FFF2-40B4-BE49-F238E27FC236}">
                <a16:creationId xmlns:a16="http://schemas.microsoft.com/office/drawing/2014/main" id="{5CA3ADA1-49AE-0062-3B4C-FAED61DB6FD4}"/>
              </a:ext>
            </a:extLst>
          </p:cNvPr>
          <p:cNvSpPr>
            <a:spLocks noGrp="1"/>
          </p:cNvSpPr>
          <p:nvPr>
            <p:ph idx="1"/>
          </p:nvPr>
        </p:nvSpPr>
        <p:spPr>
          <a:xfrm>
            <a:off x="425450" y="1143000"/>
            <a:ext cx="8054359" cy="4565822"/>
          </a:xfrm>
        </p:spPr>
        <p:txBody>
          <a:bodyPr/>
          <a:lstStyle/>
          <a:p>
            <a:r>
              <a:rPr lang="en-US"/>
              <a:t>The fabian and bellavista ventilator families are both in-hospital ventilators for patients ranging from neonates to adults.</a:t>
            </a:r>
          </a:p>
        </p:txBody>
      </p:sp>
      <p:pic>
        <p:nvPicPr>
          <p:cNvPr id="5" name="Picture 4" descr="A medical equipment with a screen&#10;&#10;AI-generated content may be incorrect.">
            <a:extLst>
              <a:ext uri="{FF2B5EF4-FFF2-40B4-BE49-F238E27FC236}">
                <a16:creationId xmlns:a16="http://schemas.microsoft.com/office/drawing/2014/main" id="{34B35E5A-A6E5-B337-A0C5-1265967A9570}"/>
              </a:ext>
            </a:extLst>
          </p:cNvPr>
          <p:cNvPicPr>
            <a:picLocks noChangeAspect="1"/>
          </p:cNvPicPr>
          <p:nvPr/>
        </p:nvPicPr>
        <p:blipFill>
          <a:blip r:embed="rId3">
            <a:extLst>
              <a:ext uri="{28A0092B-C50C-407E-A947-70E740481C1C}">
                <a14:useLocalDpi xmlns:a14="http://schemas.microsoft.com/office/drawing/2010/main" val="0"/>
              </a:ext>
            </a:extLst>
          </a:blip>
          <a:srcRect l="13132" t="6809" r="15430" b="11134"/>
          <a:stretch>
            <a:fillRect/>
          </a:stretch>
        </p:blipFill>
        <p:spPr>
          <a:xfrm>
            <a:off x="4001232" y="2392907"/>
            <a:ext cx="3749040" cy="3226849"/>
          </a:xfrm>
          <a:prstGeom prst="rect">
            <a:avLst/>
          </a:prstGeom>
        </p:spPr>
      </p:pic>
    </p:spTree>
    <p:extLst>
      <p:ext uri="{BB962C8B-B14F-4D97-AF65-F5344CB8AC3E}">
        <p14:creationId xmlns:p14="http://schemas.microsoft.com/office/powerpoint/2010/main" val="540607705"/>
      </p:ext>
    </p:extLst>
  </p:cSld>
  <p:clrMapOvr>
    <a:masterClrMapping/>
  </p:clrMapOvr>
</p:sld>
</file>

<file path=ppt/theme/theme1.xml><?xml version="1.0" encoding="utf-8"?>
<a:theme xmlns:a="http://schemas.openxmlformats.org/drawingml/2006/main" name="ZOLL Corporate Theme">
  <a:themeElements>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81C5"/>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2500" dirty="0" smtClean="0">
            <a:latin typeface="+mj-lt"/>
          </a:defRPr>
        </a:defPPr>
      </a:lst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ZOLL Corporate Theme" id="{E2A3A316-8440-4680-9BF2-3C95CD0C119E}" vid="{B02560F9-EE99-427E-A95D-02A49695EC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themeOverride>
</file>

<file path=ppt/theme/themeOverride2.xml><?xml version="1.0" encoding="utf-8"?>
<a:themeOverride xmlns:a="http://schemas.openxmlformats.org/drawingml/2006/main">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themeOverride>
</file>

<file path=ppt/theme/themeOverride3.xml><?xml version="1.0" encoding="utf-8"?>
<a:themeOverride xmlns:a="http://schemas.openxmlformats.org/drawingml/2006/main">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themeOverride>
</file>

<file path=ppt/theme/themeOverride4.xml><?xml version="1.0" encoding="utf-8"?>
<a:themeOverride xmlns:a="http://schemas.openxmlformats.org/drawingml/2006/main">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themeOverride>
</file>

<file path=ppt/theme/themeOverride5.xml><?xml version="1.0" encoding="utf-8"?>
<a:themeOverride xmlns:a="http://schemas.openxmlformats.org/drawingml/2006/main">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themeOverride>
</file>

<file path=ppt/theme/themeOverride6.xml><?xml version="1.0" encoding="utf-8"?>
<a:themeOverride xmlns:a="http://schemas.openxmlformats.org/drawingml/2006/main">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themeOverride>
</file>

<file path=ppt/theme/themeOverride7.xml><?xml version="1.0" encoding="utf-8"?>
<a:themeOverride xmlns:a="http://schemas.openxmlformats.org/drawingml/2006/main">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themeOverride>
</file>

<file path=ppt/theme/themeOverride8.xml><?xml version="1.0" encoding="utf-8"?>
<a:themeOverride xmlns:a="http://schemas.openxmlformats.org/drawingml/2006/main">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themeOverride>
</file>

<file path=ppt/theme/themeOverride9.xml><?xml version="1.0" encoding="utf-8"?>
<a:themeOverride xmlns:a="http://schemas.openxmlformats.org/drawingml/2006/main">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themeOverride>
</file>

<file path=ppt/theme/themeOverride10.xml><?xml version="1.0" encoding="utf-8"?>
<a:themeOverride xmlns:a="http://schemas.openxmlformats.org/drawingml/2006/main">
  <a:clrScheme name="ZOLL">
    <a:dk1>
      <a:srgbClr val="000000"/>
    </a:dk1>
    <a:lt1>
      <a:srgbClr val="FFFFFF"/>
    </a:lt1>
    <a:dk2>
      <a:srgbClr val="004469"/>
    </a:dk2>
    <a:lt2>
      <a:srgbClr val="FFFFFF"/>
    </a:lt2>
    <a:accent1>
      <a:srgbClr val="0083C7"/>
    </a:accent1>
    <a:accent2>
      <a:srgbClr val="BDD330"/>
    </a:accent2>
    <a:accent3>
      <a:srgbClr val="7768A2"/>
    </a:accent3>
    <a:accent4>
      <a:srgbClr val="E89041"/>
    </a:accent4>
    <a:accent5>
      <a:srgbClr val="004469"/>
    </a:accent5>
    <a:accent6>
      <a:srgbClr val="7768A2"/>
    </a:accent6>
    <a:hlink>
      <a:srgbClr val="0083C7"/>
    </a:hlink>
    <a:folHlink>
      <a:srgbClr val="BDD330"/>
    </a:folHlink>
  </a:clrScheme>
</a:themeOverride>
</file>

<file path=docMetadata/LabelInfo.xml><?xml version="1.0" encoding="utf-8"?>
<clbl:labelList xmlns:clbl="http://schemas.microsoft.com/office/2020/mipLabelMetadata">
  <clbl:label id="{5a26fe61-56ee-4343-af75-728404378666}" enabled="1" method="Standard" siteId="{de9651cc-4c1f-4163-9f5d-2ca7449bdbc0}" removed="0"/>
</clbl:labelList>
</file>

<file path=docProps/app.xml><?xml version="1.0" encoding="utf-8"?>
<Properties xmlns="http://schemas.openxmlformats.org/officeDocument/2006/extended-properties" xmlns:vt="http://schemas.openxmlformats.org/officeDocument/2006/docPropsVTypes">
  <Template>ZOLL Corporate Theme</Template>
  <TotalTime>1</TotalTime>
  <Words>1788</Words>
  <Application>Microsoft Office PowerPoint</Application>
  <PresentationFormat>Widescreen</PresentationFormat>
  <Paragraphs>309</Paragraphs>
  <Slides>32</Slides>
  <Notes>4</Notes>
  <HiddenSlides>11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Aptos</vt:lpstr>
      <vt:lpstr>Arial</vt:lpstr>
      <vt:lpstr>Calibri</vt:lpstr>
      <vt:lpstr>Century Gothic</vt:lpstr>
      <vt:lpstr>Century Gothic Bold</vt:lpstr>
      <vt:lpstr>Monotype Sorts</vt:lpstr>
      <vt:lpstr>Tw Cen MT</vt:lpstr>
      <vt:lpstr>Wingdings</vt:lpstr>
      <vt:lpstr>ZOLL Corporate Theme</vt:lpstr>
      <vt:lpstr>Human Factors Engineering (HFE)</vt:lpstr>
      <vt:lpstr>About Me</vt:lpstr>
      <vt:lpstr>About ZOLL</vt:lpstr>
      <vt:lpstr>What is HFE?</vt:lpstr>
      <vt:lpstr>What is Usability Engineering?</vt:lpstr>
      <vt:lpstr>What is Usability Engineering?</vt:lpstr>
      <vt:lpstr>Relevant Standards</vt:lpstr>
      <vt:lpstr>Hazard Analysis</vt:lpstr>
      <vt:lpstr>Definitions (per ISO 14971)</vt:lpstr>
      <vt:lpstr>Hazards</vt:lpstr>
      <vt:lpstr>Quantifying Risk – Severity &amp; Probability</vt:lpstr>
      <vt:lpstr>Quantifying Risk – Severity &amp; Probability</vt:lpstr>
      <vt:lpstr>Quantifying Risk – Severity &amp; Probability</vt:lpstr>
      <vt:lpstr>The HF component of Risk Management</vt:lpstr>
      <vt:lpstr>How do we identify use-related hazards? </vt:lpstr>
      <vt:lpstr> Example Case</vt:lpstr>
      <vt:lpstr>Tools for uncovering use-related risk</vt:lpstr>
      <vt:lpstr>Example Task Analysis</vt:lpstr>
      <vt:lpstr>Task Analysis</vt:lpstr>
      <vt:lpstr>Contact Info</vt:lpstr>
      <vt:lpstr>Any Questions?</vt:lpstr>
      <vt:lpstr>Other Definitions</vt:lpstr>
      <vt:lpstr>HFE in Medical Devices</vt:lpstr>
      <vt:lpstr>Defib/Monitor – Remote Formative</vt:lpstr>
      <vt:lpstr>About Me</vt:lpstr>
      <vt:lpstr>Overview – By the Numbers</vt:lpstr>
      <vt:lpstr>Public Safety</vt:lpstr>
      <vt:lpstr>Professional Defibrillators/Monitors</vt:lpstr>
      <vt:lpstr>731 Series Ventilators</vt:lpstr>
      <vt:lpstr>Advanced Development</vt:lpstr>
      <vt:lpstr>Temperature Management</vt:lpstr>
      <vt:lpstr>Vyaire Ventilators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 Ngan</dc:creator>
  <cp:lastModifiedBy>Alex Ngan</cp:lastModifiedBy>
  <cp:revision>1</cp:revision>
  <dcterms:created xsi:type="dcterms:W3CDTF">2023-06-21T14:33:20Z</dcterms:created>
  <dcterms:modified xsi:type="dcterms:W3CDTF">2026-03-27T16:35:37Z</dcterms:modified>
</cp:coreProperties>
</file>