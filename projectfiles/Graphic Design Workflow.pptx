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9" r:id="rId5"/>
  </p:sldMasterIdLst>
  <p:notesMasterIdLst>
    <p:notesMasterId r:id="rId14"/>
  </p:notesMasterIdLst>
  <p:sldIdLst>
    <p:sldId id="261" r:id="rId6"/>
    <p:sldId id="276" r:id="rId7"/>
    <p:sldId id="285" r:id="rId8"/>
    <p:sldId id="283" r:id="rId9"/>
    <p:sldId id="284" r:id="rId10"/>
    <p:sldId id="286" r:id="rId11"/>
    <p:sldId id="277" r:id="rId12"/>
    <p:sldId id="267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6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6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6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6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6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6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6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6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6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5C0E28-1C1E-41D6-9313-18F8870ADB4A}" v="10" dt="2024-07-19T18:41:12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2" y="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Ngan" userId="7b33f6c6-3aa1-4254-876a-a74728a03bbe" providerId="ADAL" clId="{F85C0E28-1C1E-41D6-9313-18F8870ADB4A}"/>
    <pc:docChg chg="undo custSel addSld delSld modSld sldOrd modMainMaster">
      <pc:chgData name="Alex Ngan" userId="7b33f6c6-3aa1-4254-876a-a74728a03bbe" providerId="ADAL" clId="{F85C0E28-1C1E-41D6-9313-18F8870ADB4A}" dt="2024-07-19T18:41:12.866" v="85" actId="14100"/>
      <pc:docMkLst>
        <pc:docMk/>
      </pc:docMkLst>
      <pc:sldChg chg="del">
        <pc:chgData name="Alex Ngan" userId="7b33f6c6-3aa1-4254-876a-a74728a03bbe" providerId="ADAL" clId="{F85C0E28-1C1E-41D6-9313-18F8870ADB4A}" dt="2024-07-19T18:04:14.668" v="0" actId="47"/>
        <pc:sldMkLst>
          <pc:docMk/>
          <pc:sldMk cId="2313647177" sldId="256"/>
        </pc:sldMkLst>
      </pc:sldChg>
      <pc:sldChg chg="del">
        <pc:chgData name="Alex Ngan" userId="7b33f6c6-3aa1-4254-876a-a74728a03bbe" providerId="ADAL" clId="{F85C0E28-1C1E-41D6-9313-18F8870ADB4A}" dt="2024-07-19T18:04:15.462" v="1" actId="47"/>
        <pc:sldMkLst>
          <pc:docMk/>
          <pc:sldMk cId="4217676111" sldId="257"/>
        </pc:sldMkLst>
      </pc:sldChg>
      <pc:sldChg chg="add del">
        <pc:chgData name="Alex Ngan" userId="7b33f6c6-3aa1-4254-876a-a74728a03bbe" providerId="ADAL" clId="{F85C0E28-1C1E-41D6-9313-18F8870ADB4A}" dt="2024-07-19T18:04:54.079" v="24" actId="47"/>
        <pc:sldMkLst>
          <pc:docMk/>
          <pc:sldMk cId="4114072422" sldId="258"/>
        </pc:sldMkLst>
      </pc:sldChg>
      <pc:sldChg chg="del">
        <pc:chgData name="Alex Ngan" userId="7b33f6c6-3aa1-4254-876a-a74728a03bbe" providerId="ADAL" clId="{F85C0E28-1C1E-41D6-9313-18F8870ADB4A}" dt="2024-07-19T18:04:33.688" v="13" actId="47"/>
        <pc:sldMkLst>
          <pc:docMk/>
          <pc:sldMk cId="2701159437" sldId="259"/>
        </pc:sldMkLst>
      </pc:sldChg>
      <pc:sldChg chg="del">
        <pc:chgData name="Alex Ngan" userId="7b33f6c6-3aa1-4254-876a-a74728a03bbe" providerId="ADAL" clId="{F85C0E28-1C1E-41D6-9313-18F8870ADB4A}" dt="2024-07-19T18:04:41.150" v="20" actId="47"/>
        <pc:sldMkLst>
          <pc:docMk/>
          <pc:sldMk cId="1620428918" sldId="260"/>
        </pc:sldMkLst>
      </pc:sldChg>
      <pc:sldChg chg="modSp">
        <pc:chgData name="Alex Ngan" userId="7b33f6c6-3aa1-4254-876a-a74728a03bbe" providerId="ADAL" clId="{F85C0E28-1C1E-41D6-9313-18F8870ADB4A}" dt="2024-07-19T18:05:52.709" v="34"/>
        <pc:sldMkLst>
          <pc:docMk/>
          <pc:sldMk cId="3058733999" sldId="261"/>
        </pc:sldMkLst>
        <pc:spChg chg="mod">
          <ac:chgData name="Alex Ngan" userId="7b33f6c6-3aa1-4254-876a-a74728a03bbe" providerId="ADAL" clId="{F85C0E28-1C1E-41D6-9313-18F8870ADB4A}" dt="2024-07-19T18:05:52.709" v="34"/>
          <ac:spMkLst>
            <pc:docMk/>
            <pc:sldMk cId="3058733999" sldId="261"/>
            <ac:spMk id="2" creationId="{1B8FE8EF-F83C-0CBC-2CC2-B62F87F6CCA6}"/>
          </ac:spMkLst>
        </pc:spChg>
        <pc:spChg chg="mod">
          <ac:chgData name="Alex Ngan" userId="7b33f6c6-3aa1-4254-876a-a74728a03bbe" providerId="ADAL" clId="{F85C0E28-1C1E-41D6-9313-18F8870ADB4A}" dt="2024-07-19T18:05:52.709" v="34"/>
          <ac:spMkLst>
            <pc:docMk/>
            <pc:sldMk cId="3058733999" sldId="261"/>
            <ac:spMk id="3" creationId="{33E2E382-68D0-BCBB-3FBC-962DD7AAE856}"/>
          </ac:spMkLst>
        </pc:spChg>
      </pc:sldChg>
      <pc:sldChg chg="del">
        <pc:chgData name="Alex Ngan" userId="7b33f6c6-3aa1-4254-876a-a74728a03bbe" providerId="ADAL" clId="{F85C0E28-1C1E-41D6-9313-18F8870ADB4A}" dt="2024-07-19T18:05:13.508" v="27" actId="47"/>
        <pc:sldMkLst>
          <pc:docMk/>
          <pc:sldMk cId="715920416" sldId="262"/>
        </pc:sldMkLst>
      </pc:sldChg>
      <pc:sldChg chg="del">
        <pc:chgData name="Alex Ngan" userId="7b33f6c6-3aa1-4254-876a-a74728a03bbe" providerId="ADAL" clId="{F85C0E28-1C1E-41D6-9313-18F8870ADB4A}" dt="2024-07-19T18:04:21.897" v="6" actId="47"/>
        <pc:sldMkLst>
          <pc:docMk/>
          <pc:sldMk cId="2580541271" sldId="263"/>
        </pc:sldMkLst>
      </pc:sldChg>
      <pc:sldChg chg="del">
        <pc:chgData name="Alex Ngan" userId="7b33f6c6-3aa1-4254-876a-a74728a03bbe" providerId="ADAL" clId="{F85C0E28-1C1E-41D6-9313-18F8870ADB4A}" dt="2024-07-19T18:04:42.828" v="22" actId="47"/>
        <pc:sldMkLst>
          <pc:docMk/>
          <pc:sldMk cId="3952992182" sldId="264"/>
        </pc:sldMkLst>
      </pc:sldChg>
      <pc:sldChg chg="del">
        <pc:chgData name="Alex Ngan" userId="7b33f6c6-3aa1-4254-876a-a74728a03bbe" providerId="ADAL" clId="{F85C0E28-1C1E-41D6-9313-18F8870ADB4A}" dt="2024-07-19T18:04:41.908" v="21" actId="47"/>
        <pc:sldMkLst>
          <pc:docMk/>
          <pc:sldMk cId="2218591242" sldId="265"/>
        </pc:sldMkLst>
      </pc:sldChg>
      <pc:sldChg chg="modSp add del mod">
        <pc:chgData name="Alex Ngan" userId="7b33f6c6-3aa1-4254-876a-a74728a03bbe" providerId="ADAL" clId="{F85C0E28-1C1E-41D6-9313-18F8870ADB4A}" dt="2024-07-19T18:41:12.866" v="85" actId="14100"/>
        <pc:sldMkLst>
          <pc:docMk/>
          <pc:sldMk cId="1403630658" sldId="267"/>
        </pc:sldMkLst>
        <pc:spChg chg="mod">
          <ac:chgData name="Alex Ngan" userId="7b33f6c6-3aa1-4254-876a-a74728a03bbe" providerId="ADAL" clId="{F85C0E28-1C1E-41D6-9313-18F8870ADB4A}" dt="2024-07-19T18:41:08.316" v="82" actId="1076"/>
          <ac:spMkLst>
            <pc:docMk/>
            <pc:sldMk cId="1403630658" sldId="267"/>
            <ac:spMk id="2" creationId="{256E33AB-A6DE-23F8-D888-A48E0345F4B6}"/>
          </ac:spMkLst>
        </pc:spChg>
        <pc:spChg chg="mod">
          <ac:chgData name="Alex Ngan" userId="7b33f6c6-3aa1-4254-876a-a74728a03bbe" providerId="ADAL" clId="{F85C0E28-1C1E-41D6-9313-18F8870ADB4A}" dt="2024-07-19T18:40:46.385" v="60"/>
          <ac:spMkLst>
            <pc:docMk/>
            <pc:sldMk cId="1403630658" sldId="267"/>
            <ac:spMk id="4" creationId="{E5FC180C-666C-E209-2BFB-0EBA224220C0}"/>
          </ac:spMkLst>
        </pc:spChg>
        <pc:spChg chg="mod">
          <ac:chgData name="Alex Ngan" userId="7b33f6c6-3aa1-4254-876a-a74728a03bbe" providerId="ADAL" clId="{F85C0E28-1C1E-41D6-9313-18F8870ADB4A}" dt="2024-07-19T18:40:46.385" v="60"/>
          <ac:spMkLst>
            <pc:docMk/>
            <pc:sldMk cId="1403630658" sldId="267"/>
            <ac:spMk id="5" creationId="{CA248F4F-FB5D-36C3-1A49-8B9118DC1D3C}"/>
          </ac:spMkLst>
        </pc:spChg>
        <pc:spChg chg="mod">
          <ac:chgData name="Alex Ngan" userId="7b33f6c6-3aa1-4254-876a-a74728a03bbe" providerId="ADAL" clId="{F85C0E28-1C1E-41D6-9313-18F8870ADB4A}" dt="2024-07-19T18:41:12.866" v="85" actId="14100"/>
          <ac:spMkLst>
            <pc:docMk/>
            <pc:sldMk cId="1403630658" sldId="267"/>
            <ac:spMk id="19" creationId="{73342EF2-DA41-B160-A040-402F014AD167}"/>
          </ac:spMkLst>
        </pc:spChg>
      </pc:sldChg>
      <pc:sldChg chg="del">
        <pc:chgData name="Alex Ngan" userId="7b33f6c6-3aa1-4254-876a-a74728a03bbe" providerId="ADAL" clId="{F85C0E28-1C1E-41D6-9313-18F8870ADB4A}" dt="2024-07-19T18:04:32.743" v="12" actId="47"/>
        <pc:sldMkLst>
          <pc:docMk/>
          <pc:sldMk cId="1852626499" sldId="268"/>
        </pc:sldMkLst>
      </pc:sldChg>
      <pc:sldChg chg="del">
        <pc:chgData name="Alex Ngan" userId="7b33f6c6-3aa1-4254-876a-a74728a03bbe" providerId="ADAL" clId="{F85C0E28-1C1E-41D6-9313-18F8870ADB4A}" dt="2024-07-19T18:04:23.268" v="7" actId="47"/>
        <pc:sldMkLst>
          <pc:docMk/>
          <pc:sldMk cId="2713221121" sldId="269"/>
        </pc:sldMkLst>
      </pc:sldChg>
      <pc:sldChg chg="del">
        <pc:chgData name="Alex Ngan" userId="7b33f6c6-3aa1-4254-876a-a74728a03bbe" providerId="ADAL" clId="{F85C0E28-1C1E-41D6-9313-18F8870ADB4A}" dt="2024-07-19T18:04:20.018" v="4" actId="47"/>
        <pc:sldMkLst>
          <pc:docMk/>
          <pc:sldMk cId="1849976837" sldId="270"/>
        </pc:sldMkLst>
      </pc:sldChg>
      <pc:sldChg chg="del">
        <pc:chgData name="Alex Ngan" userId="7b33f6c6-3aa1-4254-876a-a74728a03bbe" providerId="ADAL" clId="{F85C0E28-1C1E-41D6-9313-18F8870ADB4A}" dt="2024-07-19T18:04:20.848" v="5" actId="47"/>
        <pc:sldMkLst>
          <pc:docMk/>
          <pc:sldMk cId="3409445435" sldId="271"/>
        </pc:sldMkLst>
      </pc:sldChg>
      <pc:sldChg chg="del">
        <pc:chgData name="Alex Ngan" userId="7b33f6c6-3aa1-4254-876a-a74728a03bbe" providerId="ADAL" clId="{F85C0E28-1C1E-41D6-9313-18F8870ADB4A}" dt="2024-07-19T18:04:24.818" v="8" actId="47"/>
        <pc:sldMkLst>
          <pc:docMk/>
          <pc:sldMk cId="2232934138" sldId="272"/>
        </pc:sldMkLst>
      </pc:sldChg>
      <pc:sldChg chg="del">
        <pc:chgData name="Alex Ngan" userId="7b33f6c6-3aa1-4254-876a-a74728a03bbe" providerId="ADAL" clId="{F85C0E28-1C1E-41D6-9313-18F8870ADB4A}" dt="2024-07-19T18:04:30.328" v="10" actId="47"/>
        <pc:sldMkLst>
          <pc:docMk/>
          <pc:sldMk cId="4276263094" sldId="273"/>
        </pc:sldMkLst>
      </pc:sldChg>
      <pc:sldChg chg="del">
        <pc:chgData name="Alex Ngan" userId="7b33f6c6-3aa1-4254-876a-a74728a03bbe" providerId="ADAL" clId="{F85C0E28-1C1E-41D6-9313-18F8870ADB4A}" dt="2024-07-19T18:04:26.438" v="9" actId="47"/>
        <pc:sldMkLst>
          <pc:docMk/>
          <pc:sldMk cId="1545749070" sldId="274"/>
        </pc:sldMkLst>
      </pc:sldChg>
      <pc:sldChg chg="del">
        <pc:chgData name="Alex Ngan" userId="7b33f6c6-3aa1-4254-876a-a74728a03bbe" providerId="ADAL" clId="{F85C0E28-1C1E-41D6-9313-18F8870ADB4A}" dt="2024-07-19T18:04:31.278" v="11" actId="47"/>
        <pc:sldMkLst>
          <pc:docMk/>
          <pc:sldMk cId="2895129937" sldId="275"/>
        </pc:sldMkLst>
      </pc:sldChg>
      <pc:sldChg chg="delSp modSp mod ord">
        <pc:chgData name="Alex Ngan" userId="7b33f6c6-3aa1-4254-876a-a74728a03bbe" providerId="ADAL" clId="{F85C0E28-1C1E-41D6-9313-18F8870ADB4A}" dt="2024-07-19T18:06:18.840" v="44" actId="478"/>
        <pc:sldMkLst>
          <pc:docMk/>
          <pc:sldMk cId="2208577443" sldId="276"/>
        </pc:sldMkLst>
        <pc:spChg chg="mod">
          <ac:chgData name="Alex Ngan" userId="7b33f6c6-3aa1-4254-876a-a74728a03bbe" providerId="ADAL" clId="{F85C0E28-1C1E-41D6-9313-18F8870ADB4A}" dt="2024-07-19T18:05:52.924" v="35" actId="27636"/>
          <ac:spMkLst>
            <pc:docMk/>
            <pc:sldMk cId="2208577443" sldId="276"/>
            <ac:spMk id="2" creationId="{91834B5C-DC36-6833-9A4E-5233BA825D63}"/>
          </ac:spMkLst>
        </pc:spChg>
        <pc:spChg chg="mod">
          <ac:chgData name="Alex Ngan" userId="7b33f6c6-3aa1-4254-876a-a74728a03bbe" providerId="ADAL" clId="{F85C0E28-1C1E-41D6-9313-18F8870ADB4A}" dt="2024-07-19T18:05:52.709" v="34"/>
          <ac:spMkLst>
            <pc:docMk/>
            <pc:sldMk cId="2208577443" sldId="276"/>
            <ac:spMk id="3" creationId="{DD1E2622-3E38-5B53-AAEC-407DCCF82D70}"/>
          </ac:spMkLst>
        </pc:spChg>
        <pc:spChg chg="del mod">
          <ac:chgData name="Alex Ngan" userId="7b33f6c6-3aa1-4254-876a-a74728a03bbe" providerId="ADAL" clId="{F85C0E28-1C1E-41D6-9313-18F8870ADB4A}" dt="2024-07-19T18:06:08.170" v="43" actId="478"/>
          <ac:spMkLst>
            <pc:docMk/>
            <pc:sldMk cId="2208577443" sldId="276"/>
            <ac:spMk id="4" creationId="{02C784CA-AD79-7725-5E7C-85ACDA29E7C6}"/>
          </ac:spMkLst>
        </pc:spChg>
        <pc:spChg chg="del mod">
          <ac:chgData name="Alex Ngan" userId="7b33f6c6-3aa1-4254-876a-a74728a03bbe" providerId="ADAL" clId="{F85C0E28-1C1E-41D6-9313-18F8870ADB4A}" dt="2024-07-19T18:06:18.840" v="44" actId="478"/>
          <ac:spMkLst>
            <pc:docMk/>
            <pc:sldMk cId="2208577443" sldId="276"/>
            <ac:spMk id="5" creationId="{E4051CBC-1AAA-AD02-AB5B-813ED2C19259}"/>
          </ac:spMkLst>
        </pc:spChg>
      </pc:sldChg>
      <pc:sldChg chg="delSp modSp mod">
        <pc:chgData name="Alex Ngan" userId="7b33f6c6-3aa1-4254-876a-a74728a03bbe" providerId="ADAL" clId="{F85C0E28-1C1E-41D6-9313-18F8870ADB4A}" dt="2024-07-19T18:07:03.398" v="53" actId="478"/>
        <pc:sldMkLst>
          <pc:docMk/>
          <pc:sldMk cId="3327777245" sldId="277"/>
        </pc:sldMkLst>
        <pc:spChg chg="del mod">
          <ac:chgData name="Alex Ngan" userId="7b33f6c6-3aa1-4254-876a-a74728a03bbe" providerId="ADAL" clId="{F85C0E28-1C1E-41D6-9313-18F8870ADB4A}" dt="2024-07-19T18:06:58.981" v="52" actId="478"/>
          <ac:spMkLst>
            <pc:docMk/>
            <pc:sldMk cId="3327777245" sldId="277"/>
            <ac:spMk id="4" creationId="{03B72589-0117-BAB1-2AE9-4216F4675884}"/>
          </ac:spMkLst>
        </pc:spChg>
        <pc:spChg chg="del mod">
          <ac:chgData name="Alex Ngan" userId="7b33f6c6-3aa1-4254-876a-a74728a03bbe" providerId="ADAL" clId="{F85C0E28-1C1E-41D6-9313-18F8870ADB4A}" dt="2024-07-19T18:07:03.398" v="53" actId="478"/>
          <ac:spMkLst>
            <pc:docMk/>
            <pc:sldMk cId="3327777245" sldId="277"/>
            <ac:spMk id="5" creationId="{0E0F25BB-E93E-2D16-A8A2-616D17E20622}"/>
          </ac:spMkLst>
        </pc:spChg>
        <pc:spChg chg="mod">
          <ac:chgData name="Alex Ngan" userId="7b33f6c6-3aa1-4254-876a-a74728a03bbe" providerId="ADAL" clId="{F85C0E28-1C1E-41D6-9313-18F8870ADB4A}" dt="2024-07-19T18:06:54.168" v="51" actId="14100"/>
          <ac:spMkLst>
            <pc:docMk/>
            <pc:sldMk cId="3327777245" sldId="277"/>
            <ac:spMk id="6" creationId="{BFFEADB3-8696-63A5-5477-B40A54968D20}"/>
          </ac:spMkLst>
        </pc:spChg>
        <pc:picChg chg="mod">
          <ac:chgData name="Alex Ngan" userId="7b33f6c6-3aa1-4254-876a-a74728a03bbe" providerId="ADAL" clId="{F85C0E28-1C1E-41D6-9313-18F8870ADB4A}" dt="2024-07-19T18:06:50.868" v="50" actId="1076"/>
          <ac:picMkLst>
            <pc:docMk/>
            <pc:sldMk cId="3327777245" sldId="277"/>
            <ac:picMk id="8" creationId="{7CC8BE7B-2841-6415-00C4-5CFBBC337204}"/>
          </ac:picMkLst>
        </pc:picChg>
      </pc:sldChg>
      <pc:sldChg chg="del">
        <pc:chgData name="Alex Ngan" userId="7b33f6c6-3aa1-4254-876a-a74728a03bbe" providerId="ADAL" clId="{F85C0E28-1C1E-41D6-9313-18F8870ADB4A}" dt="2024-07-19T18:04:35.538" v="15" actId="47"/>
        <pc:sldMkLst>
          <pc:docMk/>
          <pc:sldMk cId="507919303" sldId="278"/>
        </pc:sldMkLst>
      </pc:sldChg>
      <pc:sldChg chg="del">
        <pc:chgData name="Alex Ngan" userId="7b33f6c6-3aa1-4254-876a-a74728a03bbe" providerId="ADAL" clId="{F85C0E28-1C1E-41D6-9313-18F8870ADB4A}" dt="2024-07-19T18:04:37.971" v="17" actId="47"/>
        <pc:sldMkLst>
          <pc:docMk/>
          <pc:sldMk cId="554357361" sldId="279"/>
        </pc:sldMkLst>
      </pc:sldChg>
      <pc:sldChg chg="del">
        <pc:chgData name="Alex Ngan" userId="7b33f6c6-3aa1-4254-876a-a74728a03bbe" providerId="ADAL" clId="{F85C0E28-1C1E-41D6-9313-18F8870ADB4A}" dt="2024-07-19T18:04:36.904" v="16" actId="47"/>
        <pc:sldMkLst>
          <pc:docMk/>
          <pc:sldMk cId="3204443998" sldId="280"/>
        </pc:sldMkLst>
      </pc:sldChg>
      <pc:sldChg chg="del">
        <pc:chgData name="Alex Ngan" userId="7b33f6c6-3aa1-4254-876a-a74728a03bbe" providerId="ADAL" clId="{F85C0E28-1C1E-41D6-9313-18F8870ADB4A}" dt="2024-07-19T18:04:40.308" v="19" actId="47"/>
        <pc:sldMkLst>
          <pc:docMk/>
          <pc:sldMk cId="756265759" sldId="281"/>
        </pc:sldMkLst>
      </pc:sldChg>
      <pc:sldChg chg="del">
        <pc:chgData name="Alex Ngan" userId="7b33f6c6-3aa1-4254-876a-a74728a03bbe" providerId="ADAL" clId="{F85C0E28-1C1E-41D6-9313-18F8870ADB4A}" dt="2024-07-19T18:04:43.774" v="23" actId="47"/>
        <pc:sldMkLst>
          <pc:docMk/>
          <pc:sldMk cId="230152746" sldId="282"/>
        </pc:sldMkLst>
      </pc:sldChg>
      <pc:sldChg chg="delSp modSp mod">
        <pc:chgData name="Alex Ngan" userId="7b33f6c6-3aa1-4254-876a-a74728a03bbe" providerId="ADAL" clId="{F85C0E28-1C1E-41D6-9313-18F8870ADB4A}" dt="2024-07-19T18:06:35.548" v="48" actId="1076"/>
        <pc:sldMkLst>
          <pc:docMk/>
          <pc:sldMk cId="2983485853" sldId="283"/>
        </pc:sldMkLst>
        <pc:spChg chg="del mod">
          <ac:chgData name="Alex Ngan" userId="7b33f6c6-3aa1-4254-876a-a74728a03bbe" providerId="ADAL" clId="{F85C0E28-1C1E-41D6-9313-18F8870ADB4A}" dt="2024-07-19T18:06:28.578" v="46" actId="478"/>
          <ac:spMkLst>
            <pc:docMk/>
            <pc:sldMk cId="2983485853" sldId="283"/>
            <ac:spMk id="4" creationId="{5F4EAE69-96B0-66F6-F4A0-9658037F4DAB}"/>
          </ac:spMkLst>
        </pc:spChg>
        <pc:spChg chg="del mod">
          <ac:chgData name="Alex Ngan" userId="7b33f6c6-3aa1-4254-876a-a74728a03bbe" providerId="ADAL" clId="{F85C0E28-1C1E-41D6-9313-18F8870ADB4A}" dt="2024-07-19T18:06:31.423" v="47" actId="478"/>
          <ac:spMkLst>
            <pc:docMk/>
            <pc:sldMk cId="2983485853" sldId="283"/>
            <ac:spMk id="5" creationId="{5F28FF0C-5F63-40F0-BEA5-6B7874632B06}"/>
          </ac:spMkLst>
        </pc:spChg>
        <pc:spChg chg="mod">
          <ac:chgData name="Alex Ngan" userId="7b33f6c6-3aa1-4254-876a-a74728a03bbe" providerId="ADAL" clId="{F85C0E28-1C1E-41D6-9313-18F8870ADB4A}" dt="2024-07-19T18:05:52.928" v="36" actId="27636"/>
          <ac:spMkLst>
            <pc:docMk/>
            <pc:sldMk cId="2983485853" sldId="283"/>
            <ac:spMk id="6" creationId="{82DDE9FC-520F-87DA-CD91-D2D3AEC5B2AA}"/>
          </ac:spMkLst>
        </pc:spChg>
        <pc:picChg chg="mod">
          <ac:chgData name="Alex Ngan" userId="7b33f6c6-3aa1-4254-876a-a74728a03bbe" providerId="ADAL" clId="{F85C0E28-1C1E-41D6-9313-18F8870ADB4A}" dt="2024-07-19T18:06:35.548" v="48" actId="1076"/>
          <ac:picMkLst>
            <pc:docMk/>
            <pc:sldMk cId="2983485853" sldId="283"/>
            <ac:picMk id="3" creationId="{EB5716CE-B109-ED7F-E8CA-6C93B25C075C}"/>
          </ac:picMkLst>
        </pc:picChg>
      </pc:sldChg>
      <pc:sldChg chg="delSp modSp mod">
        <pc:chgData name="Alex Ngan" userId="7b33f6c6-3aa1-4254-876a-a74728a03bbe" providerId="ADAL" clId="{F85C0E28-1C1E-41D6-9313-18F8870ADB4A}" dt="2024-07-19T18:07:19.520" v="58" actId="478"/>
        <pc:sldMkLst>
          <pc:docMk/>
          <pc:sldMk cId="1948081103" sldId="284"/>
        </pc:sldMkLst>
        <pc:spChg chg="mod">
          <ac:chgData name="Alex Ngan" userId="7b33f6c6-3aa1-4254-876a-a74728a03bbe" providerId="ADAL" clId="{F85C0E28-1C1E-41D6-9313-18F8870ADB4A}" dt="2024-07-19T18:06:43.208" v="49" actId="1076"/>
          <ac:spMkLst>
            <pc:docMk/>
            <pc:sldMk cId="1948081103" sldId="284"/>
            <ac:spMk id="2" creationId="{34ECA173-CEFA-348C-E64B-0BD3228271E2}"/>
          </ac:spMkLst>
        </pc:spChg>
        <pc:spChg chg="del mod">
          <ac:chgData name="Alex Ngan" userId="7b33f6c6-3aa1-4254-876a-a74728a03bbe" providerId="ADAL" clId="{F85C0E28-1C1E-41D6-9313-18F8870ADB4A}" dt="2024-07-19T18:07:11.650" v="57" actId="478"/>
          <ac:spMkLst>
            <pc:docMk/>
            <pc:sldMk cId="1948081103" sldId="284"/>
            <ac:spMk id="4" creationId="{B2E2A6AA-7D0F-D1BA-D210-A24F526E01C5}"/>
          </ac:spMkLst>
        </pc:spChg>
        <pc:spChg chg="del mod">
          <ac:chgData name="Alex Ngan" userId="7b33f6c6-3aa1-4254-876a-a74728a03bbe" providerId="ADAL" clId="{F85C0E28-1C1E-41D6-9313-18F8870ADB4A}" dt="2024-07-19T18:07:19.520" v="58" actId="478"/>
          <ac:spMkLst>
            <pc:docMk/>
            <pc:sldMk cId="1948081103" sldId="284"/>
            <ac:spMk id="5" creationId="{B0E749C7-D75E-1CB1-1236-359D60DBFB5C}"/>
          </ac:spMkLst>
        </pc:spChg>
      </pc:sldChg>
      <pc:sldChg chg="delSp modSp mod">
        <pc:chgData name="Alex Ngan" userId="7b33f6c6-3aa1-4254-876a-a74728a03bbe" providerId="ADAL" clId="{F85C0E28-1C1E-41D6-9313-18F8870ADB4A}" dt="2024-07-19T18:06:24.709" v="45" actId="478"/>
        <pc:sldMkLst>
          <pc:docMk/>
          <pc:sldMk cId="3535310604" sldId="285"/>
        </pc:sldMkLst>
        <pc:spChg chg="del mod">
          <ac:chgData name="Alex Ngan" userId="7b33f6c6-3aa1-4254-876a-a74728a03bbe" providerId="ADAL" clId="{F85C0E28-1C1E-41D6-9313-18F8870ADB4A}" dt="2024-07-19T18:06:03.803" v="42" actId="478"/>
          <ac:spMkLst>
            <pc:docMk/>
            <pc:sldMk cId="3535310604" sldId="285"/>
            <ac:spMk id="4" creationId="{E93F253D-A34E-2FFE-79F3-F155B9660725}"/>
          </ac:spMkLst>
        </pc:spChg>
        <pc:spChg chg="del mod">
          <ac:chgData name="Alex Ngan" userId="7b33f6c6-3aa1-4254-876a-a74728a03bbe" providerId="ADAL" clId="{F85C0E28-1C1E-41D6-9313-18F8870ADB4A}" dt="2024-07-19T18:06:24.709" v="45" actId="478"/>
          <ac:spMkLst>
            <pc:docMk/>
            <pc:sldMk cId="3535310604" sldId="285"/>
            <ac:spMk id="5" creationId="{28929F92-0E6C-9C8C-9FEC-996318E10D2A}"/>
          </ac:spMkLst>
        </pc:spChg>
        <pc:picChg chg="mod">
          <ac:chgData name="Alex Ngan" userId="7b33f6c6-3aa1-4254-876a-a74728a03bbe" providerId="ADAL" clId="{F85C0E28-1C1E-41D6-9313-18F8870ADB4A}" dt="2024-07-19T18:05:59.494" v="40" actId="1076"/>
          <ac:picMkLst>
            <pc:docMk/>
            <pc:sldMk cId="3535310604" sldId="285"/>
            <ac:picMk id="10" creationId="{0B8D5333-6685-3B7D-4A85-E86EFAEC9C7C}"/>
          </ac:picMkLst>
        </pc:picChg>
      </pc:sldChg>
      <pc:sldChg chg="delSp modSp mod">
        <pc:chgData name="Alex Ngan" userId="7b33f6c6-3aa1-4254-876a-a74728a03bbe" providerId="ADAL" clId="{F85C0E28-1C1E-41D6-9313-18F8870ADB4A}" dt="2024-07-19T18:07:07.408" v="55" actId="478"/>
        <pc:sldMkLst>
          <pc:docMk/>
          <pc:sldMk cId="4211406642" sldId="286"/>
        </pc:sldMkLst>
        <pc:spChg chg="mod">
          <ac:chgData name="Alex Ngan" userId="7b33f6c6-3aa1-4254-876a-a74728a03bbe" providerId="ADAL" clId="{F85C0E28-1C1E-41D6-9313-18F8870ADB4A}" dt="2024-07-19T18:05:52.931" v="37" actId="27636"/>
          <ac:spMkLst>
            <pc:docMk/>
            <pc:sldMk cId="4211406642" sldId="286"/>
            <ac:spMk id="2" creationId="{34ECA173-CEFA-348C-E64B-0BD3228271E2}"/>
          </ac:spMkLst>
        </pc:spChg>
        <pc:spChg chg="del mod">
          <ac:chgData name="Alex Ngan" userId="7b33f6c6-3aa1-4254-876a-a74728a03bbe" providerId="ADAL" clId="{F85C0E28-1C1E-41D6-9313-18F8870ADB4A}" dt="2024-07-19T18:07:06.268" v="54" actId="478"/>
          <ac:spMkLst>
            <pc:docMk/>
            <pc:sldMk cId="4211406642" sldId="286"/>
            <ac:spMk id="4" creationId="{B2E2A6AA-7D0F-D1BA-D210-A24F526E01C5}"/>
          </ac:spMkLst>
        </pc:spChg>
        <pc:spChg chg="del mod">
          <ac:chgData name="Alex Ngan" userId="7b33f6c6-3aa1-4254-876a-a74728a03bbe" providerId="ADAL" clId="{F85C0E28-1C1E-41D6-9313-18F8870ADB4A}" dt="2024-07-19T18:07:07.408" v="55" actId="478"/>
          <ac:spMkLst>
            <pc:docMk/>
            <pc:sldMk cId="4211406642" sldId="286"/>
            <ac:spMk id="5" creationId="{B0E749C7-D75E-1CB1-1236-359D60DBFB5C}"/>
          </ac:spMkLst>
        </pc:spChg>
      </pc:sldChg>
      <pc:sldChg chg="modSp new del mod">
        <pc:chgData name="Alex Ngan" userId="7b33f6c6-3aa1-4254-876a-a74728a03bbe" providerId="ADAL" clId="{F85C0E28-1C1E-41D6-9313-18F8870ADB4A}" dt="2024-07-19T18:40:49.066" v="63" actId="47"/>
        <pc:sldMkLst>
          <pc:docMk/>
          <pc:sldMk cId="2274682380" sldId="287"/>
        </pc:sldMkLst>
        <pc:spChg chg="mod">
          <ac:chgData name="Alex Ngan" userId="7b33f6c6-3aa1-4254-876a-a74728a03bbe" providerId="ADAL" clId="{F85C0E28-1C1E-41D6-9313-18F8870ADB4A}" dt="2024-07-19T18:40:46.463" v="62" actId="27636"/>
          <ac:spMkLst>
            <pc:docMk/>
            <pc:sldMk cId="2274682380" sldId="287"/>
            <ac:spMk id="3" creationId="{5C49B62E-6B27-AE82-F79E-4FE0665FB308}"/>
          </ac:spMkLst>
        </pc:spChg>
      </pc:sldChg>
      <pc:sldChg chg="del">
        <pc:chgData name="Alex Ngan" userId="7b33f6c6-3aa1-4254-876a-a74728a03bbe" providerId="ADAL" clId="{F85C0E28-1C1E-41D6-9313-18F8870ADB4A}" dt="2024-07-19T18:04:39.008" v="18" actId="47"/>
        <pc:sldMkLst>
          <pc:docMk/>
          <pc:sldMk cId="3852286745" sldId="287"/>
        </pc:sldMkLst>
      </pc:sldChg>
      <pc:sldMasterChg chg="modSldLayout">
        <pc:chgData name="Alex Ngan" userId="7b33f6c6-3aa1-4254-876a-a74728a03bbe" providerId="ADAL" clId="{F85C0E28-1C1E-41D6-9313-18F8870ADB4A}" dt="2024-07-19T18:05:52.709" v="34"/>
        <pc:sldMasterMkLst>
          <pc:docMk/>
          <pc:sldMasterMk cId="4015630374" sldId="2147483779"/>
        </pc:sldMasterMkLst>
        <pc:sldLayoutChg chg="delSp">
          <pc:chgData name="Alex Ngan" userId="7b33f6c6-3aa1-4254-876a-a74728a03bbe" providerId="ADAL" clId="{F85C0E28-1C1E-41D6-9313-18F8870ADB4A}" dt="2024-07-19T18:05:52.709" v="34"/>
          <pc:sldLayoutMkLst>
            <pc:docMk/>
            <pc:sldMasterMk cId="4015630374" sldId="2147483779"/>
            <pc:sldLayoutMk cId="614892412" sldId="2147483801"/>
          </pc:sldLayoutMkLst>
          <pc:picChg chg="del">
            <ac:chgData name="Alex Ngan" userId="7b33f6c6-3aa1-4254-876a-a74728a03bbe" providerId="ADAL" clId="{F85C0E28-1C1E-41D6-9313-18F8870ADB4A}" dt="2024-07-19T18:05:52.709" v="34"/>
            <ac:picMkLst>
              <pc:docMk/>
              <pc:sldMasterMk cId="4015630374" sldId="2147483779"/>
              <pc:sldLayoutMk cId="614892412" sldId="2147483801"/>
              <ac:picMk id="9" creationId="{00000000-0000-0000-0000-000000000000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48BB12-A989-41B7-9038-63DDB7C348EE}" type="doc">
      <dgm:prSet loTypeId="urn:microsoft.com/office/officeart/2009/3/layout/DescendingProcess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4E2537D-4CCF-498D-96FE-3E39BA40D77B}">
      <dgm:prSet phldrT="[Text]"/>
      <dgm:spPr/>
      <dgm:t>
        <a:bodyPr/>
        <a:lstStyle/>
        <a:p>
          <a:endParaRPr lang="en-US" dirty="0"/>
        </a:p>
      </dgm:t>
    </dgm:pt>
    <dgm:pt modelId="{01E8CA78-542B-4615-B248-7A8AA7967BB5}" type="parTrans" cxnId="{C3B36935-0AEE-4FBB-BD66-92946C426EC2}">
      <dgm:prSet/>
      <dgm:spPr/>
      <dgm:t>
        <a:bodyPr/>
        <a:lstStyle/>
        <a:p>
          <a:endParaRPr lang="en-US"/>
        </a:p>
      </dgm:t>
    </dgm:pt>
    <dgm:pt modelId="{0D8866C8-42FC-400F-836A-6CCDC549C7C4}" type="sibTrans" cxnId="{C3B36935-0AEE-4FBB-BD66-92946C426EC2}">
      <dgm:prSet/>
      <dgm:spPr/>
      <dgm:t>
        <a:bodyPr/>
        <a:lstStyle/>
        <a:p>
          <a:endParaRPr lang="en-US"/>
        </a:p>
      </dgm:t>
    </dgm:pt>
    <dgm:pt modelId="{1559906A-523B-474C-8152-44FFEB910BDA}" type="pres">
      <dgm:prSet presAssocID="{3E48BB12-A989-41B7-9038-63DDB7C348EE}" presName="Name0" presStyleCnt="0">
        <dgm:presLayoutVars>
          <dgm:chMax val="7"/>
          <dgm:chPref val="5"/>
        </dgm:presLayoutVars>
      </dgm:prSet>
      <dgm:spPr/>
    </dgm:pt>
    <dgm:pt modelId="{6C4DBE37-6158-409B-AE61-19ED20A68741}" type="pres">
      <dgm:prSet presAssocID="{3E48BB12-A989-41B7-9038-63DDB7C348EE}" presName="arrowNode" presStyleLbl="node1" presStyleIdx="0" presStyleCnt="1" custFlipHor="1" custScaleX="64363" custScaleY="65967" custLinFactNeighborX="-4341" custLinFactNeighborY="-6334"/>
      <dgm:spPr/>
    </dgm:pt>
    <dgm:pt modelId="{C943C244-A5F9-4348-96F1-E68311629B98}" type="pres">
      <dgm:prSet presAssocID="{E4E2537D-4CCF-498D-96FE-3E39BA40D77B}" presName="txNode1" presStyleLbl="revTx" presStyleIdx="0" presStyleCnt="1">
        <dgm:presLayoutVars>
          <dgm:bulletEnabled val="1"/>
        </dgm:presLayoutVars>
      </dgm:prSet>
      <dgm:spPr/>
    </dgm:pt>
  </dgm:ptLst>
  <dgm:cxnLst>
    <dgm:cxn modelId="{C3B36935-0AEE-4FBB-BD66-92946C426EC2}" srcId="{3E48BB12-A989-41B7-9038-63DDB7C348EE}" destId="{E4E2537D-4CCF-498D-96FE-3E39BA40D77B}" srcOrd="0" destOrd="0" parTransId="{01E8CA78-542B-4615-B248-7A8AA7967BB5}" sibTransId="{0D8866C8-42FC-400F-836A-6CCDC549C7C4}"/>
    <dgm:cxn modelId="{16E9CAA4-4A47-4A63-B374-F653C472BF9F}" type="presOf" srcId="{E4E2537D-4CCF-498D-96FE-3E39BA40D77B}" destId="{C943C244-A5F9-4348-96F1-E68311629B98}" srcOrd="0" destOrd="0" presId="urn:microsoft.com/office/officeart/2009/3/layout/DescendingProcess"/>
    <dgm:cxn modelId="{2C459BDF-7093-480D-99F8-7AF497CCDC14}" type="presOf" srcId="{3E48BB12-A989-41B7-9038-63DDB7C348EE}" destId="{1559906A-523B-474C-8152-44FFEB910BDA}" srcOrd="0" destOrd="0" presId="urn:microsoft.com/office/officeart/2009/3/layout/DescendingProcess"/>
    <dgm:cxn modelId="{C889F9C6-2617-4CCC-AF2E-5BF7621CDDAD}" type="presParOf" srcId="{1559906A-523B-474C-8152-44FFEB910BDA}" destId="{6C4DBE37-6158-409B-AE61-19ED20A68741}" srcOrd="0" destOrd="0" presId="urn:microsoft.com/office/officeart/2009/3/layout/DescendingProcess"/>
    <dgm:cxn modelId="{F368DF8D-B4A0-4F61-93AC-D0C713EDFAFA}" type="presParOf" srcId="{1559906A-523B-474C-8152-44FFEB910BDA}" destId="{C943C244-A5F9-4348-96F1-E68311629B98}" srcOrd="1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4DBE37-6158-409B-AE61-19ED20A68741}">
      <dsp:nvSpPr>
        <dsp:cNvPr id="0" name=""/>
        <dsp:cNvSpPr/>
      </dsp:nvSpPr>
      <dsp:spPr>
        <a:xfrm rot="17203626" flipH="1">
          <a:off x="2921595" y="1792340"/>
          <a:ext cx="3110483" cy="2069617"/>
        </a:xfrm>
        <a:prstGeom prst="swooshArrow">
          <a:avLst>
            <a:gd name="adj1" fmla="val 16310"/>
            <a:gd name="adj2" fmla="val 313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3C244-A5F9-4348-96F1-E68311629B98}">
      <dsp:nvSpPr>
        <dsp:cNvPr id="0" name=""/>
        <dsp:cNvSpPr/>
      </dsp:nvSpPr>
      <dsp:spPr>
        <a:xfrm>
          <a:off x="2018460" y="461033"/>
          <a:ext cx="2205397" cy="866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66040" rIns="66040" bIns="66040" numCol="1" spcCol="1270" anchor="b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200" kern="1200" dirty="0"/>
        </a:p>
      </dsp:txBody>
      <dsp:txXfrm>
        <a:off x="2018460" y="461033"/>
        <a:ext cx="2205397" cy="866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3A2D4-AC68-4ACD-B4F1-706D7060B09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396D2-EB73-4784-B44E-10DF03DD4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6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 has a separate server where CAD models are saved, not in Agile. Will need to ask one of the engineers to send over a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396D2-EB73-4784-B44E-10DF03DD49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11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33209" y="1080944"/>
            <a:ext cx="5787736" cy="1470025"/>
          </a:xfrm>
          <a:prstGeom prst="rect">
            <a:avLst/>
          </a:prstGeom>
        </p:spPr>
        <p:txBody>
          <a:bodyPr/>
          <a:lstStyle>
            <a:lvl1pPr>
              <a:defRPr sz="4000" b="1"/>
            </a:lvl1pPr>
          </a:lstStyle>
          <a:p>
            <a:r>
              <a:rPr lang="en-US" dirty="0"/>
              <a:t>CORPORATE TEMPLATE</a:t>
            </a:r>
            <a:br>
              <a:rPr lang="en-US" dirty="0"/>
            </a:br>
            <a:r>
              <a:rPr lang="en-US" dirty="0"/>
              <a:t>HEADLINE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FE813F-B96F-3441-A3A3-9FE6AF881686}"/>
              </a:ext>
            </a:extLst>
          </p:cNvPr>
          <p:cNvCxnSpPr/>
          <p:nvPr/>
        </p:nvCxnSpPr>
        <p:spPr>
          <a:xfrm>
            <a:off x="5746173" y="1278082"/>
            <a:ext cx="0" cy="1184563"/>
          </a:xfrm>
          <a:prstGeom prst="line">
            <a:avLst/>
          </a:prstGeom>
          <a:ln w="28575"/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2BC52A-B81B-504E-B5F9-E05F1A2C4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33209" y="3251923"/>
            <a:ext cx="5694218" cy="42646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0081C5"/>
                </a:solidFill>
              </a:defRPr>
            </a:lvl1pPr>
          </a:lstStyle>
          <a:p>
            <a:pPr lvl="0"/>
            <a:r>
              <a:rPr lang="en-US" dirty="0"/>
              <a:t>YOUR SUBHEADLINE HERE</a:t>
            </a:r>
          </a:p>
        </p:txBody>
      </p:sp>
    </p:spTree>
    <p:extLst>
      <p:ext uri="{BB962C8B-B14F-4D97-AF65-F5344CB8AC3E}">
        <p14:creationId xmlns:p14="http://schemas.microsoft.com/office/powerpoint/2010/main" val="2191454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Military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84963" y="2076638"/>
            <a:ext cx="3439392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2BC52A-B81B-504E-B5F9-E05F1A2C4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4963" y="3965276"/>
            <a:ext cx="3439392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SUBHEADLINE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06813-BDAD-6842-83A8-7240BA88E239}"/>
              </a:ext>
            </a:extLst>
          </p:cNvPr>
          <p:cNvSpPr txBox="1"/>
          <p:nvPr/>
        </p:nvSpPr>
        <p:spPr>
          <a:xfrm>
            <a:off x="1309255" y="2098964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4890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TMS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84963" y="2076638"/>
            <a:ext cx="3439392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2BC52A-B81B-504E-B5F9-E05F1A2C4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4963" y="3965276"/>
            <a:ext cx="3439392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SUBHEADLINE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06813-BDAD-6842-83A8-7240BA88E239}"/>
              </a:ext>
            </a:extLst>
          </p:cNvPr>
          <p:cNvSpPr txBox="1"/>
          <p:nvPr/>
        </p:nvSpPr>
        <p:spPr>
          <a:xfrm>
            <a:off x="1309255" y="2098964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4246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ta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84963" y="2076638"/>
            <a:ext cx="3439392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2BC52A-B81B-504E-B5F9-E05F1A2C4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4963" y="3965276"/>
            <a:ext cx="3439392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SUBHEADLINE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06813-BDAD-6842-83A8-7240BA88E239}"/>
              </a:ext>
            </a:extLst>
          </p:cNvPr>
          <p:cNvSpPr txBox="1"/>
          <p:nvPr/>
        </p:nvSpPr>
        <p:spPr>
          <a:xfrm>
            <a:off x="1309255" y="2098964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6657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LifeVest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84963" y="2076638"/>
            <a:ext cx="3439392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2BC52A-B81B-504E-B5F9-E05F1A2C4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4963" y="3965276"/>
            <a:ext cx="3439392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SUBHEADLINE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06813-BDAD-6842-83A8-7240BA88E239}"/>
              </a:ext>
            </a:extLst>
          </p:cNvPr>
          <p:cNvSpPr txBox="1"/>
          <p:nvPr/>
        </p:nvSpPr>
        <p:spPr>
          <a:xfrm>
            <a:off x="1309255" y="2098964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6715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Public Safety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84963" y="2076638"/>
            <a:ext cx="3439392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2BC52A-B81B-504E-B5F9-E05F1A2C4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4963" y="3965276"/>
            <a:ext cx="3439392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SUBHEADLINE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06813-BDAD-6842-83A8-7240BA88E239}"/>
              </a:ext>
            </a:extLst>
          </p:cNvPr>
          <p:cNvSpPr txBox="1"/>
          <p:nvPr/>
        </p:nvSpPr>
        <p:spPr>
          <a:xfrm>
            <a:off x="1309255" y="2098964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7363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EMS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84963" y="2076638"/>
            <a:ext cx="3439392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2BC52A-B81B-504E-B5F9-E05F1A2C4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4963" y="3965276"/>
            <a:ext cx="3439392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SUBHEADLINE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06813-BDAD-6842-83A8-7240BA88E239}"/>
              </a:ext>
            </a:extLst>
          </p:cNvPr>
          <p:cNvSpPr txBox="1"/>
          <p:nvPr/>
        </p:nvSpPr>
        <p:spPr>
          <a:xfrm>
            <a:off x="1309255" y="2098964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5691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Hospital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84963" y="2076638"/>
            <a:ext cx="3439392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2BC52A-B81B-504E-B5F9-E05F1A2C4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4963" y="3965276"/>
            <a:ext cx="3439392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SUBHEADLINE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06813-BDAD-6842-83A8-7240BA88E239}"/>
              </a:ext>
            </a:extLst>
          </p:cNvPr>
          <p:cNvSpPr txBox="1"/>
          <p:nvPr/>
        </p:nvSpPr>
        <p:spPr>
          <a:xfrm>
            <a:off x="1309255" y="2098964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8572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EMS ZVent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84963" y="2076638"/>
            <a:ext cx="3439392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2BC52A-B81B-504E-B5F9-E05F1A2C4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4963" y="3965276"/>
            <a:ext cx="3439392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SUBHEADLINE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06813-BDAD-6842-83A8-7240BA88E239}"/>
              </a:ext>
            </a:extLst>
          </p:cNvPr>
          <p:cNvSpPr txBox="1"/>
          <p:nvPr/>
        </p:nvSpPr>
        <p:spPr>
          <a:xfrm>
            <a:off x="1309255" y="2098964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09138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ublic Safety 2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84963" y="2076638"/>
            <a:ext cx="3439392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defRPr sz="4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2BC52A-B81B-504E-B5F9-E05F1A2C4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4963" y="3965276"/>
            <a:ext cx="3439392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SUBHEADLINE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06813-BDAD-6842-83A8-7240BA88E239}"/>
              </a:ext>
            </a:extLst>
          </p:cNvPr>
          <p:cNvSpPr txBox="1"/>
          <p:nvPr/>
        </p:nvSpPr>
        <p:spPr>
          <a:xfrm>
            <a:off x="1309255" y="2098964"/>
            <a:ext cx="1847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65831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FDE8E3-D8F0-DF45-B0B9-CCC57D1C7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37847"/>
            <a:ext cx="10972800" cy="4800600"/>
          </a:xfrm>
        </p:spPr>
        <p:txBody>
          <a:bodyPr/>
          <a:lstStyle>
            <a:lvl1pPr>
              <a:defRPr sz="2400">
                <a:latin typeface="Century Gothic" panose="020B0502020202020204" pitchFamily="34" charset="0"/>
              </a:defRPr>
            </a:lvl1pPr>
            <a:lvl2pPr>
              <a:defRPr sz="2400">
                <a:latin typeface="Century Gothic" panose="020B0502020202020204" pitchFamily="34" charset="0"/>
              </a:defRPr>
            </a:lvl2pPr>
            <a:lvl3pPr>
              <a:defRPr sz="2000">
                <a:latin typeface="Century Gothic" panose="020B0502020202020204" pitchFamily="34" charset="0"/>
              </a:defRPr>
            </a:lvl3pPr>
            <a:lvl4pPr>
              <a:defRPr sz="1800">
                <a:latin typeface="Century Gothic" panose="020B0502020202020204" pitchFamily="34" charset="0"/>
              </a:defRPr>
            </a:lvl4pPr>
            <a:lvl5pPr>
              <a:defRPr sz="18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95624B77-FA90-3340-BDC8-1DF84B55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6700"/>
            <a:ext cx="10972800" cy="5241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975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D31723-BDB6-F14D-9B25-ED29234E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6700"/>
            <a:ext cx="10972800" cy="714812"/>
          </a:xfrm>
        </p:spPr>
        <p:txBody>
          <a:bodyPr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ADA80E-1C26-E745-8142-AD27EA2A6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166018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391421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6674C0D-0242-4D40-964C-86AD2F0FD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23652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0213F1-D037-1643-8711-13A10770C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98290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7215045-C48B-3D4E-ACCE-266EFF4C6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638052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hart Placeholder 10">
            <a:extLst>
              <a:ext uri="{FF2B5EF4-FFF2-40B4-BE49-F238E27FC236}">
                <a16:creationId xmlns:a16="http://schemas.microsoft.com/office/drawing/2014/main" id="{6DBA303A-4F3C-9147-8A26-801BE537C57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567488" y="1417390"/>
            <a:ext cx="4311650" cy="3760787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30378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5395B9-1FA2-5547-AE73-284A39CC2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35195"/>
            <a:ext cx="10342179" cy="1913357"/>
          </a:xfrm>
        </p:spPr>
        <p:txBody>
          <a:bodyPr/>
          <a:lstStyle/>
          <a:p>
            <a:pPr marL="0" lvl="0" indent="0">
              <a:buNone/>
            </a:pPr>
            <a:r>
              <a:rPr lang="en-US" sz="280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0FF764-4511-AD46-8BD1-FCEA7D18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23652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625690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890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397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3212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6700"/>
            <a:ext cx="10972800" cy="11811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26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28601"/>
            <a:ext cx="2743200" cy="57451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1"/>
            <a:ext cx="8026400" cy="5745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820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0AC2EE-D541-3C4F-AA60-C353C287F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655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98EFC7-4C56-F848-BD23-F6F14FCD5ED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0414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01557D8-205F-3447-B8E3-812FE4837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0414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428164"/>
      </p:ext>
    </p:extLst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1522-5E2F-F14A-AA49-9AF614BF1D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172691"/>
            <a:ext cx="10972800" cy="11811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 b="0"/>
            </a:lvl1pPr>
          </a:lstStyle>
          <a:p>
            <a:r>
              <a:rPr lang="en-US" dirty="0"/>
              <a:t>Questions?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9218D6-E949-9448-B3F4-84BC3FE51F88}"/>
              </a:ext>
            </a:extLst>
          </p:cNvPr>
          <p:cNvSpPr txBox="1">
            <a:spLocks/>
          </p:cNvSpPr>
          <p:nvPr/>
        </p:nvSpPr>
        <p:spPr bwMode="auto">
          <a:xfrm>
            <a:off x="609600" y="1603664"/>
            <a:ext cx="109728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400" b="1" baseline="0">
                <a:solidFill>
                  <a:srgbClr val="0487C9"/>
                </a:solidFill>
                <a:latin typeface="Century Gothic Bold" charset="0"/>
                <a:ea typeface="MS PGothic" panose="020B0600070205080204" pitchFamily="34" charset="-128"/>
                <a:cs typeface="Geneva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Tw Cen MT" panose="020B0602020104020603" pitchFamily="34" charset="0"/>
                <a:ea typeface="MS PGothic" panose="020B0600070205080204" pitchFamily="34" charset="-128"/>
                <a:cs typeface="Geneva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Tw Cen MT" panose="020B0602020104020603" pitchFamily="34" charset="0"/>
                <a:ea typeface="MS PGothic" panose="020B0600070205080204" pitchFamily="34" charset="-128"/>
                <a:cs typeface="Geneva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Tw Cen MT" panose="020B0602020104020603" pitchFamily="34" charset="0"/>
                <a:ea typeface="MS PGothic" panose="020B0600070205080204" pitchFamily="34" charset="-128"/>
                <a:cs typeface="Geneva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Tw Cen MT" panose="020B0602020104020603" pitchFamily="34" charset="0"/>
                <a:ea typeface="MS PGothic" panose="020B0600070205080204" pitchFamily="34" charset="-128"/>
                <a:cs typeface="Geneva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Arial" charset="0"/>
              </a:defRPr>
            </a:lvl9pPr>
          </a:lstStyle>
          <a:p>
            <a:r>
              <a:rPr lang="en-US" kern="0" dirty="0"/>
              <a:t>THANK YOU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DF230CF-AA87-914F-8AE7-DC7CC7EEDE77}"/>
              </a:ext>
            </a:extLst>
          </p:cNvPr>
          <p:cNvSpPr txBox="1">
            <a:spLocks/>
          </p:cNvSpPr>
          <p:nvPr/>
        </p:nvSpPr>
        <p:spPr bwMode="auto">
          <a:xfrm>
            <a:off x="3498272" y="5493327"/>
            <a:ext cx="5195455" cy="782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0" baseline="0">
                <a:solidFill>
                  <a:srgbClr val="0487C9"/>
                </a:solidFill>
                <a:latin typeface="Century Gothic Bold" charset="0"/>
                <a:ea typeface="MS PGothic" panose="020B0600070205080204" pitchFamily="34" charset="-128"/>
                <a:cs typeface="Geneva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Tw Cen MT" panose="020B0602020104020603" pitchFamily="34" charset="0"/>
                <a:ea typeface="MS PGothic" panose="020B0600070205080204" pitchFamily="34" charset="-128"/>
                <a:cs typeface="Geneva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Tw Cen MT" panose="020B0602020104020603" pitchFamily="34" charset="0"/>
                <a:ea typeface="MS PGothic" panose="020B0600070205080204" pitchFamily="34" charset="-128"/>
                <a:cs typeface="Geneva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Tw Cen MT" panose="020B0602020104020603" pitchFamily="34" charset="0"/>
                <a:ea typeface="MS PGothic" panose="020B0600070205080204" pitchFamily="34" charset="-128"/>
                <a:cs typeface="Geneva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Tw Cen MT" panose="020B0602020104020603" pitchFamily="34" charset="0"/>
                <a:ea typeface="MS PGothic" panose="020B0600070205080204" pitchFamily="34" charset="-128"/>
                <a:cs typeface="Geneva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487C9"/>
                </a:solidFill>
                <a:latin typeface="Arial" charset="0"/>
              </a:defRPr>
            </a:lvl9pPr>
          </a:lstStyle>
          <a:p>
            <a:r>
              <a:rPr lang="en-US" sz="1100" b="0" i="0" kern="1200" baseline="0" dirty="0">
                <a:solidFill>
                  <a:srgbClr val="0487C9"/>
                </a:solidFill>
                <a:effectLst/>
                <a:latin typeface="Century Gothic Bold" charset="0"/>
                <a:ea typeface="MS PGothic" panose="020B0600070205080204" pitchFamily="34" charset="-128"/>
                <a:cs typeface="Geneva" charset="-128"/>
              </a:rPr>
              <a:t>© 2021 ZOLL Medical Corporation</a:t>
            </a:r>
            <a:br>
              <a:rPr lang="en-US" sz="1100" dirty="0"/>
            </a:br>
            <a:r>
              <a:rPr lang="en-US" sz="1100" b="0" i="0" kern="1200" baseline="0" dirty="0">
                <a:solidFill>
                  <a:srgbClr val="0487C9"/>
                </a:solidFill>
                <a:effectLst/>
                <a:latin typeface="Century Gothic Bold" charset="0"/>
                <a:ea typeface="MS PGothic" panose="020B0600070205080204" pitchFamily="34" charset="-128"/>
                <a:cs typeface="Geneva" charset="-128"/>
              </a:rPr>
              <a:t>All rights reserved.</a:t>
            </a:r>
            <a:endParaRPr lang="en-US" sz="1100" kern="0" dirty="0"/>
          </a:p>
        </p:txBody>
      </p:sp>
    </p:spTree>
    <p:extLst>
      <p:ext uri="{BB962C8B-B14F-4D97-AF65-F5344CB8AC3E}">
        <p14:creationId xmlns:p14="http://schemas.microsoft.com/office/powerpoint/2010/main" val="4243861775"/>
      </p:ext>
    </p:extLst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7/9/2024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E478CB0-59FE-4A58-B005-DDCA6E22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9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extBox 36"/>
          <p:cNvSpPr txBox="1">
            <a:spLocks noChangeArrowheads="1"/>
          </p:cNvSpPr>
          <p:nvPr/>
        </p:nvSpPr>
        <p:spPr bwMode="auto">
          <a:xfrm>
            <a:off x="11251095" y="6550699"/>
            <a:ext cx="44071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fld id="{AF57D348-581F-4DD2-8FCA-812F48EB842A}" type="slidenum">
              <a:rPr lang="en-US" altLang="en-US" sz="1200" b="1" i="0" baseline="0">
                <a:solidFill>
                  <a:srgbClr val="018CD2"/>
                </a:solidFill>
                <a:latin typeface="Tw Cen MT" pitchFamily="34" charset="0"/>
              </a:rPr>
              <a:pPr algn="ctr"/>
              <a:t>‹#›</a:t>
            </a:fld>
            <a:endParaRPr lang="en-US" altLang="en-US" sz="1200" b="1" i="0" baseline="0" dirty="0">
              <a:solidFill>
                <a:srgbClr val="018CD2"/>
              </a:solidFill>
              <a:latin typeface="Tw Cen MT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EAD74A7-AA24-F141-A880-4DA6EB2AD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66700"/>
            <a:ext cx="10972800" cy="524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E358CD7F-D10F-C946-8D29-BEBF64DA6A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08222"/>
            <a:ext cx="10972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563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3801" r:id="rId2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rgbClr val="0487C9"/>
          </a:solidFill>
          <a:latin typeface="Century Gothic Bold" charset="0"/>
          <a:ea typeface="MS PGothic" panose="020B0600070205080204" pitchFamily="34" charset="-128"/>
          <a:cs typeface="Geneva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487C9"/>
          </a:solidFill>
          <a:latin typeface="Tw Cen MT" panose="020B0602020104020603" pitchFamily="34" charset="0"/>
          <a:ea typeface="MS PGothic" panose="020B0600070205080204" pitchFamily="34" charset="-128"/>
          <a:cs typeface="Geneva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487C9"/>
          </a:solidFill>
          <a:latin typeface="Tw Cen MT" panose="020B0602020104020603" pitchFamily="34" charset="0"/>
          <a:ea typeface="MS PGothic" panose="020B0600070205080204" pitchFamily="34" charset="-128"/>
          <a:cs typeface="Geneva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487C9"/>
          </a:solidFill>
          <a:latin typeface="Tw Cen MT" panose="020B0602020104020603" pitchFamily="34" charset="0"/>
          <a:ea typeface="MS PGothic" panose="020B0600070205080204" pitchFamily="34" charset="-128"/>
          <a:cs typeface="Geneva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487C9"/>
          </a:solidFill>
          <a:latin typeface="Tw Cen MT" panose="020B0602020104020603" pitchFamily="34" charset="0"/>
          <a:ea typeface="MS PGothic" panose="020B0600070205080204" pitchFamily="34" charset="-128"/>
          <a:cs typeface="Geneva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487C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487C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487C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487C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487C9"/>
        </a:buClr>
        <a:buFont typeface="Arial" pitchFamily="34" charset="0"/>
        <a:buChar char="•"/>
        <a:defRPr sz="2000" baseline="0">
          <a:solidFill>
            <a:schemeClr val="tx1"/>
          </a:solidFill>
          <a:latin typeface="Century Gothic" charset="0"/>
          <a:ea typeface="MS PGothic" panose="020B0600070205080204" pitchFamily="34" charset="-128"/>
          <a:cs typeface="Geneva" charset="-128"/>
        </a:defRPr>
      </a:lvl1pPr>
      <a:lvl2pPr marL="628650" indent="-277813" algn="l" rtl="0" eaLnBrk="1" fontAlgn="base" hangingPunct="1">
        <a:spcBef>
          <a:spcPct val="20000"/>
        </a:spcBef>
        <a:spcAft>
          <a:spcPct val="0"/>
        </a:spcAft>
        <a:buClr>
          <a:srgbClr val="0487C9"/>
        </a:buClr>
        <a:buFont typeface="Arial" pitchFamily="34" charset="0"/>
        <a:buChar char="•"/>
        <a:tabLst/>
        <a:defRPr sz="2000" baseline="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2pPr>
      <a:lvl3pPr marL="1031875" marR="0" indent="-17462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0487C9"/>
        </a:buClr>
        <a:buSzTx/>
        <a:buFont typeface="Arial" charset="0"/>
        <a:buChar char="•"/>
        <a:tabLst/>
        <a:defRPr sz="2000" baseline="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3pPr>
      <a:lvl4pPr marL="1373188" indent="-228600" algn="l" rtl="0" eaLnBrk="1" fontAlgn="base" hangingPunct="1">
        <a:spcBef>
          <a:spcPct val="20000"/>
        </a:spcBef>
        <a:spcAft>
          <a:spcPct val="0"/>
        </a:spcAft>
        <a:buClr>
          <a:srgbClr val="0487C9"/>
        </a:buClr>
        <a:buFont typeface="Arial" pitchFamily="34" charset="0"/>
        <a:buChar char="•"/>
        <a:tabLst/>
        <a:defRPr sz="1800" baseline="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4pPr>
      <a:lvl5pPr marL="1600200" indent="-227013" algn="l" rtl="0" eaLnBrk="1" fontAlgn="base" hangingPunct="1">
        <a:spcBef>
          <a:spcPct val="20000"/>
        </a:spcBef>
        <a:spcAft>
          <a:spcPct val="0"/>
        </a:spcAft>
        <a:buClr>
          <a:srgbClr val="0487C9"/>
        </a:buClr>
        <a:buFont typeface="Arial" pitchFamily="34" charset="0"/>
        <a:buChar char="•"/>
        <a:tabLst/>
        <a:defRPr sz="1800" baseline="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487C9"/>
        </a:buClr>
        <a:buChar char="»"/>
        <a:defRPr sz="2000">
          <a:solidFill>
            <a:schemeClr val="tx1"/>
          </a:solidFill>
          <a:latin typeface="+mn-lt"/>
          <a:ea typeface="Geneva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487C9"/>
        </a:buClr>
        <a:buChar char="»"/>
        <a:defRPr sz="2000">
          <a:solidFill>
            <a:schemeClr val="tx1"/>
          </a:solidFill>
          <a:latin typeface="+mn-lt"/>
          <a:ea typeface="Geneva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487C9"/>
        </a:buClr>
        <a:buChar char="»"/>
        <a:defRPr sz="2000">
          <a:solidFill>
            <a:schemeClr val="tx1"/>
          </a:solidFill>
          <a:latin typeface="+mn-lt"/>
          <a:ea typeface="Geneva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487C9"/>
        </a:buClr>
        <a:buChar char="»"/>
        <a:defRPr sz="2000">
          <a:solidFill>
            <a:schemeClr val="tx1"/>
          </a:solidFill>
          <a:latin typeface="+mn-lt"/>
          <a:ea typeface="Geneva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>
          <p15:clr>
            <a:srgbClr val="F26B43"/>
          </p15:clr>
        </p15:guide>
        <p15:guide id="2" pos="7296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4272">
          <p15:clr>
            <a:srgbClr val="F26B43"/>
          </p15:clr>
        </p15:guide>
        <p15:guide id="5" orient="horz" pos="912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4032">
          <p15:clr>
            <a:srgbClr val="F26B43"/>
          </p15:clr>
        </p15:guide>
        <p15:guide id="8" pos="7608">
          <p15:clr>
            <a:srgbClr val="F26B43"/>
          </p15:clr>
        </p15:guide>
        <p15:guide id="9" pos="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0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FE8EF-F83C-0CBC-2CC2-B62F87F6CCA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/>
              <a:t>CAD model to line art drawing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2E382-68D0-BCBB-3FBC-962DD7AAE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PACCV – Flow Sensor Assembly Diagrams</a:t>
            </a:r>
          </a:p>
        </p:txBody>
      </p:sp>
    </p:spTree>
    <p:extLst>
      <p:ext uri="{BB962C8B-B14F-4D97-AF65-F5344CB8AC3E}">
        <p14:creationId xmlns:p14="http://schemas.microsoft.com/office/powerpoint/2010/main" val="3058733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E2622-3E38-5B53-AAEC-407DCCF82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Simplification of technical drawings for a non-engineer audience</a:t>
            </a:r>
          </a:p>
          <a:p>
            <a:pPr lvl="1"/>
            <a:r>
              <a:rPr lang="en-US" dirty="0"/>
              <a:t>Engineering drawings often include fine details like small elements, dashed hidden lines, center lines, and annotations.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Remove extraneous lines/elements to improve appearance of artwork for use in print material </a:t>
            </a:r>
            <a:r>
              <a:rPr lang="en-US"/>
              <a:t>and readability.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34B5C-DC36-6833-9A4E-5233BA825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Simplifying Line Art</a:t>
            </a:r>
          </a:p>
        </p:txBody>
      </p:sp>
    </p:spTree>
    <p:extLst>
      <p:ext uri="{BB962C8B-B14F-4D97-AF65-F5344CB8AC3E}">
        <p14:creationId xmlns:p14="http://schemas.microsoft.com/office/powerpoint/2010/main" val="220857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C9909-9DCE-0DAF-A79C-CC0EB4208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7498079" cy="1293028"/>
          </a:xfrm>
        </p:spPr>
        <p:txBody>
          <a:bodyPr/>
          <a:lstStyle/>
          <a:p>
            <a:r>
              <a:rPr lang="en-US" dirty="0"/>
              <a:t>Import CAD file into Fusion360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8D5333-6685-3B7D-4A85-E86EFAEC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795645"/>
            <a:ext cx="9296400" cy="456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10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B03593-D311-4831-C82B-1DB856044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3159302" cy="402412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Line art created from 3D object in Fusion360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Output as PDF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Import PDF into Illustrator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DDE9FC-520F-87DA-CD91-D2D3AEC5B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CAD model to create engineering drawing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5716CE-B109-ED7F-E8CA-6C93B25C0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103" y="1603521"/>
            <a:ext cx="7661097" cy="365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85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A173-CEFA-348C-E64B-0BD32282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69" y="350115"/>
            <a:ext cx="11136330" cy="1293028"/>
          </a:xfrm>
        </p:spPr>
        <p:txBody>
          <a:bodyPr/>
          <a:lstStyle/>
          <a:p>
            <a:r>
              <a:rPr lang="en-US" dirty="0"/>
              <a:t>Remove extra detailing/lines with Illustrator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8E943A-8C8C-10A7-2908-39674F4A6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734" y="1887309"/>
            <a:ext cx="8610601" cy="446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81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A173-CEFA-348C-E64B-0BD32282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Remove extra detailing/lines with Illustrator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C78525-DE50-1DE1-D4B4-923E4B3196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50" t="6762" r="4730" b="4179"/>
          <a:stretch/>
        </p:blipFill>
        <p:spPr>
          <a:xfrm>
            <a:off x="7289327" y="2500101"/>
            <a:ext cx="3310044" cy="2885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578320-C523-AB49-C7E4-4A2AD23C9C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28" t="13420" r="8084"/>
          <a:stretch/>
        </p:blipFill>
        <p:spPr>
          <a:xfrm>
            <a:off x="1685096" y="2500101"/>
            <a:ext cx="3459244" cy="289778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39309C7-28DA-65B4-C2B0-46223B64FF3A}"/>
              </a:ext>
            </a:extLst>
          </p:cNvPr>
          <p:cNvGrpSpPr/>
          <p:nvPr/>
        </p:nvGrpSpPr>
        <p:grpSpPr>
          <a:xfrm>
            <a:off x="2591677" y="2940419"/>
            <a:ext cx="1724394" cy="1804452"/>
            <a:chOff x="2591677" y="2940419"/>
            <a:chExt cx="1724394" cy="180445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FA4A1CA-BEF2-923C-CD16-7C644B6F2BB1}"/>
                </a:ext>
              </a:extLst>
            </p:cNvPr>
            <p:cNvSpPr/>
            <p:nvPr/>
          </p:nvSpPr>
          <p:spPr>
            <a:xfrm>
              <a:off x="2958957" y="2940419"/>
              <a:ext cx="688369" cy="66782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0D506FD-B147-E677-A2D6-488297AA4AB1}"/>
                </a:ext>
              </a:extLst>
            </p:cNvPr>
            <p:cNvSpPr/>
            <p:nvPr/>
          </p:nvSpPr>
          <p:spPr>
            <a:xfrm rot="1795934">
              <a:off x="2591677" y="3908167"/>
              <a:ext cx="1114793" cy="836704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FC3C6E-E0B3-E12A-044B-15AEC82BB6F2}"/>
                </a:ext>
              </a:extLst>
            </p:cNvPr>
            <p:cNvSpPr/>
            <p:nvPr/>
          </p:nvSpPr>
          <p:spPr>
            <a:xfrm>
              <a:off x="3840870" y="3470736"/>
              <a:ext cx="475201" cy="4905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F6ACDEE-F220-A189-0E18-622F3F6C97DD}"/>
              </a:ext>
            </a:extLst>
          </p:cNvPr>
          <p:cNvSpPr/>
          <p:nvPr/>
        </p:nvSpPr>
        <p:spPr>
          <a:xfrm>
            <a:off x="5604022" y="3592185"/>
            <a:ext cx="1225623" cy="7013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0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FEADB3-8696-63A5-5477-B40A54968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6699"/>
            <a:ext cx="10972800" cy="997279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 drawing in labeling</a:t>
            </a:r>
            <a:br>
              <a:rPr lang="en-US" dirty="0"/>
            </a:br>
            <a:r>
              <a:rPr lang="en-US" dirty="0"/>
              <a:t>(9305-000360-01-AW)</a:t>
            </a:r>
          </a:p>
        </p:txBody>
      </p:sp>
      <p:pic>
        <p:nvPicPr>
          <p:cNvPr id="8" name="Picture 7" descr="A close-up of a label&#10;&#10;Description automatically generated">
            <a:extLst>
              <a:ext uri="{FF2B5EF4-FFF2-40B4-BE49-F238E27FC236}">
                <a16:creationId xmlns:a16="http://schemas.microsoft.com/office/drawing/2014/main" id="{7CC8BE7B-2841-6415-00C4-5CFBBC337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433" y="1677487"/>
            <a:ext cx="7714950" cy="39165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27777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36830BEA-419A-9502-4D35-FE9323368272}"/>
              </a:ext>
            </a:extLst>
          </p:cNvPr>
          <p:cNvGraphicFramePr/>
          <p:nvPr/>
        </p:nvGraphicFramePr>
        <p:xfrm>
          <a:off x="4470400" y="108277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3342EF2-DA41-B160-A040-402F014AD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24" y="1707648"/>
            <a:ext cx="5575300" cy="374844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Acquire CAD model (.sldprt, .step, or .sldasm)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3D texturing and rendering model into an image (PNG w/ transparent background)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Editing image and adding callouts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6E33AB-A6DE-23F8-D888-A48E0345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18" y="414619"/>
            <a:ext cx="5373598" cy="1293028"/>
          </a:xfrm>
        </p:spPr>
        <p:txBody>
          <a:bodyPr>
            <a:normAutofit/>
          </a:bodyPr>
          <a:lstStyle/>
          <a:p>
            <a:r>
              <a:rPr lang="en-US" dirty="0"/>
              <a:t>Alt. Rendering Workflow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C180C-666C-E209-2BFB-0EBA2242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45479" y="6355844"/>
            <a:ext cx="5213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5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-106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9pPr>
          </a:lstStyle>
          <a:p>
            <a:r>
              <a:rPr lang="en-US"/>
              <a:t>7/9/2024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48F4F-FB5D-36C3-1A49-8B9118DC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948" y="6355844"/>
            <a:ext cx="4412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5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-106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06" charset="-128"/>
                <a:cs typeface="+mn-cs"/>
              </a:defRPr>
            </a:lvl9pPr>
          </a:lstStyle>
          <a:p>
            <a:fld id="{DB6BF326-560F-4B21-8A88-CB3F50F36441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C18076B-C66C-6A5B-2561-A40D988B44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3340" y="1707647"/>
            <a:ext cx="1188720" cy="1009752"/>
          </a:xfrm>
          <a:prstGeom prst="rect">
            <a:avLst/>
          </a:prstGeom>
          <a:ln w="38100">
            <a:solidFill>
              <a:schemeClr val="bg1">
                <a:lumMod val="85000"/>
                <a:lumOff val="1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 descr="A close-up of a device&#10;&#10;Description automatically generated">
            <a:extLst>
              <a:ext uri="{FF2B5EF4-FFF2-40B4-BE49-F238E27FC236}">
                <a16:creationId xmlns:a16="http://schemas.microsoft.com/office/drawing/2014/main" id="{B4D1C005-7EA5-D8D7-B72E-7E978178AA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212523"/>
            <a:ext cx="1828800" cy="1828800"/>
          </a:xfrm>
          <a:prstGeom prst="rect">
            <a:avLst/>
          </a:prstGeom>
        </p:spPr>
      </p:pic>
      <p:pic>
        <p:nvPicPr>
          <p:cNvPr id="27" name="Picture 26" descr="A close-up of a device&#10;&#10;Description automatically generated">
            <a:extLst>
              <a:ext uri="{FF2B5EF4-FFF2-40B4-BE49-F238E27FC236}">
                <a16:creationId xmlns:a16="http://schemas.microsoft.com/office/drawing/2014/main" id="{A98A603F-0CF0-837B-8AC8-77AA2018D1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100" y="4262419"/>
            <a:ext cx="2377440" cy="239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30658"/>
      </p:ext>
    </p:extLst>
  </p:cSld>
  <p:clrMapOvr>
    <a:masterClrMapping/>
  </p:clrMapOvr>
</p:sld>
</file>

<file path=ppt/theme/theme1.xml><?xml version="1.0" encoding="utf-8"?>
<a:theme xmlns:a="http://schemas.openxmlformats.org/drawingml/2006/main" name="ZOLL Corporate Theme">
  <a:themeElements>
    <a:clrScheme name="ZOLL">
      <a:dk1>
        <a:srgbClr val="000000"/>
      </a:dk1>
      <a:lt1>
        <a:srgbClr val="FFFFFF"/>
      </a:lt1>
      <a:dk2>
        <a:srgbClr val="004469"/>
      </a:dk2>
      <a:lt2>
        <a:srgbClr val="FFFFFF"/>
      </a:lt2>
      <a:accent1>
        <a:srgbClr val="0083C7"/>
      </a:accent1>
      <a:accent2>
        <a:srgbClr val="BDD330"/>
      </a:accent2>
      <a:accent3>
        <a:srgbClr val="7768A2"/>
      </a:accent3>
      <a:accent4>
        <a:srgbClr val="E89041"/>
      </a:accent4>
      <a:accent5>
        <a:srgbClr val="004469"/>
      </a:accent5>
      <a:accent6>
        <a:srgbClr val="7768A2"/>
      </a:accent6>
      <a:hlink>
        <a:srgbClr val="0083C7"/>
      </a:hlink>
      <a:folHlink>
        <a:srgbClr val="BDD33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1C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500" dirty="0" smtClean="0">
            <a:latin typeface="+mj-lt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ZOLL Corporate Theme" id="{E2A3A316-8440-4680-9BF2-3C95CD0C119E}" vid="{B02560F9-EE99-427E-A95D-02A49695EC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ZOLL">
    <a:dk1>
      <a:srgbClr val="000000"/>
    </a:dk1>
    <a:lt1>
      <a:srgbClr val="FFFFFF"/>
    </a:lt1>
    <a:dk2>
      <a:srgbClr val="004469"/>
    </a:dk2>
    <a:lt2>
      <a:srgbClr val="FFFFFF"/>
    </a:lt2>
    <a:accent1>
      <a:srgbClr val="0083C7"/>
    </a:accent1>
    <a:accent2>
      <a:srgbClr val="BDD330"/>
    </a:accent2>
    <a:accent3>
      <a:srgbClr val="7768A2"/>
    </a:accent3>
    <a:accent4>
      <a:srgbClr val="E89041"/>
    </a:accent4>
    <a:accent5>
      <a:srgbClr val="004469"/>
    </a:accent5>
    <a:accent6>
      <a:srgbClr val="7768A2"/>
    </a:accent6>
    <a:hlink>
      <a:srgbClr val="0083C7"/>
    </a:hlink>
    <a:folHlink>
      <a:srgbClr val="BDD330"/>
    </a:folHlink>
  </a:clrScheme>
</a:themeOverride>
</file>

<file path=ppt/theme/themeOverride2.xml><?xml version="1.0" encoding="utf-8"?>
<a:themeOverride xmlns:a="http://schemas.openxmlformats.org/drawingml/2006/main">
  <a:clrScheme name="ZOLL">
    <a:dk1>
      <a:srgbClr val="000000"/>
    </a:dk1>
    <a:lt1>
      <a:srgbClr val="FFFFFF"/>
    </a:lt1>
    <a:dk2>
      <a:srgbClr val="004469"/>
    </a:dk2>
    <a:lt2>
      <a:srgbClr val="FFFFFF"/>
    </a:lt2>
    <a:accent1>
      <a:srgbClr val="0083C7"/>
    </a:accent1>
    <a:accent2>
      <a:srgbClr val="BDD330"/>
    </a:accent2>
    <a:accent3>
      <a:srgbClr val="7768A2"/>
    </a:accent3>
    <a:accent4>
      <a:srgbClr val="E89041"/>
    </a:accent4>
    <a:accent5>
      <a:srgbClr val="004469"/>
    </a:accent5>
    <a:accent6>
      <a:srgbClr val="7768A2"/>
    </a:accent6>
    <a:hlink>
      <a:srgbClr val="0083C7"/>
    </a:hlink>
    <a:folHlink>
      <a:srgbClr val="BDD330"/>
    </a:folHlink>
  </a:clrScheme>
</a:themeOverride>
</file>

<file path=ppt/theme/themeOverride3.xml><?xml version="1.0" encoding="utf-8"?>
<a:themeOverride xmlns:a="http://schemas.openxmlformats.org/drawingml/2006/main">
  <a:clrScheme name="ZOLL">
    <a:dk1>
      <a:srgbClr val="000000"/>
    </a:dk1>
    <a:lt1>
      <a:srgbClr val="FFFFFF"/>
    </a:lt1>
    <a:dk2>
      <a:srgbClr val="004469"/>
    </a:dk2>
    <a:lt2>
      <a:srgbClr val="FFFFFF"/>
    </a:lt2>
    <a:accent1>
      <a:srgbClr val="0083C7"/>
    </a:accent1>
    <a:accent2>
      <a:srgbClr val="BDD330"/>
    </a:accent2>
    <a:accent3>
      <a:srgbClr val="7768A2"/>
    </a:accent3>
    <a:accent4>
      <a:srgbClr val="E89041"/>
    </a:accent4>
    <a:accent5>
      <a:srgbClr val="004469"/>
    </a:accent5>
    <a:accent6>
      <a:srgbClr val="7768A2"/>
    </a:accent6>
    <a:hlink>
      <a:srgbClr val="0083C7"/>
    </a:hlink>
    <a:folHlink>
      <a:srgbClr val="BDD330"/>
    </a:folHlink>
  </a:clrScheme>
</a:themeOverride>
</file>

<file path=ppt/theme/themeOverride4.xml><?xml version="1.0" encoding="utf-8"?>
<a:themeOverride xmlns:a="http://schemas.openxmlformats.org/drawingml/2006/main">
  <a:clrScheme name="ZOLL">
    <a:dk1>
      <a:srgbClr val="000000"/>
    </a:dk1>
    <a:lt1>
      <a:srgbClr val="FFFFFF"/>
    </a:lt1>
    <a:dk2>
      <a:srgbClr val="004469"/>
    </a:dk2>
    <a:lt2>
      <a:srgbClr val="FFFFFF"/>
    </a:lt2>
    <a:accent1>
      <a:srgbClr val="0083C7"/>
    </a:accent1>
    <a:accent2>
      <a:srgbClr val="BDD330"/>
    </a:accent2>
    <a:accent3>
      <a:srgbClr val="7768A2"/>
    </a:accent3>
    <a:accent4>
      <a:srgbClr val="E89041"/>
    </a:accent4>
    <a:accent5>
      <a:srgbClr val="004469"/>
    </a:accent5>
    <a:accent6>
      <a:srgbClr val="7768A2"/>
    </a:accent6>
    <a:hlink>
      <a:srgbClr val="0083C7"/>
    </a:hlink>
    <a:folHlink>
      <a:srgbClr val="BDD330"/>
    </a:folHlink>
  </a:clrScheme>
</a:themeOverride>
</file>

<file path=ppt/theme/themeOverride5.xml><?xml version="1.0" encoding="utf-8"?>
<a:themeOverride xmlns:a="http://schemas.openxmlformats.org/drawingml/2006/main">
  <a:clrScheme name="ZOLL">
    <a:dk1>
      <a:srgbClr val="000000"/>
    </a:dk1>
    <a:lt1>
      <a:srgbClr val="FFFFFF"/>
    </a:lt1>
    <a:dk2>
      <a:srgbClr val="004469"/>
    </a:dk2>
    <a:lt2>
      <a:srgbClr val="FFFFFF"/>
    </a:lt2>
    <a:accent1>
      <a:srgbClr val="0083C7"/>
    </a:accent1>
    <a:accent2>
      <a:srgbClr val="BDD330"/>
    </a:accent2>
    <a:accent3>
      <a:srgbClr val="7768A2"/>
    </a:accent3>
    <a:accent4>
      <a:srgbClr val="E89041"/>
    </a:accent4>
    <a:accent5>
      <a:srgbClr val="004469"/>
    </a:accent5>
    <a:accent6>
      <a:srgbClr val="7768A2"/>
    </a:accent6>
    <a:hlink>
      <a:srgbClr val="0083C7"/>
    </a:hlink>
    <a:folHlink>
      <a:srgbClr val="BDD330"/>
    </a:folHlink>
  </a:clrScheme>
</a:themeOverride>
</file>

<file path=ppt/theme/themeOverride6.xml><?xml version="1.0" encoding="utf-8"?>
<a:themeOverride xmlns:a="http://schemas.openxmlformats.org/drawingml/2006/main">
  <a:clrScheme name="ZOLL">
    <a:dk1>
      <a:srgbClr val="000000"/>
    </a:dk1>
    <a:lt1>
      <a:srgbClr val="FFFFFF"/>
    </a:lt1>
    <a:dk2>
      <a:srgbClr val="004469"/>
    </a:dk2>
    <a:lt2>
      <a:srgbClr val="FFFFFF"/>
    </a:lt2>
    <a:accent1>
      <a:srgbClr val="0083C7"/>
    </a:accent1>
    <a:accent2>
      <a:srgbClr val="BDD330"/>
    </a:accent2>
    <a:accent3>
      <a:srgbClr val="7768A2"/>
    </a:accent3>
    <a:accent4>
      <a:srgbClr val="E89041"/>
    </a:accent4>
    <a:accent5>
      <a:srgbClr val="004469"/>
    </a:accent5>
    <a:accent6>
      <a:srgbClr val="7768A2"/>
    </a:accent6>
    <a:hlink>
      <a:srgbClr val="0083C7"/>
    </a:hlink>
    <a:folHlink>
      <a:srgbClr val="BDD330"/>
    </a:folHlink>
  </a:clrScheme>
</a:themeOverride>
</file>

<file path=ppt/theme/themeOverride7.xml><?xml version="1.0" encoding="utf-8"?>
<a:themeOverride xmlns:a="http://schemas.openxmlformats.org/drawingml/2006/main">
  <a:clrScheme name="ZOLL">
    <a:dk1>
      <a:srgbClr val="000000"/>
    </a:dk1>
    <a:lt1>
      <a:srgbClr val="FFFFFF"/>
    </a:lt1>
    <a:dk2>
      <a:srgbClr val="004469"/>
    </a:dk2>
    <a:lt2>
      <a:srgbClr val="FFFFFF"/>
    </a:lt2>
    <a:accent1>
      <a:srgbClr val="0083C7"/>
    </a:accent1>
    <a:accent2>
      <a:srgbClr val="BDD330"/>
    </a:accent2>
    <a:accent3>
      <a:srgbClr val="7768A2"/>
    </a:accent3>
    <a:accent4>
      <a:srgbClr val="E89041"/>
    </a:accent4>
    <a:accent5>
      <a:srgbClr val="004469"/>
    </a:accent5>
    <a:accent6>
      <a:srgbClr val="7768A2"/>
    </a:accent6>
    <a:hlink>
      <a:srgbClr val="0083C7"/>
    </a:hlink>
    <a:folHlink>
      <a:srgbClr val="BDD330"/>
    </a:folHlink>
  </a:clrScheme>
</a:themeOverride>
</file>

<file path=ppt/theme/themeOverride8.xml><?xml version="1.0" encoding="utf-8"?>
<a:themeOverride xmlns:a="http://schemas.openxmlformats.org/drawingml/2006/main">
  <a:clrScheme name="ZOLL">
    <a:dk1>
      <a:srgbClr val="000000"/>
    </a:dk1>
    <a:lt1>
      <a:srgbClr val="FFFFFF"/>
    </a:lt1>
    <a:dk2>
      <a:srgbClr val="004469"/>
    </a:dk2>
    <a:lt2>
      <a:srgbClr val="FFFFFF"/>
    </a:lt2>
    <a:accent1>
      <a:srgbClr val="0083C7"/>
    </a:accent1>
    <a:accent2>
      <a:srgbClr val="BDD330"/>
    </a:accent2>
    <a:accent3>
      <a:srgbClr val="7768A2"/>
    </a:accent3>
    <a:accent4>
      <a:srgbClr val="E89041"/>
    </a:accent4>
    <a:accent5>
      <a:srgbClr val="004469"/>
    </a:accent5>
    <a:accent6>
      <a:srgbClr val="7768A2"/>
    </a:accent6>
    <a:hlink>
      <a:srgbClr val="0083C7"/>
    </a:hlink>
    <a:folHlink>
      <a:srgbClr val="BDD330"/>
    </a:folHlink>
  </a:clrScheme>
</a:themeOverride>
</file>

<file path=ppt/theme/themeOverride9.xml><?xml version="1.0" encoding="utf-8"?>
<a:themeOverride xmlns:a="http://schemas.openxmlformats.org/drawingml/2006/main">
  <a:clrScheme name="ZOLL">
    <a:dk1>
      <a:srgbClr val="000000"/>
    </a:dk1>
    <a:lt1>
      <a:srgbClr val="FFFFFF"/>
    </a:lt1>
    <a:dk2>
      <a:srgbClr val="004469"/>
    </a:dk2>
    <a:lt2>
      <a:srgbClr val="FFFFFF"/>
    </a:lt2>
    <a:accent1>
      <a:srgbClr val="0083C7"/>
    </a:accent1>
    <a:accent2>
      <a:srgbClr val="BDD330"/>
    </a:accent2>
    <a:accent3>
      <a:srgbClr val="7768A2"/>
    </a:accent3>
    <a:accent4>
      <a:srgbClr val="E89041"/>
    </a:accent4>
    <a:accent5>
      <a:srgbClr val="004469"/>
    </a:accent5>
    <a:accent6>
      <a:srgbClr val="7768A2"/>
    </a:accent6>
    <a:hlink>
      <a:srgbClr val="0083C7"/>
    </a:hlink>
    <a:folHlink>
      <a:srgbClr val="BDD330"/>
    </a:folHlink>
  </a:clrScheme>
</a:themeOverride>
</file>

<file path=ppt/theme/themeOverride10.xml><?xml version="1.0" encoding="utf-8"?>
<a:themeOverride xmlns:a="http://schemas.openxmlformats.org/drawingml/2006/main">
  <a:clrScheme name="ZOLL">
    <a:dk1>
      <a:srgbClr val="000000"/>
    </a:dk1>
    <a:lt1>
      <a:srgbClr val="FFFFFF"/>
    </a:lt1>
    <a:dk2>
      <a:srgbClr val="004469"/>
    </a:dk2>
    <a:lt2>
      <a:srgbClr val="FFFFFF"/>
    </a:lt2>
    <a:accent1>
      <a:srgbClr val="0083C7"/>
    </a:accent1>
    <a:accent2>
      <a:srgbClr val="BDD330"/>
    </a:accent2>
    <a:accent3>
      <a:srgbClr val="7768A2"/>
    </a:accent3>
    <a:accent4>
      <a:srgbClr val="E89041"/>
    </a:accent4>
    <a:accent5>
      <a:srgbClr val="004469"/>
    </a:accent5>
    <a:accent6>
      <a:srgbClr val="7768A2"/>
    </a:accent6>
    <a:hlink>
      <a:srgbClr val="0083C7"/>
    </a:hlink>
    <a:folHlink>
      <a:srgbClr val="BDD33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7d03030b-d760-4a85-b45e-c0fd81ffebe4">RDDOC-650480119-21031</_dlc_DocId>
    <_dlc_DocIdUrl xmlns="7d03030b-d760-4a85-b45e-c0fd81ffebe4">
      <Url>https://zoll0.sharepoint.com/sites/tdlt/_layouts/15/DocIdRedir.aspx?ID=RDDOC-650480119-21031</Url>
      <Description>RDDOC-650480119-21031</Description>
    </_dlc_DocIdUrl>
    <TaxCatchAll xmlns="7d03030b-d760-4a85-b45e-c0fd81ffebe4" xsi:nil="true"/>
    <lcf76f155ced4ddcb4097134ff3c332f xmlns="8cf93412-4312-4e9d-9e26-e8fe3035761d">
      <Terms xmlns="http://schemas.microsoft.com/office/infopath/2007/PartnerControls"/>
    </lcf76f155ced4ddcb4097134ff3c332f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3F5641BC568945A37563411A6BADA6" ma:contentTypeVersion="18" ma:contentTypeDescription="Create a new document." ma:contentTypeScope="" ma:versionID="ab3a03de11f24b09b5addc32bb33e383">
  <xsd:schema xmlns:xsd="http://www.w3.org/2001/XMLSchema" xmlns:xs="http://www.w3.org/2001/XMLSchema" xmlns:p="http://schemas.microsoft.com/office/2006/metadata/properties" xmlns:ns2="7d03030b-d760-4a85-b45e-c0fd81ffebe4" xmlns:ns3="8cf93412-4312-4e9d-9e26-e8fe3035761d" targetNamespace="http://schemas.microsoft.com/office/2006/metadata/properties" ma:root="true" ma:fieldsID="77efe272bf6258f7c9a20421e88c9829" ns2:_="" ns3:_="">
    <xsd:import namespace="7d03030b-d760-4a85-b45e-c0fd81ffebe4"/>
    <xsd:import namespace="8cf93412-4312-4e9d-9e26-e8fe3035761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03030b-d760-4a85-b45e-c0fd81ffebe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514b4922-c8fc-4ae2-9420-5837ef6e571b}" ma:internalName="TaxCatchAll" ma:showField="CatchAllData" ma:web="7d03030b-d760-4a85-b45e-c0fd81ffeb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f93412-4312-4e9d-9e26-e8fe303576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7ab8edf8-33f4-40ba-a25c-8fcfcbba17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E1B029-290D-490F-94FE-18C25D02E151}">
  <ds:schemaRefs>
    <ds:schemaRef ds:uri="http://schemas.microsoft.com/office/2006/metadata/properties"/>
    <ds:schemaRef ds:uri="http://schemas.microsoft.com/office/infopath/2007/PartnerControls"/>
    <ds:schemaRef ds:uri="7d03030b-d760-4a85-b45e-c0fd81ffebe4"/>
    <ds:schemaRef ds:uri="8cf93412-4312-4e9d-9e26-e8fe3035761d"/>
  </ds:schemaRefs>
</ds:datastoreItem>
</file>

<file path=customXml/itemProps2.xml><?xml version="1.0" encoding="utf-8"?>
<ds:datastoreItem xmlns:ds="http://schemas.openxmlformats.org/officeDocument/2006/customXml" ds:itemID="{0711A5B7-1C84-4D06-A8CC-CFFE204F3C71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880810FC-4FF0-47EE-9CB9-3DB0B5348B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03030b-d760-4a85-b45e-c0fd81ffebe4"/>
    <ds:schemaRef ds:uri="8cf93412-4312-4e9d-9e26-e8fe303576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8E33E20-CB46-4492-8E0C-E6D4A24E04B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9651cc-4c1f-4163-9f5d-2ca7449bdbc0}" enabled="0" method="" siteId="{de9651cc-4c1f-4163-9f5d-2ca7449bdbc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ZOLL Corporate Theme</Template>
  <TotalTime>689</TotalTime>
  <Words>179</Words>
  <Application>Microsoft Office PowerPoint</Application>
  <PresentationFormat>Widescreen</PresentationFormat>
  <Paragraphs>23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Century Gothic</vt:lpstr>
      <vt:lpstr>Century Gothic Bold</vt:lpstr>
      <vt:lpstr>Tw Cen MT</vt:lpstr>
      <vt:lpstr>ZOLL Corporate Theme</vt:lpstr>
      <vt:lpstr>CAD model to line art drawing</vt:lpstr>
      <vt:lpstr>Simplifying Line Art</vt:lpstr>
      <vt:lpstr>Import CAD file into Fusion360</vt:lpstr>
      <vt:lpstr>Use CAD model to create engineering drawing</vt:lpstr>
      <vt:lpstr>Remove extra detailing/lines with Illustrator</vt:lpstr>
      <vt:lpstr>Remove extra detailing/lines with Illustrator</vt:lpstr>
      <vt:lpstr>Implement drawing in labeling (9305-000360-01-AW)</vt:lpstr>
      <vt:lpstr>Alt. Rendering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 Design Workflow</dc:title>
  <dc:creator>Alex Ngan</dc:creator>
  <cp:lastModifiedBy>Alex Ngan</cp:lastModifiedBy>
  <cp:revision>2</cp:revision>
  <dcterms:created xsi:type="dcterms:W3CDTF">2024-06-19T19:53:44Z</dcterms:created>
  <dcterms:modified xsi:type="dcterms:W3CDTF">2024-07-19T18:41:16Z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fc46d809-1b14-4533-83b8-6e7d73aa94b2</vt:lpwstr>
  </property>
  <property fmtid="{D5CDD505-2E9C-101B-9397-08002B2CF9AE}" pid="3" name="ContentTypeId">
    <vt:lpwstr>0x010100533F5641BC568945A37563411A6BADA6</vt:lpwstr>
  </property>
  <property fmtid="{D5CDD505-2E9C-101B-9397-08002B2CF9AE}" pid="4" name="MediaServiceImageTags">
    <vt:lpwstr/>
  </property>
</Properties>
</file>